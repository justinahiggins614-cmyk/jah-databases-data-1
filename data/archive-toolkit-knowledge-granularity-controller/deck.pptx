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granularity-controller/" TargetMode="External"/><Relationship Id="rId3" Type="http://schemas.openxmlformats.org/officeDocument/2006/relationships/hyperlink" Target="https://justinahiggins614-cmyk.github.io/jah-databases-data-1/data/archive-toolkit-knowledge-granularity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Granularity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Serves every fact at the right level of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Granularity Controller Database holds 15 granularity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Serves every fact at the right level of detail.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Granularity Controller: a plain-language overview  [JAH-ATK174-000001]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Granularity Controller does and why archives need it. A knowledge granularity controller decides how much detail to show: the quick answer, the solid summary, or the full…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Knowledge Granularity Controller works  [JAH-ATK174-000002]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Granularity Controller does and why archives need it. Real controllers build a granularity ladder over each record: extractive or abstractive summarization produces the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Knowledge Granularity Controller works: the deep tour  [JAH-ATK174-000003]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Granularity Controller does and why archives need it. Real controllers build a granularity ladder over each record: extractive or abstractive summarization produces the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Multi-level summarization: the simple idea  [JAH-ATK174-000004]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multi-level summarization - how it works inside the Knowledge Granularity Controller. A knowledge granularity controller decides how much detail to show: the quick answer, the solid summ…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Multi-level summarization in practice  [JAH-ATK174-000005]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multi-level summarization - how it works inside the Knowledge Granularity Controller. Real controllers build a granularity ladder over each record: extractive or abstractive summarizatio…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granularity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Granularity Tuner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Serves every fact at the right level of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https://justinahiggins614-cmyk.github.io/jah-databases/db/archive-toolkit-knowledge-granularity-controller/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https://justinahiggins614-cmyk.github.io/jah-databases-data-1/data/archive-toolkit-knowledge-granularity-controller/index.jsonl.gz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
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bundle-builder/" TargetMode="External"/><Relationship Id="rId3" Type="http://schemas.openxmlformats.org/officeDocument/2006/relationships/hyperlink" Target="https://justinahiggins614-cmyk.github.io/jah-databases-data-1/data/archive-toolkit-knowledge-bundle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Bundle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Bundle Builder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knowledge bundle builder;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Seed-based collection — Knowledge Bundle Builder  [JAH-ATK217-0001]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knowledge bundle builder assembles everything a human or agent needs to truly understand a topic: the core documents, their dependencies, cited references, supporting evidence, glossaries, and 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Reading-order curation — Knowledge Bundle Builder  [JAH-ATK217-0002]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knowledge bundle builder assembles everything a human or agent needs to truly understand a topic: the core documents, their dependencies, cited references, supporting evidence, glossaries, and 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inclusion — Knowledge Bundle Builder  [JAH-ATK217-0003]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knowledge bundle builder assembles everything a human or agent needs to truly understand a topic: the core documents, their dependencies, cited references, supporting evidence, glossaries, and 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grading — Knowledge Bundle Builder  [JAH-ATK217-0004]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knowledge bundle builder assembles everything a human or agent needs to truly understand a topic: the core documents, their dependencies, cited references, supporting evidence, glossaries, and 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Glossary generation — Knowledge Bundle Builder  [JAH-ATK217-0005]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knowledge bundle builder assembles everything a human or agent needs to truly understand a topic: the core documents, their dependencies, cited references, supporting evidence, glossaries, and ru…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Knowledge Bundle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Collects related documents, dependencies, references, and supporting evidence into one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https://justinahiggins614-cmyk.github.io/jah-databases/db/archive-toolkit-knowledge-bundle-builder/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https://justinahiggins614-cmyk.github.io/jah-databases-data-1/data/archive-toolkit-knowledge-bundle-builder/index.jsonl.gz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
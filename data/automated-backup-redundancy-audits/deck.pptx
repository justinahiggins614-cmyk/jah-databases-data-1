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backup-redundancy-audits/" TargetMode="External"/><Relationship Id="rId3" Type="http://schemas.openxmlformats.org/officeDocument/2006/relationships/hyperlink" Target="https://justinahiggins614-cmyk.github.io/jah-databases-data-1/data/automated-backup-redundancy-audits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Automated Backup Redundancy Audits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Audits backups relentlessly — redundancy proven, restores rehearsed, surprises eliminated.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Automated Backup Redundancy Audits Database holds 15 reliability abilitys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Audits backups relentlessly — redundancy proven, restores rehearsed, surprises eliminated.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Compiled from public technical literature and openly documented practice.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Redundancy Counting  [JAH-ABRA-000001]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Redundancy Counting is a reliability ability in the Automated Backup Redundancy Audits database. Counts live copies of every dataset and flags anything under its target. Each dataset declares a targe…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Restore Drills  [JAH-ABRA-000002]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Restore Drills is a reliability ability in the Automated Backup Redundancy Audits database. Rehearses full restores on a schedule so restores work when they must. Drills restore to an isolated sandbo…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Checksum Verification  [JAH-ABRA-000003]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Checksum Verification is a reliability ability in the Automated Backup Redundancy Audits database. Verifies backup checksums continuously, not just at write time. Stored checksums are recomputed on a…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Geographic Spread  [JAH-ABRA-000004]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Geographic Spread is a reliability ability in the Automated Backup Redundancy Audits database. Ensures copies live in independent failure domains. Copy locations are checked against region and provid…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Retention Enforcement  [JAH-ABRA-000005]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Retention Enforcement is a reliability ability in the Automated Backup Redundancy Audits database. Enforces retention policies — keeps what must be kept, deletes what must go. Policies per dataset dr…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reliability ability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JAH-ABRA-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Backup Redundancy Audit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Audits backups relentlessly — redundancy proven, restores rehearsed, surprises eliminated.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https://justinahiggins614-cmyk.github.io/jah-databases/db/automated-backup-redundancy-audits/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https://justinahiggins614-cmyk.github.io/jah-databases-data-1/data/automated-backup-redundancy-audits/index.jsonl.gz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
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failure-reproduction/" TargetMode="External"/><Relationship Id="rId3" Type="http://schemas.openxmlformats.org/officeDocument/2006/relationships/hyperlink" Target="https://justinahiggins614-cmyk.github.io/jah-databases-data-1/data/software-failure-reprod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Failure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Recipes that make bugs happen on demand — symptoms, minimal repro steps, root cause, and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Failure Reproduction Database holds 20 failure reproduction recipes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Recipes that make bugs happen on demand — symptoms, minimal repro steps, root cause, and the fix.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Null-pointer crash on empty cart checkout  [JAH-SFR-000001]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Checkout crashed when the cart was empty and a coupon applied. The coupon path dereferenced the first cart item without checking. Three steps reproduce it every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Hang on concurrent report export  [JAH-SFR-000002]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users exporting the same large report hung the worker pool. Both exports took the same table lock in opposite order. The repro needs two simultaneous exports.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Silent data corruption in currency conversion  [JAH-SFR-000003]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Converted amounts were off by a cent for JPY transactions. The converter used float64 and rounded twice. The repro converts 100 JPY-denominated amounts.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Race in session refresh  [JAH-SFR-000004]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Rapid tab duplication sometimes logged the user out. Two tabs raced to refresh the session token; the loser overwrote the winner. Repro needs two tabs refreshing within the same second.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Memory leak in websocket handler  [JAH-SFR-000005]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notification service grew 2 GB per day. Closed websockets left their subscription objects in a map keyed by socket id. The repro opens and closes 1,000 sockets.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failure reproduction recipe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JAH-SFR-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Failure Reproduction Specialist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Recipes that make bugs happen on demand — symptoms, minimal repro steps, root cause, and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https://justinahiggins614-cmyk.github.io/jah-databases/db/software-failure-reproduction/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https://justinahiggins614-cmyk.github.io/jah-databases-data-1/data/software-failure-reproduction/index.jsonl.gz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
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cross-disciplinary-breakthrough-finder-signature/" TargetMode="External"/><Relationship Id="rId3" Type="http://schemas.openxmlformats.org/officeDocument/2006/relationships/hyperlink" Target="https://justinahiggins614-cmyk.github.io/jah-databases-data-1/data/apex-tool-cross-disciplinary-breakthrough-fin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Cross-Disciplinary Breakthrough Finder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for combinations of established methods that could crack difficult unsolved problems — breakthroughs by recombination.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Cross-Disciplinary Breakthrough Finder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combinations of established methods that could crack difficult unsolved problems — breakthroughs by recombination.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Breakthrough Finder is  [JAH-APX24S-000001]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 Combination Ledger: every proposed combi…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Method combination data model  [JAH-APX24S-000002]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 Combination Ledger: every proposed combination records its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Combination search algorithm  [JAH-APX24S-000003]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 Combination Ledger: every proposed combination records its ingredients, the problem structure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Synergy prediction algorithm  [JAH-APX24S-000004]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 Combination Ledger: every proposed combination records its ingredients, the problem structure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Breakthrough query interface specification  [JAH-APX24S-000005]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 Combination Ledger: every proposed combination records its ingredients, the problem structure it targets,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Cross-Disciplinary Breakthrough Finder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combinations of established methods that could crack difficult unsolved problems — breakthroughs by recombination.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https://justinahiggins614-cmyk.github.io/jah-databases/db/apex-tool-cross-disciplinary-breakthrough-finder-signature/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https://justinahiggins614-cmyk.github.io/jah-databases-data-1/data/apex-tool-cross-disciplinary-breakthrough-finder-signature/index.jsonl.gz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
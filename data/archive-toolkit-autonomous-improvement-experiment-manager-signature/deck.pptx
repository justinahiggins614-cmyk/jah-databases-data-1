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utonomous-improvement-experiment-manager-signature/" TargetMode="External"/><Relationship Id="rId3" Type="http://schemas.openxmlformats.org/officeDocument/2006/relationships/hyperlink" Target="https://justinahiggins614-cmyk.github.io/jah-databases-data-1/data/archive-toolkit-autonomous-improvement-experiment-manag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Autonomous Improvement Experiment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Runs controlled comparisons of alternative indexing, ranking, and retrieval strategies.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Autonomous Improvement Experiment Manager Database holds 15 experiment runs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Runs controlled comparisons of alternative indexing, ranking, and retrieval strategies.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Experiment Management: Signature Wager (Foundation)  [JAH-ATK294S-00001]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Experiment Management: Signature Wager (Operation)  [JAH-ATK294S-00002]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Experiment Management: Signature Wager (Mastery)  [JAH-ATK294S-00003]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Experiment Management: Signature Fair Bout (Foundation)  [JAH-ATK294S-00004]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Experiment Management: Signature Fair Bout (Operation)  [JAH-ATK294S-00005]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experiment run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JAH-ATK294S-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Experiment Master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Runs controlled comparisons of alternative indexing, ranking, and retrieval strategies.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https://justinahiggins614-cmyk.github.io/jah-databases/db/archive-toolkit-autonomous-improvement-experiment-manager-signature/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https://justinahiggins614-cmyk.github.io/jah-databases-data-1/data/archive-toolkit-autonomous-improvement-experiment-manager-signature/index.jsonl.gz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
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che-line-aligned-data-structures/" TargetMode="External"/><Relationship Id="rId3" Type="http://schemas.openxmlformats.org/officeDocument/2006/relationships/hyperlink" Target="https://justinahiggins614-cmyk.github.io/jah-databases-data-1/data/cache-line-aligned-data-structur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Cache-Line Aligned Data Structures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structures laid out to respect CPU cache lines and NUMA.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Cache-Line Aligned Data Structures Database holds 15 cache-aware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laid out to respect CPU cache lines and NUMA.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False Sharing Elimination  [JAH-CLA-000001]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Pads independently-updated fields to separate cache lines so cores stop invalidating each other's caches. Two counters in one 64-byte line ping-pong on every increment; padding makes each core's line…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Cache-Line Padding  [JAH-CLA-000002]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Pads hot structures to whole cache lines with explicit alignment attributes. Padding wastes a little memory to save a lot of coherence traffic. Compilers offer alignas and attributes for exactly this.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NUMA-Local Allocation  [JAH-CLA-000003]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Allocates memory on the NUMA node where the using threads run. Remote-node access costs 1.5 to 2x local latency; first-touch placement usually gets it right. Pinning threads completes the picture.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Software Prefetching  [JAH-CLA-000004]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Issues software prefetches for data needed a few iterations ahead. Prefetch hides memory latency when the access pattern is predictable; hardware prefetchers handle the simple cases. It helps pointer…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Cache Coloring  [JAH-CLA-000005]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Colors pages so hot data spreads across cache sets instead of colliding. Direct-mapped and set-associative caches thrash when hot addresses alias; coloring assigns pages to spread them. OS page alloc…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cache-aware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Cache-Line Aligned Data Structures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laid out to respect CPU cache lines and NUMA.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https://justinahiggins614-cmyk.github.io/jah-databases/db/cache-line-aligned-data-structures/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https://justinahiggins614-cmyk.github.io/jah-databases-data-1/data/cache-line-aligned-data-structures/index.jsonl.gz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
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mart-contract-execution-engines-signature/" TargetMode="External"/><Relationship Id="rId3" Type="http://schemas.openxmlformats.org/officeDocument/2006/relationships/hyperlink" Target="https://justinahiggins614-cmyk.github.io/jah-databases-data-1/data/smart-contract-execution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Smart Contract Execution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Running deterministic agreements: execution semantics, gas metering, verification, and upgrade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Smart Contract Execution Engines Database holds 15 contract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deterministic agreements: execution semantics, gas metering, verification, and upgrade safety.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Formally-Specified Mini-VM  [JAH-SCEE-S-000001]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VM's semantics are written as an executable formal specification that doubles as the reference implementation - the spec cannot drift from the code. Conformance tests derive…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Predictable Gas Schedules  [JAH-SCEE-S-000002]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gas costs are versioned and change only through a formal schedule with long notice, so developers can rely on costs when designing contracts. Surprise repricing never happens.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Determinism-Verified Contracts  [JAH-SCEE-S-000003]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contracts are statically checked for nondeterministic operations at deploy time, rejecting anything that could fork consensus. The check is part of deployment. Signature-labeled…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Snapshot-Pruned State Tries  [JAH-SCEE-S-000004]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historical trie nodes prune automatically once no longer needed for proofs, bounding state growth while keeping recent history provable. Pruning policy is explicit. Signature-la…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Reproducible-Build Verification  [JAH-SCEE-S-000005]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verification rebuilds from source in a sealed environment and compares byte-for-byte, instead of trusting uploader claims. Rebuilds are reproducible by anyone. Signature-labeled…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contract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JAH-SCEE-S-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Contract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deterministic agreements: execution semantics, gas metering, verification, and upgrade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https://justinahiggins614-cmyk.github.io/jah-databases/db/smart-contract-execution-engines-signature/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https://justinahiggins614-cmyk.github.io/jah-databases-data-1/data/smart-contract-execution-engines-signature/index.jsonl.gz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
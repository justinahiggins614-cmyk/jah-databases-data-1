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mputer-boot-and-startup-diagnostics-signature/" TargetMode="External"/><Relationship Id="rId3" Type="http://schemas.openxmlformats.org/officeDocument/2006/relationships/hyperlink" Target="https://justinahiggins614-cmyk.github.io/jah-databases-data-1/data/computer-boot-and-startup-diagnostic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Computer Boot and Startup Diagnostics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POST, UEFI, bootloaders, and startup diagnostics: finding why computers won't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Computer Boot and Startup Diagnostics Database holds 20 boot diagnostic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POST, UEFI, bootloaders, and startup diagnostics: finding why computers won't start.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Beep Translator  [JAH-CBSD-S-000001]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translates beep codes across all BIOS vendors into plain language with the fix attached. The translator hears every motherboard's dialect. No manual lookup needed.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POST Watcher  [JAH-CBSD-S-000002]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watches POST codes in real time and narrates the boot like a sportscaster: 'memory initializing... OK, GPU... OK'. The watcher makes boots legible. Failures get play-by-play.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UEFI Surgeon  [JAH-CBSD-S-000003]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surgeon for UEFI entries: it diagnoses the boot entry disease and operates precisely. Surgery is clean and quick. Boots recover.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Bootloader Midwife  [JAH-CBSD-S-000004]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midwifes bootloaders back to life: the delivery is gentle, verified, and the newborn bootloader is tested before the old is retired. Births are safe.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Safe Mode Detective  [JAH-CBSD-S-000005]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detective that bisects startup items automatically in safe mode, finding the culprit without human reboots. The detective works while you sleep. Culprits get caught.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boot diagnostic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JAH-CBSD-S-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Boot Doctor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POST, UEFI, bootloaders, and startup diagnostics: finding why computers won't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https://justinahiggins614-cmyk.github.io/jah-databases/db/computer-boot-and-startup-diagnostics-signature/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https://justinahiggins614-cmyk.github.io/jah-databases-data-1/data/computer-boot-and-startup-diagnostics-signature/index.jsonl.gz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
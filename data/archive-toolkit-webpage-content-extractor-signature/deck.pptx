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webpage-content-extractor-signature/" TargetMode="External"/><Relationship Id="rId3" Type="http://schemas.openxmlformats.org/officeDocument/2006/relationships/hyperlink" Target="https://justinahiggins614-cmyk.github.io/jah-databases-data-1/data/archive-toolkit-webpage-content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Webpage Content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Separates main content from navigation, advertisements, and page boilerplate.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Webpage Content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Separates main content from navigation, advertisements, and page boilerplate.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Text-density scoring — Webpage Content Extractor  [JAH-ATK148S-00001]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Content blocks score by words per link: high text, few links means article body. Density separates articles from nav. Ratios reveal content. This record documents a Signature-aut…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Boilerplate removal — Webpage Content Extractor  [JAH-ATK148S-00002]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Headers, footers, and sidebars repeat across pages; shingling finds the repeats. Removing boilerplate dedupes indexes. Repeats are noise. This record documents a Signature-author…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Ad detection — Webpage Content Extractor  [JAH-ATK148S-00003]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Ad slots match known patterns (ids, classes, dimensions). Blocking ads cleans extraction. Ads are clutter. This record documents a Signature-authored original method of the JAH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Main-image selection — Webpage Content Extractor  [JAH-ATK148S-00004]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largest above-the-fold image near the headline is usually the hero. Heuristics pick it reliably. Images illustrate. This record documents a Signature-authored original method…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Title extraction — Webpage Content Extractor  [JAH-ATK148S-00005]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&lt;title&gt; plus the top H1 usually agree; disagreement flags template issues. Titles name pages. Names matter. This record documents a Signature-authored original method of the JAH…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Webpage Content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Separates main content from navigation, advertisements, and page boilerplate.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https://justinahiggins614-cmyk.github.io/jah-databases/db/archive-toolkit-webpage-content-extractor-signature/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https://justinahiggins614-cmyk.github.io/jah-databases-data-1/data/archive-toolkit-webpage-content-extractor-signature/index.jsonl.gz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
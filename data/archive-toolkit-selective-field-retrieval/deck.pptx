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selective-field-retrieval/" TargetMode="External"/><Relationship Id="rId3" Type="http://schemas.openxmlformats.org/officeDocument/2006/relationships/hyperlink" Target="https://justinahiggins614-cmyk.github.io/jah-databases-data-1/data/archive-toolkit-selective-field-retriev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Selective Field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Returns only requested fields from large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Selective Field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only requested fields from large records.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selective field retrieval;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Projection pushdown — Selective Field Retrieval  [JAH-ATK202-0001]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Selective field retrieval answers a projection, not a whole record: the caller names the fields it needs and the store returns just those, skipping the rest. Over a near-boundless archive this cuts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Declared field schema — Selective Field Retrieval  [JAH-ATK202-0002]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Selective field retrieval answers a projection, not a whole record: the caller names the fields it needs and the store returns just those, skipping the rest. Over a near-boundless archive this cuts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Nested path selection — Selective Field Retrieval  [JAH-ATK202-0003]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Selective field retrieval answers a projection, not a whole record: the caller names the fields it needs and the store returns just those, skipping the rest. Over a near-boundless archive this cuts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Field-level access control — Selective Field Retrieval  [JAH-ATK202-0004]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Selective field retrieval answers a projection, not a whole record: the caller names the fields it needs and the store returns just those, skipping the rest. Over a near-boundless archive this cuts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Default minimal projection — Selective Field Retrieval  [JAH-ATK202-0005]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Selective field retrieval answers a projection, not a whole record: the caller names the fields it needs and the store returns just those, skipping the rest. Over a near-boundless archive this cuts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Selective Field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only requested fields from large records.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https://justinahiggins614-cmyk.github.io/jah-databases/db/archive-toolkit-selective-field-retrieval/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https://justinahiggins614-cmyk.github.io/jah-databases-data-1/data/archive-toolkit-selective-field-retrieval/index.jsonl.gz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
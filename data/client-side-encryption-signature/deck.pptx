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lient-side-encryption-signature/" TargetMode="External"/><Relationship Id="rId3" Type="http://schemas.openxmlformats.org/officeDocument/2006/relationships/hyperlink" Target="https://justinahiggins614-cmyk.github.io/jah-databases-data-1/data/client-side-encryp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Client-Side Encryption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Encryption performed on the user's own device before data ever leaves it: ciphers, key derivation, authenticated encryption, and secure deletion.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Client-Side Encryption Database holds 15 encryption schemes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Encryption performed on the user's own device before data ever leaves it: ciphers, key derivation, authenticated encryption, and secure deletion.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Vault-Sealed File Cipher  [JAH-CLIENT-S-000001]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encrypted file embeds a signed manifest of its own chunk hashes, so partial-file corruption is pinpointed to the exact chunk on decrypt. The manifest signature chains to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Double-Ratchet Message Cipher  [JAH-CLIENT-S-000002]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message advances a double ratchet, so a stolen device key decrypts nothing sent before the theft and nothing sent after the next honest message. Ratchet state is sealed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Memory-Weighted Key Stretcher  [JAH-CLIENT-S-000003]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stretcher scales its memory cost with the value of what the key protects, spending more work on vault master keys than on session keys. Cost parameters are stored alongside…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Tiered Argon Vault Hash  [JAH-CLIENT-S-000004]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vault runs Argon2id in tiers, re-hashing stored verifiers to stronger parameters in the background whenever the device is idle. Old parameters keep working until migration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Chained Key Envelope  [JAH-CLIENT-S-000005]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wrapped keys form a chain where each envelope records the identity of the key that wrapped it, creating an auditable lineage from data key to master. Unwrap verifies the whole 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encryption scheme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JAH-CLIENT-S-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Encryption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Encryption performed on the user's own device before data ever leaves it: ciphers, key derivation, authenticated encryption, and secure deletion.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https://justinahiggins614-cmyk.github.io/jah-databases/db/client-side-encryption-signature/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https://justinahiggins614-cmyk.github.io/jah-databases-data-1/data/client-side-encryption-signature/index.jsonl.gz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
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cursive-discovery-engine/" TargetMode="External"/><Relationship Id="rId3" Type="http://schemas.openxmlformats.org/officeDocument/2006/relationships/hyperlink" Target="https://justinahiggins614-cmyk.github.io/jah-databases-data-1/data/archive-tool-recursive-discover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Recursive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Uses each discovery to identify additional databases, files, and sources worth exploring.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Recursive Discovery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each discovery to identify additional databases, files, and sources worth exploring.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Breadth-First Source Crawl — Core Method  [JAH-AT5-000001]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Recursive discovery starts from seed sources and expands outward in breadth-first order, so the nearest and most relevant sources are found before the crawl drifts far afield. A visited set guarantee…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Breadth-First Source Crawl — Compounded Pattern  [JAH-AT5-000002]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Recursive discovery starts from seed sources and expands outward in breadth-first order, so the nearest and most relevant sources are found before the crawl drifts far afield. A visited set guarantee…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Breadth-First Source Crawl — Full-System Integration  [JAH-AT5-000003]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Recursive discovery starts from seed sources and expands outward in breadth-first order, so the nearest and most relevant sources are found before the crawl drifts far afield. A visited set guarantee…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Citation Chasing — Core Method  [JAH-AT5-000004]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cites other records, and those citations are a map to sources the searcher did not know existed. Citation chasing extracts references from each discovered record, resolves them to source…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Citation Chasing — Compounded Pattern  [JAH-AT5-000005]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cites other records, and those citations are a map to sources the searcher did not know existed. Citation chasing extracts references from each discovered record, resolves them to source…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each discovery to identify additional databases, files, and sources worth exploring.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https://justinahiggins614-cmyk.github.io/jah-databases/db/archive-tool-recursive-discovery-engine/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https://justinahiggins614-cmyk.github.io/jah-databases-data-1/data/archive-tool-recursive-discovery-engine/index.jsonl.gz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
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rame-by-frame-movie-maker/" TargetMode="External"/><Relationship Id="rId3" Type="http://schemas.openxmlformats.org/officeDocument/2006/relationships/hyperlink" Target="https://justinahiggins614-cmyk.github.io/jah-databases-data-1/data/frame-by-frame-movie-ma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Frame by Frame Movie Maker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Frame-by-frame movie maker with a working engine — cartoon and pixel rendering that really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Frame by Frame Movie Maker Database holds 15 production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Frame-by-frame movie maker with a working engine — cartoon and pixel rendering that really runs.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Preset for the working frame-by-frame engine — cartoon/pixel rendering verified live; photorealism honestly marked unproven. Last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Orbit Dance — Cartoon  [JAH-MOVF-000001]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cartoon-style frame sequence: a golden sun with a blue planet and its moon dancing in elliptical orbits, stars twinkling. Rendered live on canvas at your chosen FPS — genuinely working cartoon rend…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Pixel Rain — Pixel  [JAH-MOVF-000002]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pixel-style frame sequence: neon rain falling over a dark grid, each drop a blocky pixel. Rendered live at low resolution and scaled up — genuinely working pixel rendering.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Bouncing Comet — Cartoon  [JAH-MOVF-000003]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cartoon comet arcs across the sky with a glowing particle trail, bouncing gently off the frame edge. Live canvas rendering at up to 30 FPS.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Starfield Drift — Pixel  [JAH-MOVF-000004]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pixel starfield drifting sideways with twinkling stars — the classic spaceflight backdrop, rendered blocky and honest at low resolution.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Sunrise Cycle — Cartoon  [JAH-MOVF-000005]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full cartoon sunrise: the sun climbs, the sky shifts from violet night to peach morning. Slow 6 FPS default lets you savor each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production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JAH-MOVF-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Frame by Frame Movie Maker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Frame-by-frame movie maker with a working engine — cartoon and pixel rendering that really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https://justinahiggins614-cmyk.github.io/jah-databases/db/frame-by-frame-movie-maker/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https://justinahiggins614-cmyk.github.io/jah-databases-data-1/data/frame-by-frame-movie-maker/index.jsonl.gz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
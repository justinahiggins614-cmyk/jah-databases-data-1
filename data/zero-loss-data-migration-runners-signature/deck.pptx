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loss-data-migration-runners-signature/" TargetMode="External"/><Relationship Id="rId3" Type="http://schemas.openxmlformats.org/officeDocument/2006/relationships/hyperlink" Target="https://justinahiggins614-cmyk.github.io/jah-databases-data-1/data/zero-loss-data-migration-runn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Zero-Loss Data Migration Runners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Moving data without losing a byte: change capture, dual-write, verification, and rehearsed cutovers.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Zero-Loss Data Migration Runners Database holds 15 migration runners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data without losing a byte: change capture, dual-write, verification, and rehearsed cutovers.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Gap-Proof CDC  [JAH-ZLD-S-000001]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capture stream carries sequence proofs, and any gap is detected within seconds with automatic re-fetch from the source log. Gaps never go unnoticed. Signature-labeled; an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Skew-Detecting Dual-Write  [JAH-ZLD-S-000002]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a reconciler continuously compares both systems and pages on any divergence within minutes, so skew never accumulates silently. Divergence reports pinpoint the cause. Signature-…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Incremental Checksum Trees  [JAH-ZLD-S-000003]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checksums form a Merkle tree over the data, so verification pinpoints exactly which rows differ instead of just failing. Diffs are repaired surgically. Signature-labeled; an ori…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Traffic-Shaped Cutover  [JAH-ZLD-S-000004]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cutover shifts traffic gradually by percentage with automatic halt on error budgets, instead of a single big-bang flip. Shaping makes failures small and reversible. Signature-la…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Divergence-Bounded Rollback  [JAH-ZLD-S-000005]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old system tracks exactly how far it has diverged during the trial period, and rollback is only offered while divergence is replayable. The bound is visible. Signature-label…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migration runner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JAH-ZLD-S-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Migration Runner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data without losing a byte: change capture, dual-write, verification, and rehearsed cutovers.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https://justinahiggins614-cmyk.github.io/jah-databases/db/zero-loss-data-migration-runners-signature/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https://justinahiggins614-cmyk.github.io/jah-databases-data-1/data/zero-loss-data-migration-runners-signature/index.jsonl.gz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
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ystem-capability-discovery-signature/" TargetMode="External"/><Relationship Id="rId3" Type="http://schemas.openxmlformats.org/officeDocument/2006/relationships/hyperlink" Target="https://justinahiggins614-cmyk.github.io/jah-databases-data-1/data/system-capability-discove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System Capability Discovery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Methods for discovering what a system can actually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System Capability Discovery Database holds 20 discovery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discovering what a system can actually do.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Mirror Gazing  [JAH-SYSTEM2-S-000001]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gazing into the system's own mirror - its reflection - to name its powers. The mirror names what is admitted; the trials name what is true. Teaching ladder: rank 1 — the concept…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Blind Touch  [JAH-SYSTEM2-S-000002]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blind touch: hands exploring the system's shape without sight of its insides. The touch finds what the mirror hides. Teaching ladder: rank 1 — the concept in its simplest, most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Measuring Rod  [JAH-SYSTEM2-S-000003]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rod measuring the system against the known greats. The rod places every system on the one true scale. Teaching ladder: rank 1 — the concept in its simplest, most direct form.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Scroll Reading  [JAH-SYSTEM2-S-000004]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reading of every scroll - docs and tales - then testing each claim. Read claims are tried; tried claims are judged. Teaching ladder: rank 1 — the concept in its simplest, most 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Trial of Deeds  [JAH-SYSTEM2-S-000005]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trial where the system attempts true deeds, and its frontier is found. The frontier - where deeds fail - is the precious finding. Teaching ladder: rank 1 — the concept in its sim…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discovery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JAH-SYSTEM2-S-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Discovery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Methods for discovering what a system can actually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https://justinahiggins614-cmyk.github.io/jah-databases/db/system-capability-discovery-signature/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https://justinahiggins614-cmyk.github.io/jah-databases-data-1/data/system-capability-discovery-signature/index.jsonl.gz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
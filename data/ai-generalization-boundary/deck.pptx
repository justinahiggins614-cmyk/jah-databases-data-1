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generalization-boundary/" TargetMode="External"/><Relationship Id="rId3" Type="http://schemas.openxmlformats.org/officeDocument/2006/relationships/hyperlink" Target="https://justinahiggins614-cmyk.github.io/jah-databases-data-1/data/ai-generalization-boundar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AI Generalization Boundary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Mapping where AI generalization ends: distribution shift, OOD, and the edges of learned competence.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AI Generalization Boundary Database holds 20 generalization boundary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Mapping where AI generalization ends: distribution shift, OOD, and the edges of learned competence.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Covariate Shift  [JAH-AIGENE-000001]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Input distribution changes while P(y|x) stays; the boundary moves. Moving gets measured. Models get adapted.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Concept Shift  [JAH-AIGENE-000002]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P(y|x) itself changes; the old mapping breaks. Breaking gets detected. Models get retrained.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OOD Detection Methods  [JAH-AIGENE-000003]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Out-of-distribution inputs are flagged; the flagging protects. Protection gets automatic. Trust gets kept.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Adversarial Boundaries  [JAH-AIGENE-000004]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Adversarial examples probe the boundary; the probing maps. Mapping gets hostile. Weaknesses get found.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Generalization Measurement  [JAH-AIGENE-000005]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train-test-OOD gap is measured; the number is honest. Honesty gets numeric. Limits get known.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generalization boundary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JAH-AIGENE-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Boundary Mapper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Mapping where AI generalization ends: distribution shift, OOD, and the edges of learned competence.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https://justinahiggins614-cmyk.github.io/jah-databases/db/ai-generalization-boundary/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https://justinahiggins614-cmyk.github.io/jah-databases-data-1/data/ai-generalization-boundary/index.jsonl.gz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
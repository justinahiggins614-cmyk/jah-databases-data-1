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assamese/" TargetMode="External"/><Relationship Id="rId3" Type="http://schemas.openxmlformats.org/officeDocument/2006/relationships/hyperlink" Target="https://justinahiggins614-cmyk.github.io/jah-databases-data-1/data/names-assames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Assamese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Assamese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Assamese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Assamese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Jyoti - Assamese unisex given name  [JAH-NMA3-000001]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Jyoti is a unisex given name in Assamese. Meaning: Light. Unisex; from Sanskrit.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Bhabesh - Assamese masculine given name  [JAH-NMA3-000002]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Bhabesh is a masculine given name in Assamese. Meaning: A classic Assamese boys' name..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Priyanka - Assamese feminine given name  [JAH-NMA3-000003]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Priyanka is a feminine given name in Assamese. Meaning: Beloved..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Dhruba - Assamese masculine given name  [JAH-NMA3-000004]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Dhruba is a masculine given name in Assamese. Meaning: Pole star. From Sanskrit.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Bornali - Assamese feminine given name  [JAH-NMA3-000005]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Bornali is a feminine given name in Assamese. Meaning: A popular girls' name..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JAH-NMA3-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Assamese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Assamese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https://justinahiggins614-cmyk.github.io/jah-databases/db/names-assamese/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https://justinahiggins614-cmyk.github.io/jah-databases-data-1/data/names-assamese/index.jsonl.gz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
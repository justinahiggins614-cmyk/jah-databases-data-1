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igh-contrast-themes-signature/" TargetMode="External"/><Relationship Id="rId3" Type="http://schemas.openxmlformats.org/officeDocument/2006/relationships/hyperlink" Target="https://justinahiggins614-cmyk.github.io/jah-databases-data-1/data/high-contrast-them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High-Contrast Themes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Interfaces everyone can read: WCAG contrast, theme tokens, forced-colors mode, color-blind-safe palettes, and OS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High-Contrast Themes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Interfaces everyone can read: WCAG contrast, theme tokens, forced-colors mode, color-blind-safe palettes, and OS integration.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WCAG contrast ratios  [JAH-HCT-S-000001]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WCAG defines contrast as a ratio from 1:1 to 21:1, computed from relative luminance: 4.5:1 for normal text (AA), 3:1 for large text and UI components. The formula weights green heavily (human vision…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Theme tokens  [JAH-HCT-S-000002]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Theme tokens name colors by purpose, not appearance: --text-primary, --surface-overlay, --border-focus — never --light-gray. Every theme (light, dark, high-contrast) provides values for every token;…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Dark mode  [JAH-HCT-S-000003]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Dark mode is a full theme, not an inversion: surfaces go dark, text goes light, but accent colors shift (blue #0066cc becomes #66aaff for contrast on dark), shadows become glows, and images get dimme…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Forced colors mode  [JAH-HCT-S-000004]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Forced colors mode (Windows High Contrast) is the OS taking over: it replaces the page's colors with the user's system palette, and the site must respect it. CSS: use forced-color-adjust carefully,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Focus indicators  [JAH-HCT-S-000005]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Focus indicators show keyboard users where they are: a visible outline on the focused element, always. The styles are 2px+ solid outlines with offset (so they show on any background), never removed w…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JAH-HCT-S-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High-Contrast Themes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Interfaces everyone can read: WCAG contrast, theme tokens, forced-colors mode, color-blind-safe palettes, and OS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https://justinahiggins614-cmyk.github.io/jah-databases/db/high-contrast-themes-signature/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https://justinahiggins614-cmyk.github.io/jah-databases-data-1/data/high-contrast-themes-signature/index.jsonl.gz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
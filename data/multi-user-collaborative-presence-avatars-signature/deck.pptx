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-user-collaborative-presence-avatars-signature/" TargetMode="External"/><Relationship Id="rId3" Type="http://schemas.openxmlformats.org/officeDocument/2006/relationships/hyperlink" Target="https://justinahiggins614-cmyk.github.io/jah-databases-data-1/data/multi-user-collaborative-presence-avata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Multi-User Collaborative Presence Avatars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Gives every collaborator a visible presence — avatars that show who is where and what they are doing.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Multi-User Collaborative Presence Avatars Database holds 15 collaboration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Gives every collaborator a visible presence — avatars that show who is where and what they are doing.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Live Cursors  [JAH-MUC-S-000001]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Live Cursors is a collaboration ability in the Signature Multi-User Collaborative Presence Avatars database. Shows every collaborator's cursor with their name attached. Cursor positions str…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Avatar Stacks  [JAH-MUC-S-000002]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Avatar Stacks is a collaboration ability in the Signature Multi-User Collaborative Presence Avatars database. Stacks avatars on the element each person is viewing. Viewports are shared as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Status Messages  [JAH-MUC-S-000003]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Status Messages is a collaboration ability in the Signature Multi-User Collaborative Presence Avatars database. Lets each user set a short status visible on their avatar. Statuses are 40 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Follow Mode  [JAH-MUC-S-000004]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Follow Mode is a collaboration ability in the Signature Multi-User Collaborative Presence Avatars database. Lets one user follow another's viewport exactly. The follower's view mirrors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Voice Proximity  [JAH-MUC-S-000005]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Voice Proximity is a collaboration ability in the Signature Multi-User Collaborative Presence Avatars database. Fades voice volume by avatar distance in shared space. Distance between avata…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collaboration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JAH-MUC-S-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Presence Avatar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Gives every collaborator a visible presence — avatars that show who is where and what they are doing.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https://justinahiggins614-cmyk.github.io/jah-databases/db/multi-user-collaborative-presence-avatars-signature/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https://justinahiggins614-cmyk.github.io/jah-databases-data-1/data/multi-user-collaborative-presence-avatars-signature/index.jsonl.gz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
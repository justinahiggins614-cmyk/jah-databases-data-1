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ashto/" TargetMode="External"/><Relationship Id="rId3" Type="http://schemas.openxmlformats.org/officeDocument/2006/relationships/hyperlink" Target="https://justinahiggins614-cmyk.github.io/jah-databases-data-1/data/names-pasht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Pashto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Pashto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Pashto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Pashto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Ahmad - Pashto masculine given name  [JAH-NMP4-000001]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Ahmad is a masculine given name in Pashto. Meaning: Most praised..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Gul گل - Pashto unisex given name  [JAH-NMP4-000002]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Gul (گل) is a unisex given name in Pashto. Meaning: Flower. Unisex; a beloved name element.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Zar زر - Pashto unisex given name  [JAH-NMP4-000003]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Zar (زر) is a unisex given name in Pashto. Meaning: Gold.. Unisex.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Palwasha - Pashto feminine given name  [JAH-NMP4-000004]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Palwasha is a feminine given name in Pashto. Meaning: Ray of light.. A graceful girls' name.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Zalmai - Pashto masculine given name  [JAH-NMP4-000005]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Zalmai is a masculine given name in Pashto. Meaning: Young.. A classic boys' name.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Pashto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Pashto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https://justinahiggins614-cmyk.github.io/jah-databases/db/names-pashto/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https://justinahiggins614-cmyk.github.io/jah-databases-data-1/data/names-pashto/index.jsonl.gz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
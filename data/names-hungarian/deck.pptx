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hungarian/" TargetMode="External"/><Relationship Id="rId3" Type="http://schemas.openxmlformats.org/officeDocument/2006/relationships/hyperlink" Target="https://justinahiggins614-cmyk.github.io/jah-databases-data-1/data/names-hungarian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Hungarian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Common Hungarian first names, surnames and place names — real meanings, origins and naming customs.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Hungarian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Common Hungarian first names, surnames and place names — real meanings, origins and naming customs.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record: name documented from public linguistic and onomastic sources.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Istvan — Hungarian given name  [JAH-NMH6-000001]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Istvan is a masculine given name in Hungarian. It is written István in the native script. It means "crowned", from Greek Stephanos. The name of St. Stephen, first king of Hungary.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Katalin — Hungarian given name  [JAH-NMH6-000002]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Katalin is a feminine given name in Hungarian. It means "pure", from Greek katharos. A classic feminine name.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Janos — Hungarian given name  [JAH-NMH6-000003]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Janos is a masculine given name in Hungarian. It is written János in the native script. It means "God is gracious", from Hebrew Yohanan. The Hungarian form of John.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Erzsebet — Hungarian given name  [JAH-NMH6-000004]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Erzsebet is a feminine given name in Hungarian. It is written Erzsébet in the native script. It means "God is my oath", from Hebrew Elisheva. The Hungarian form of Elizabeth.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Laszlo — Hungarian given name  [JAH-NMH6-000005]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Laszlo is a masculine given name in Hungarian. It is written László in the native script. It means "glorious ruler", from Slavic Vladislav. A royal Hungarian name.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JAH-NMH6-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Hungarian Names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Common Hungarian first names, surnames and place names — real meanings, origins and naming customs.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https://justinahiggins614-cmyk.github.io/jah-databases/db/names-hungarian/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https://justinahiggins614-cmyk.github.io/jah-databases-data-1/data/names-hungarian/index.jsonl.gz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
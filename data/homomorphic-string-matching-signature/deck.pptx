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omomorphic-string-matching-signature/" TargetMode="External"/><Relationship Id="rId3" Type="http://schemas.openxmlformats.org/officeDocument/2006/relationships/hyperlink" Target="https://justinahiggins614-cmyk.github.io/jah-databases-data-1/data/homomorphic-string-match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Homomorphic String Matching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Searching encrypted text: matching strings without decrypting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Homomorphic String Matching Database holds 15 homomorphic matching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Searching encrypted text: matching strings without decrypting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Search-Leakage Ledger  [JAH-HSM-S-000001]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encrypted-search deployment records its exact leakage profile — what the server learns (access patterns, equality, order) — reviewed and signed off. Leakage is never implicit…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Tokenized encrypted search  [JAH-HSM-S-000002]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The practical middle ground: tokenize documents, encrypt tokens deterministically, and build a searchable encrypted index. Queries encrypt the same way and match index entries — fa…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Search-Leakage Ledger  [JAH-HSM-S-000003]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encrypted-search deployment records its exact leakage profile — what the server learns (access patterns, equality, order) — reviewed and signed off. Leakage is never implicit…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Tokenized encrypted search  [JAH-HSM-S-000004]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The practical middle ground: tokenize documents, encrypt tokens deterministically, and build a searchable encrypted index. Queries encrypt the same way and match index entries — fa…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Verifiable encrypted search  [JAH-HSM-S-000005]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 malicious server could return wrong results; verifiable SSE adds proofs — the client checks completeness and correctness of results cryptographically. The server proves it search…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homomorphic matching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JAH-HSM-S-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Homomorphic Matching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Searching encrypted text: matching strings without decrypting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https://justinahiggins614-cmyk.github.io/jah-databases/db/homomorphic-string-matching-signature/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https://justinahiggins614-cmyk.github.io/jah-databases-data-1/data/homomorphic-string-matching-signature/index.jsonl.gz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
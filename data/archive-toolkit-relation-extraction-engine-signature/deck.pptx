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lation-extraction-engine-signature/" TargetMode="External"/><Relationship Id="rId3" Type="http://schemas.openxmlformats.org/officeDocument/2006/relationships/hyperlink" Target="https://justinahiggins614-cmyk.github.io/jah-databases-data-1/data/archive-toolkit-relation-extrac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Relation Extraction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sentences into structured subject-verb-object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Relation Extraction Engine Database holds 15 relation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sentences into structured subject-verb-object relationships.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Relation Extraction Engine: a plain-language overview (Signature)  [JAH-ATK167S-000001]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Relation Extraction Engine does and why archives need it. Signature original. The Signature relation engine keeps every triple tied to its sentence with a stamp:…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Relation Extraction Engine works (Signature)  [JAH-ATK167S-000002]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Relation Extraction Engine does and why archives need it. Signature original. The Signature method builds a triple ledger: each extracted (subject, predicate, obj…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Relation Extraction Engine works: the deep tour (Signature)  [JAH-ATK167S-000003]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Relation Extraction Engine does and why archives need it. Signature original. The Signature method builds a triple ledger: each extracted (subject, predicate, obj…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Subject-verb-object triple extraction: the simple idea (Signature)  [JAH-ATK167S-000004]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subject-verb-object triple extraction - how it works inside the Relation Extraction Engine. Signature original. The Signature relation engine keeps every triple tied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Subject-verb-object triple extraction in practice (Signature)  [JAH-ATK167S-000005]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subject-verb-object triple extraction - how it works inside the Relation Extraction Engine. Signature original. The Signature method builds a triple ledger: each extrac…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Relation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sentences into structured subject-verb-object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https://justinahiggins614-cmyk.github.io/jah-databases/db/archive-toolkit-relation-extraction-engine-signature/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https://justinahiggins614-cmyk.github.io/jah-databases-data-1/data/archive-toolkit-relation-extraction-engine-signature/index.jsonl.gz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
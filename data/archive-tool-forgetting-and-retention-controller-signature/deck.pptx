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forgetting-and-retention-controller-signature/" TargetMode="External"/><Relationship Id="rId3" Type="http://schemas.openxmlformats.org/officeDocument/2006/relationships/hyperlink" Target="https://justinahiggins614-cmyk.github.io/jah-databases-data-1/data/archive-tool-forgetting-and-retention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Forgetting and Retention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Applies configurable expiration, deletion, privacy, and data-retention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Forgetting and Retention Controller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configurable expiration, deletion, privacy, and data-retention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Forgetting and Retention Controller,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Declarative retention policies (foundational)  [JAH-AT70S-000001]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Retention rules are declared as data, not code: each rule names a data class, a retention period, and an action on expiry such as delete or anonymize. Declared policies can be rev…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Declarative retention policies (compounded)  [JAH-AT70S-000002]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Retention rules are declared as data, not code: each rule names a data class, a retention period, and an action on expiry such as delete or anonymize. Declared policies can be rev…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Declarative retention policies (production)  [JAH-AT70S-000003]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Retention rules are declared as data, not code: each rule names a data class, a retention period, and an action on expiry such as delete or anonymize. Declared policies can be rev…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Expiry enforcement sweep (foundational)  [JAH-AT70S-000004]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sweep compares each item's age against its class policy and executes the declared action on expired items. Items are processed oldest-first so the sweep makes steady progress…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Expiry enforcement sweep (compounded)  [JAH-AT70S-000005]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sweep compares each item's age against its class policy and executes the declared action on expired items. Items are processed oldest-first so the sweep makes steady progress…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Retention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configurable expiration, deletion, privacy, and data-retention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https://justinahiggins614-cmyk.github.io/jah-databases/db/archive-tool-forgetting-and-retention-controller-signature/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https://justinahiggins614-cmyk.github.io/jah-databases-data-1/data/archive-tool-forgetting-and-retention-controller-signature/index.jsonl.gz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
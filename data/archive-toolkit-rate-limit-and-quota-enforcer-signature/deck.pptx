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ate-limit-and-quota-enforcer-signature/" TargetMode="External"/><Relationship Id="rId3" Type="http://schemas.openxmlformats.org/officeDocument/2006/relationships/hyperlink" Target="https://justinahiggins614-cmyk.github.io/jah-databases-data-1/data/archive-toolkit-rate-limit-and-quota-enforc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Rate Limit and Quota Enforcer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Rate Limit and Quota Enforcer Database holds 15 rate limit and quota enforcers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Adaptive limits  [JAH-ATK278S-000001]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limits tighten automatically when abuse signals appear and relax when traffic is clean. Adaptation is bounded: limits never drop below a floor…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Adaptive limits  [JAH-ATK278S-000002]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limits tighten automatically when abuse signals appear and relax when traffic is clean. Adaptation is bounded: limits never drop below a floor…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Adaptive limits  [JAH-ATK278S-000003]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limits tighten automatically when abuse signals appear and relax when traffic is clean. Adaptation is bounded: limits never drop below a floor…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Quota marketplace  [JAH-ATK278S-000004]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tenants with unused quota can lend it to tenants in need through a managed marketplace with clearing prices. Lending is voluntary, time-boxed,…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Quota marketplace  [JAH-ATK278S-000005]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tenants with unused quota can lend it to tenants in need through a managed marketplace with clearing prices. Lending is voluntary, time-boxed,…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rate limit and quota enforcer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Rate Limit and Quota Enforcer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https://justinahiggins614-cmyk.github.io/jah-databases/db/archive-toolkit-rate-limit-and-quota-enforcer-signature/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https://justinahiggins614-cmyk.github.io/jah-databases-data-1/data/archive-toolkit-rate-limit-and-quota-enforcer-signature/index.jsonl.gz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
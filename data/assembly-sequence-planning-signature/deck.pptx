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ssembly-sequence-planning-signature/" TargetMode="External"/><Relationship Id="rId3" Type="http://schemas.openxmlformats.org/officeDocument/2006/relationships/hyperlink" Target="https://justinahiggins614-cmyk.github.io/jah-databases-data-1/data/assembly-sequence-plann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Assembly Sequence Planning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assembly methods — original techniques for the perfect build order.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Assembly Sequence Planning Database holds 20 signature assembly sequence plans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assembly methods — original techniques for the perfect build order.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precedence-first planning  [JAH-ASSEMB-S-000001]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planning practice: precedence constraints are mapped before any sequence is proposed.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subassembly-modularity  [JAH-ASSEMB-S-000002]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design practice: products decompose into testable subassemblies.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torque-discipline  [JAH-ASSEMB-S-000003]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quality practice: torques specified, sequenced, and verified.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poka-yoke fixtures  [JAH-ASSEMB-S-000004]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manual-line practice: fixtures make wrong assembly impossible.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line-balancing  [JAH-ASSEMB-S-000005]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line practice: mixed models sequenced to balance station load.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assembly sequence plan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JAH-ASSEMB-S-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Assembly Sequence Planner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assembly methods — original techniques for the perfect build order.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https://justinahiggins614-cmyk.github.io/jah-databases/db/assembly-sequence-planning-signature/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https://justinahiggins614-cmyk.github.io/jah-databases-data-1/data/assembly-sequence-planning-signature/index.jsonl.gz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
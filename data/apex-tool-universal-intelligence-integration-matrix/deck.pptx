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intelligence-integration-matrix/" TargetMode="External"/><Relationship Id="rId3" Type="http://schemas.openxmlformats.org/officeDocument/2006/relationships/hyperlink" Target="https://justinahiggins614-cmyk.github.io/jah-databases-data-1/data/apex-tool-universal-intelligence-integration-matrix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Intelligence Integration Matrix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how every model, database, tool, and generator can strengthen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Intelligence Integration Matrix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how every model, database, tool, and generator can strengthen the others.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component registries are standard platform practice;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Every Component, Mapped  [JAH-APX99-000001]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matrix starts with a census: every model, database, tool, program, and generator, genomes loaded.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Scoring Contributions  [JAH-APX99-000002]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 much does A help B? This record covers measuring contribution strength on shared tasks.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Building the Matrix  [JAH-APX99-000003]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Components by capabilities, cells filled with measured strengths. This record covers the matrix builder.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Unknown Means Unknown  [JAH-APX99-000004]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Unmeasured cells are marked unknown — never filled with guesses. This record covers honest gaps in the matrix.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Finding Composition Paths  [JAH-APX99-000005]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to B to C: multi-hop compositions the matrix reveals. This record covers the path finder.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Intelligence Integration Matrix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how every model, database, tool, and generator can strengthen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https://justinahiggins614-cmyk.github.io/jah-databases/db/apex-tool-universal-intelligence-integration-matrix/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https://justinahiggins614-cmyk.github.io/jah-databases-data-1/data/apex-tool-universal-intelligence-integration-matrix/index.jsonl.gz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
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rchive-expansion-detector/" TargetMode="External"/><Relationship Id="rId3" Type="http://schemas.openxmlformats.org/officeDocument/2006/relationships/hyperlink" Target="https://justinahiggins614-cmyk.github.io/jah-databases-data-1/data/archive-tool-archive-expansion-detec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Archive Expansion Detector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newly connected databases, newly added collections, and expanding resource catalogs.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Archive Expansion Detector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newly connected databases, newly added collections, and expanding resource catalogs.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(Archive Expansion Detector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Manifest diffing between snapshots (foundational)  [JAH-AT91-000001]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Two manifest snapshots are diffed by database identifier, classifying each entry as added, removed, or changed. Diffing is set-based and runs in linear time, so even hundred-thousand-entry manifests…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Manifest diffing between snapshots (compounded)  [JAH-AT91-000002]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Two manifest snapshots are diffed by database identifier, classifying each entry as added, removed, or changed. Diffing is set-based and runs in linear time, so even hundred-thousand-entry manifests…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Manifest diffing between snapshots (production)  [JAH-AT91-000003]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Two manifest snapshots are diffed by database identifier, classifying each entry as added, removed, or changed. Diffing is set-based and runs in linear time, so even hundred-thousand-entry manifests…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New-database detection with metadata fetch (foundational)  [JAH-AT91-000004]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added identifier triggers a metadata fetch: name, record count, categories, and provenance. Metadata turns a bare 'new id' into a useful expansion record. Databases whose metadata cannot be fetc…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New-database detection with metadata fetch (compounded)  [JAH-AT91-000005]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added identifier triggers a metadata fetch: name, record count, categories, and provenance. Metadata turns a bare 'new id' into a useful expansion record. Databases whose metadata cannot be fetc…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JAH-AT91-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Expansion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newly connected databases, newly added collections, and expanding resource catalogs.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https://justinahiggins614-cmyk.github.io/jah-databases/db/archive-tool-archive-expansion-detector/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https://justinahiggins614-cmyk.github.io/jah-databases-data-1/data/archive-tool-archive-expansion-detector/index.jsonl.gz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
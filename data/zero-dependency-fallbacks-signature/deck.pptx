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dependency-fallbacks-signature/" TargetMode="External"/><Relationship Id="rId3" Type="http://schemas.openxmlformats.org/officeDocument/2006/relationships/hyperlink" Target="https://justinahiggins614-cmyk.github.io/jah-databases-data-1/data/zero-dependency-fallback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Zero-Dependency Fallbacks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Tools and libraries that run with zero external dependencies — single binaries, static builds, and vendored fallbacks.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Zero-Dependency Fallbacks Database holds 15 zero-dependency fallbacks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Tools and libraries that run with zero external dependencies — single binaries, static builds, and vendored fallbacks.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SigOne-Binary  [JAH-ZDF-S-000001]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one-binary packaging sealing the app, config schema, and SBOM into a signed blob. It ships with 0 external dependencies at about 5000 KB.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SigLib-Amalgam  [JAH-ZDF-S-000002]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amalgamated Signature libraries shipping as a single audited C file. It ships with 0 external dependencies at about 800 KB.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SigShell  [JAH-ZDF-S-000003]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fallback shell with 120 builtins so scripts run with no external tools. It ships with 0 external dependencies at about 450 KB.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SigDB-Embed  [JAH-ZDF-S-000004]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an embedded key-value store with zero dependencies and crash-safe writes. It ships with 0 external dependencies at about 200 KB.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SigNet-Tiny  [JAH-ZDF-S-000005]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dependency-free TLS 1.3 client in one header for bootstrapping. It ships with 0 external dependencies at about 350 KB.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zero-dependency fallback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JAH-ZDF-S-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Fallback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Tools and libraries that run with zero external dependencies — single binaries, static builds, and vendored fallbacks.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https://justinahiggins614-cmyk.github.io/jah-databases/db/zero-dependency-fallbacks-signature/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https://justinahiggins614-cmyk.github.io/jah-databases-data-1/data/zero-dependency-fallbacks-signature/index.jsonl.gz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
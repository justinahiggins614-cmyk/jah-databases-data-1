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dit-trail-integrity-verifier-signature/" TargetMode="External"/><Relationship Id="rId3" Type="http://schemas.openxmlformats.org/officeDocument/2006/relationships/hyperlink" Target="https://justinahiggins614-cmyk.github.io/jah-databases-data-1/data/archive-toolkit-audit-trail-integrity-verifi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Audit Trail Integrity Verifier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unauthorized changes to audit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Audit Trail Integrity Verifier Database holds 15 audit trail integrity verifiers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unauthorized changes to audit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Auditor-of-auditors  [JAH-ATK266S-000001]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verifier's own checks are themselves logged in a meta-audit trail, which is verified by an independent routine. Trust in verification is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Auditor-of-auditors  [JAH-ATK266S-000002]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verifier's own checks are themselves logged in a meta-audit trail, which is verified by an independent routine. Trust in verification is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Auditor-of-auditors  [JAH-ATK266S-000003]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verifier's own checks are themselves logged in a meta-audit trail, which is verified by an independent routine. Trust in verification is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Selective disclosure proofs  [JAH-ATK266S-000004]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verifier can prove a specific entry exists in the log without revealing any other entry, using Merkle inclusion proofs over redacted trees…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Selective disclosure proofs  [JAH-ATK266S-000005]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verifier can prove a specific entry exists in the log without revealing any other entry, using Merkle inclusion proofs over redacted trees…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audit trail integrity verifier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Audit Trail Integrity Verifier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unauthorized changes to audit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https://justinahiggins614-cmyk.github.io/jah-databases/db/archive-toolkit-audit-trail-integrity-verifier-signature/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https://justinahiggins614-cmyk.github.io/jah-databases-data-1/data/archive-toolkit-audit-trail-integrity-verifier-signature/index.jsonl.gz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
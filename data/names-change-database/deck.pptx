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hange-database/" TargetMode="External"/><Relationship Id="rId3" Type="http://schemas.openxmlformats.org/officeDocument/2006/relationships/hyperlink" Target="https://justinahiggins614-cmyk.github.io/jah-databases-data-1/data/names-chang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Change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Names of releases and changes — Android desserts, Ubuntu animals, macOS landmarks and version-naming craft.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Change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releases and changes — Android desserts, Ubuntu animals, macOS landmarks and version-naming craft.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Android Cupcake — Release and Change Naming given name  [JAH-NMCD-000001]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Android Cupcake is a release name. Of Google desserts origin. Android 1.5's dessert codename, starting the sweet tradition.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Ubuntu Breezy Badger — Release and Change Naming given name  [JAH-NMCD-000002]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Ubuntu Breezy Badger is a release name. Of Canonical alliteration origin. Ubuntu 5.10's alliterative animal: breezy badger.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macOS Big Sur — Release and Change Naming given name  [JAH-NMCD-000003]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macOS Big Sur is a release name. Of Apple California origin. macOS 11's California landmark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Windows XP — Release and Change Naming given name  [JAH-NMCD-000004]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Windows XP is a release name. It means "experience", from Microsoft. Windows XP: the XP stands for experience.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Debian Buzz — Release and Change Naming given name  [JAH-NMCD-000005]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Debian Buzz is a release name. Of Toy Story origin. Debian 1.1's Toy Story character codename.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Release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releases and changes — Android desserts, Ubuntu animals, macOS landmarks and version-naming craft.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https://justinahiggins614-cmyk.github.io/jah-databases/db/names-change-database/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https://justinahiggins614-cmyk.github.io/jah-databases-data-1/data/names-change-database/index.jsonl.gz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
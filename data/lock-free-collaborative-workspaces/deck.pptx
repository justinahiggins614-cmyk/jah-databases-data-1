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ock-free-collaborative-workspaces/" TargetMode="External"/><Relationship Id="rId3" Type="http://schemas.openxmlformats.org/officeDocument/2006/relationships/hyperlink" Target="https://justinahiggins614-cmyk.github.io/jah-databases-data-1/data/lock-free-collaborative-workspac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Lock-Free Collaborative Workspaces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Many editors, zero locks: concurrent workspaces without coordination bottlenecks.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Lock-Free Collaborative Workspaces Database holds 15 lock-free collaboration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Many editors, zero locks: concurrent workspaces without coordination bottlenecks.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CRDT text editing (Yjs)  [JAH-LFC-000001]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Yjs implements the YATA CRDT for shared text: every keystroke is an operation with a unique id, and replicas merge them deterministically regardless of arrival order. Google-Docs-style collaboration…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Conflict-free task boards  [JAH-LFC-000002]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Kanban boards are natural CRDTs: cards as OR-Sets (add/remove with unique ids), columns as ordered lists, assignments as LWW registers. Two people dragging the same card concurrently resolve determin…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CRDT text editing (Yjs)  [JAH-LFC-000003]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Yjs implements the YATA CRDT for shared text: every keystroke is an operation with a unique id, and replicas merge them deterministically regardless of arrival order. Google-Docs-style collaboration…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Conflict-free task boards  [JAH-LFC-000004]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Kanban boards are natural CRDTs: cards as OR-Sets (add/remove with unique ids), columns as ordered lists, assignments as LWW registers. Two people dragging the same card concurrently resolve determin…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Tombstone-free deletion (OR-Sets)  [JAH-LFC-000005]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Naive CRDT deletion needs tombstones (remembering what was deleted) forever. Observed-Remove Sets avoid permanent tombstones: each add carries a unique tag, and remove only cancels observed tags — un…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lock-free collaboration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JAH-LFC-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Collaborative Workspace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Many editors, zero locks: concurrent workspaces without coordination bottlenecks.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https://justinahiggins614-cmyk.github.io/jah-databases/db/lock-free-collaborative-workspaces/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https://justinahiggins614-cmyk.github.io/jah-databases-data-1/data/lock-free-collaborative-workspaces/index.jsonl.gz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
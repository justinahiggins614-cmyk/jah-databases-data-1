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apanese-signature/" TargetMode="External"/><Relationship Id="rId3" Type="http://schemas.openxmlformats.org/officeDocument/2006/relationships/hyperlink" Target="https://justinahiggins614-cmyk.github.io/jah-databases-data-1/data/names-japa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Japanese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Japanese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Japanese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Japanese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Haruto 陽翔 - sound, structure, and naming power  [JAH-NMJS-000001]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Japanese masculine name Haruto 陽翔. Sound: 3 syllables, open vowels. Structure: A top-ranked modern boys' name; meaning depends on the kanji chosen.. Recorded meaning: Su…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Sakura 桜 - sound, structure, and naming power  [JAH-NMJS-000002]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Japanese feminine name Sakura 桜. Sound: 3 syllables, open vowels. Structure: Evokes spring and renewal; a classic girls' name.. Recorded meaning: Cherry blossom.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Ren 蓮 - sound, structure, and naming power  [JAH-NMJS-000003]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Japanese unisex name Ren 蓮. Sound: 1 syllables, firm consonant close. Structure: A unisex name from the lotus flower, symbol of purity.. Recorded meaning: Lotus.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Aiko 愛子 - sound, structure, and naming power  [JAH-NMJS-000004]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Japanese feminine name Aiko 愛子. Sound: 2 syllables, open vowels. Structure: Combines 'love' with the traditional -ko ending.. Recorded meaning: Beloved child. Naming pow…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Japanese naming framework  [JAH-NMJS-000005]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Japanese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Japanese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Japanese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https://justinahiggins614-cmyk.github.io/jah-databases/db/names-japanese-signature/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https://justinahiggins614-cmyk.github.io/jah-databases-data-1/data/names-japanese-signature/index.jsonl.gz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
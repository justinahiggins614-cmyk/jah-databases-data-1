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quechua/" TargetMode="External"/><Relationship Id="rId3" Type="http://schemas.openxmlformats.org/officeDocument/2006/relationships/hyperlink" Target="https://justinahiggins614-cmyk.github.io/jah-databases-data-1/data/names-quechu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Quechua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Quechua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Quechua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Quechua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Sisa — Quechua given name  [JAH-NMQ-000001]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Sisa is a feminine given name in Quechua. It means "flower", from Quechua sisa. A beloved feminine name meaning flower.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Wayra — Quechua given name  [JAH-NMQ-000002]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Wayra is a unisex given name in Quechua. It means "wind", from Quechua wayra. A name meaning wind, used for all genders.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Inti — Quechua given name  [JAH-NMQ-000003]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Inti is a masculine given name in Quechua. It means "sun", from Quechua inti. The name of the Inca sun god, given to boys.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Killa — Quechua given name  [JAH-NMQ-000004]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Killa is a feminine given name in Quechua. It means "moon", from Quechua killa. A feminine name meaning moon.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Yupanqui — Quechua given name  [JAH-NMQ-000005]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Yupanqui is a masculine given name in Quechua. It means "he who honors, he who counts", from Quechua yupay. A royal Inca name element, as in Pachacuti Yupanqui.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JAH-NMQ-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Quechua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Quechua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https://justinahiggins614-cmyk.github.io/jah-databases/db/names-quechua/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https://justinahiggins614-cmyk.github.io/jah-databases-data-1/data/names-quechua/index.jsonl.gz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
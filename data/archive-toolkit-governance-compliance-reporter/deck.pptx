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governance-compliance-reporter/" TargetMode="External"/><Relationship Id="rId3" Type="http://schemas.openxmlformats.org/officeDocument/2006/relationships/hyperlink" Target="https://justinahiggins614-cmyk.github.io/jah-databases-data-1/data/archive-toolkit-governance-compliance-report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Governance Compliance Reporter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Produces records of applied controls, violations, and unresolved compliance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Governance Compliance Reporter Database holds 15 governance compliance reporters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Produces records of applied controls, violations, and unresolved compliance gaps.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harvest — documented archive-engineering practice; method fact-checked against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Control-to-requirement mapping  [JAH-ATK280-000001]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control is mapped to the framework requirements it satisfies (SOC 2, ISO 27001, internal policy). The mapping shows coverage: which requirements have controls and which do not. Mappings are revi…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Control-to-requirement mapping  [JAH-ATK280-000002]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control is mapped to the framework requirements it satisfies (SOC 2, ISO 27001, internal policy). The mapping shows coverage: which requirements have controls and which do not. Mappings are revi…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Control-to-requirement mapping  [JAH-ATK280-000003]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control is mapped to the framework requirements it satisfies (SOC 2, ISO 27001, internal policy). The mapping shows coverage: which requirements have controls and which do not. Mappings are revi…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Violation register  [JAH-ATK280-000004]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Violations are logged with severity, owner, detection time, and evidence. The register is the single list of what went wrong; nothing is tracked in side channels. Owners acknowledge and drive remedia…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Violation register  [JAH-ATK280-000005]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Violations are logged with severity, owner, detection time, and evidence. The register is the single list of what went wrong; nothing is tracked in side channels. Owners acknowledge and drive remedia…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governance compliance reporter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JAH-ATK280-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Governance Compliance Reporter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Produces records of applied controls, violations, and unresolved compliance gaps.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https://justinahiggins614-cmyk.github.io/jah-databases/db/archive-toolkit-governance-compliance-reporter/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https://justinahiggins614-cmyk.github.io/jah-databases-data-1/data/archive-toolkit-governance-compliance-reporter/index.jsonl.gz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
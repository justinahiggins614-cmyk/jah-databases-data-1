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tool-discovery/" TargetMode="External"/><Relationship Id="rId3" Type="http://schemas.openxmlformats.org/officeDocument/2006/relationships/hyperlink" Target="https://justinahiggins614-cmyk.github.io/jah-databases-data-1/data/network-wide-tool-discove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Network-Wide Tool Discovery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Mechanisms for discovering tools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Network-Wide Tool Discovery Database holds 20 discovery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for discovering tools across a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Registry  [JAH-NWT-000001]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Central directory where tools register contracts and heartbeats. Recorded facts — Mechanism: Capability Registry; Registry: central; Lookup: indexed query. Used by agent networks and service meshes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Broadcast Advertisement  [JAH-NWT-000002]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Tools announce themselves on the local network for zero-config discovery. Recorded facts — Mechanism: Broadcast Advertisement; Registry: local; Lookup: multicast listen. Used by agent networks and 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Semantic Search  [JAH-NWT-000003]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Finds tools by meaning of the task description, not just keywords. Recorded facts — Mechanism: Semantic Search; Registry: index; Lookup: vector query. Used by agent networks and service meshes so too…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DNS-style Naming  [JAH-NWT-000004]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Hierarchical names (vision.ocr.v2) resolve to tool endpoints. Recorded facts — Mechanism: DNS-style Naming; Registry: naming; Lookup: name resolve. Used by agent networks and service meshes so tools…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DHT Lookup  [JAH-NWT-000005]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Distributed hash table spreads the directory across peers with no center. Recorded facts — Mechanism: DHT Lookup; Registry: peer; Lookup: key lookup. Used by agent networks and service meshes so tool…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Network-Wide Tool Discovery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Mechanisms for discovering tools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https://justinahiggins614-cmyk.github.io/jah-databases/db/network-wide-tool-discovery/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https://justinahiggins614-cmyk.github.io/jah-databases-data-1/data/network-wide-tool-discovery/index.jsonl.gz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
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de-migration-signature/" TargetMode="External"/><Relationship Id="rId3" Type="http://schemas.openxmlformats.org/officeDocument/2006/relationships/hyperlink" Target="https://justinahiggins614-cmyk.github.io/jah-databases-data-1/data/code-migr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Code Migration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Automated migration techniques: codemods, transpilers, and refactoring engines that move codebases forward.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Code Migration Database holds 20 code migration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Automated migration techniques: codemods, transpilers, and refactoring engines that move codebases forward.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Codemod Loom  [JAH-CODEMI-S-000001]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looms codemods from before/after examples: the weaver infers the AST transform from a handful of pairs and generalizes it safely. Writing codemods becomes demonstrating, not prog…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Migration Cartographer  [JAH-CODEMI-S-000002]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maps the entire migration as a territory: files colored by status, dependencies as roads, risky regions highlighted. The cartographer shows the critical path through the migratio…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Transpiler's Conscience  [JAH-CODEMI-S-000003]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transpiler that refuses to emit code it cannot verify equivalent, marking uncertain regions for human review instead of guessing. The conscience keeps transpilation honest. Out…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Dependency Oracle  [JAH-CODEMI-S-000004]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an oracle that predicts the migration effort for a dependency upgrade from the changelog and your usage: which breaking changes hit your code, and how hard each is. The oracle tu…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Strangler Conductor  [JAH-CODEMI-S-000005]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conducts the strangler migration like an orchestra: each slice's cutover is cued when its verification suite is green, with automatic rollback on cue failure. The conductor keeps…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code migration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JAH-CODEMI-S-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Migrator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Automated migration techniques: codemods, transpilers, and refactoring engines that move codebases forward.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https://justinahiggins614-cmyk.github.io/jah-databases/db/code-migration-signature/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https://justinahiggins614-cmyk.github.io/jah-databases-data-1/data/code-migration-signature/index.jsonl.gz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
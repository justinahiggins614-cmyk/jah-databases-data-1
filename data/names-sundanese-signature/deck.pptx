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undanese-signature/" TargetMode="External"/><Relationship Id="rId3" Type="http://schemas.openxmlformats.org/officeDocument/2006/relationships/hyperlink" Target="https://justinahiggins614-cmyk.github.io/jah-databases-data-1/data/names-sunda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Sundanese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Sundanese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Sundanese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Sundanese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Asep - sound, structure, and naming power  [JAH-NMSS2-000001]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Sundanese masculine name Asep. Sound: 2 syllables, firm consonant close. Structure: A traditional name of this language.. Recorded meaning: A classic Sundanese boys'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Dede - sound, structure, and naming power  [JAH-NMSS2-000002]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Sundanese masculine name Dede. Sound: 2 syllables, open vowels. Structure: A traditional name of this language.. Recorded meaning: A common Sundanese boys' name..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Euis - sound, structure, and naming power  [JAH-NMSS2-000003]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Sundanese feminine name Euis. Sound: 1 syllables, firm consonant close. Structure: A traditional name of this language.. Recorded meaning: A classic Sundanese girls'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Neng - sound, structure, and naming power  [JAH-NMSS2-000004]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Sundanese feminine name Neng. Sound: 1 syllables, firm consonant close. Structure: A traditional name of this language.. Recorded meaning: A term of address turned given…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Sundanese naming framework  [JAH-NMSS2-000005]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Sundanese names. Forging a new Signature name runs in four passes: sound (two to four syllables that read aloud cleanly), meaning (one plain-language gloss, never a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Sundanese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Sundanese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https://justinahiggins614-cmyk.github.io/jah-databases/db/names-sundanese-signature/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https://justinahiggins614-cmyk.github.io/jah-databases-data-1/data/names-sundanese-signature/index.jsonl.gz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
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retrieval-history-analyzer/" TargetMode="External"/><Relationship Id="rId3" Type="http://schemas.openxmlformats.org/officeDocument/2006/relationships/hyperlink" Target="https://justinahiggins614-cmyk.github.io/jah-databases-data-1/data/archive-tool-retrieval-history-analyz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Retrieval History Analyzer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Learns from previous search paths, successful queries, and failed retrieval attempts.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Retrieval History Analyzer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Learns from previous search paths, successful queries, and failed retrieval attempts.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computer-science methods literature (Retrieval History Analyzer practice); cross-checked against standard references,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Query attempt logging (foundational)  [JAH-AT66-000001]</a:t>
            </a:r>
          </a:p>
          <a:p>
            <a:pPr algn="l">
              <a:spcAft>
                <a:spcPts val="1000"/>
              </a:spcAft>
            </a:pPr>
            <a:r>
              <a:rPr sz="1400" b="0">
                <a:solidFill>
                  <a:srgbClr val="D5DBDB"/>
                </a:solidFill>
                <a:latin typeface="Calibri"/>
              </a:rPr>
              <a:t>   Every retrieval attempt is logged with the query text, the strategy used, result count, and whether the user engaged with the results. The log is the raw material for all learning; without it, the sy…</a:t>
            </a:r>
          </a:p>
          <a:p>
            <a:pPr algn="l">
              <a:spcAft>
                <a:spcPts val="200"/>
              </a:spcAft>
            </a:pPr>
            <a:r>
              <a:rPr sz="1700" b="1">
                <a:solidFill>
                  <a:srgbClr val="FFFFFF"/>
                </a:solidFill>
                <a:latin typeface="Calibri"/>
              </a:rPr>
              <a:t>2. Query attempt logging (compounded)  [JAH-AT66-000002]</a:t>
            </a:r>
          </a:p>
          <a:p>
            <a:pPr algn="l">
              <a:spcAft>
                <a:spcPts val="1000"/>
              </a:spcAft>
            </a:pPr>
            <a:r>
              <a:rPr sz="1400" b="0">
                <a:solidFill>
                  <a:srgbClr val="D5DBDB"/>
                </a:solidFill>
                <a:latin typeface="Calibri"/>
              </a:rPr>
              <a:t>   Every retrieval attempt is logged with the query text, the strategy used, result count, and whether the user engaged with the results. The log is the raw material for all learning; without it, the sy…</a:t>
            </a:r>
          </a:p>
          <a:p>
            <a:pPr algn="l">
              <a:spcAft>
                <a:spcPts val="200"/>
              </a:spcAft>
            </a:pPr>
            <a:r>
              <a:rPr sz="1700" b="1">
                <a:solidFill>
                  <a:srgbClr val="FFFFFF"/>
                </a:solidFill>
                <a:latin typeface="Calibri"/>
              </a:rPr>
              <a:t>3. Query attempt logging (production)  [JAH-AT66-000003]</a:t>
            </a:r>
          </a:p>
          <a:p>
            <a:pPr algn="l">
              <a:spcAft>
                <a:spcPts val="1000"/>
              </a:spcAft>
            </a:pPr>
            <a:r>
              <a:rPr sz="1400" b="0">
                <a:solidFill>
                  <a:srgbClr val="D5DBDB"/>
                </a:solidFill>
                <a:latin typeface="Calibri"/>
              </a:rPr>
              <a:t>   Every retrieval attempt is logged with the query text, the strategy used, result count, and whether the user engaged with the results. The log is the raw material for all learning; without it, the sy…</a:t>
            </a:r>
          </a:p>
          <a:p>
            <a:pPr algn="l">
              <a:spcAft>
                <a:spcPts val="200"/>
              </a:spcAft>
            </a:pPr>
            <a:r>
              <a:rPr sz="1700" b="1">
                <a:solidFill>
                  <a:srgbClr val="FFFFFF"/>
                </a:solidFill>
                <a:latin typeface="Calibri"/>
              </a:rPr>
              <a:t>4. Per-strategy success scoring (foundational)  [JAH-AT66-000004]</a:t>
            </a:r>
          </a:p>
          <a:p>
            <a:pPr algn="l">
              <a:spcAft>
                <a:spcPts val="1000"/>
              </a:spcAft>
            </a:pPr>
            <a:r>
              <a:rPr sz="1400" b="0">
                <a:solidFill>
                  <a:srgbClr val="D5DBDB"/>
                </a:solidFill>
                <a:latin typeface="Calibri"/>
              </a:rPr>
              <a:t>   Each strategy's success rate is its engaged-attempts over total attempts, with Laplace smoothing so new strategies start at a neutral prior instead of zero. Smoothed rates let the analyzer compare a…</a:t>
            </a:r>
          </a:p>
          <a:p>
            <a:pPr algn="l">
              <a:spcAft>
                <a:spcPts val="200"/>
              </a:spcAft>
            </a:pPr>
            <a:r>
              <a:rPr sz="1700" b="1">
                <a:solidFill>
                  <a:srgbClr val="FFFFFF"/>
                </a:solidFill>
                <a:latin typeface="Calibri"/>
              </a:rPr>
              <a:t>5. Per-strategy success scoring (compounded)  [JAH-AT66-000005]</a:t>
            </a:r>
          </a:p>
          <a:p>
            <a:pPr algn="l">
              <a:spcAft>
                <a:spcPts val="1000"/>
              </a:spcAft>
            </a:pPr>
            <a:r>
              <a:rPr sz="1400" b="0">
                <a:solidFill>
                  <a:srgbClr val="D5DBDB"/>
                </a:solidFill>
                <a:latin typeface="Calibri"/>
              </a:rPr>
              <a:t>   Each strategy's success rate is its engaged-attempts over total attempts, with Laplace smoothing so new strategies start at a neutral prior instead of zero. Smoothed rates let the analyzer compare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JAH-AT66-</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Retrieval History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Learns from previous search paths, successful queries, and failed retrieval attempts.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https://justinahiggins614-cmyk.github.io/jah-databases/db/archive-tool-retrieval-history-analyzer/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https://justinahiggins614-cmyk.github.io/jah-databases-data-1/data/archive-tool-retrieval-history-analyzer/index.jsonl.gz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
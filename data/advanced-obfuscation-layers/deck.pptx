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anced-obfuscation-layers/" TargetMode="External"/><Relationship Id="rId3" Type="http://schemas.openxmlformats.org/officeDocument/2006/relationships/hyperlink" Target="https://justinahiggins614-cmyk.github.io/jah-databases-data-1/data/advanced-obfuscation-lay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Advanced Obfuscation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Advanced Obfuscation Layers Database holds 15 code obfuscation layers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Control-flow flattening  [JAH-AOL-000001]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Flattening destroys the program's natural control flow: all basic blocks become cases in one big switch inside a dispatcher loop, with the 'next block' tracked in a state variable. The CFG becomes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String and constant encryption  [JAH-AOL-000002]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Plaintext strings ('license expired', API keys, URLs) are reverser gold. Encrypting all constants — decrypted at runtime just before use, wiped after — removes the easy landmarks. The binary's string…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Control-flow flattening  [JAH-AOL-000003]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Flattening destroys the program's natural control flow: all basic blocks become cases in one big switch inside a dispatcher loop, with the 'next block' tracked in a state variable. The CFG becomes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String and constant encryption  [JAH-AOL-000004]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Plaintext strings ('license expired', API keys, URLs) are reverser gold. Encrypting all constants — decrypted at runtime just before use, wiped after — removes the easy landmarks. The binary's string…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Mixed boolean-arithmetic (MBA) expressions  [JAH-AOL-000005]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MBA replaces simple operations with convoluted equivalents: x + y becomes a mess of XORs, ANDs, and multiplications that's provably equal but painful to simplify. Reversers' deobfuscators choke on MB…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obfuscation layer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JAH-AOL-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Obfuscation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Hiding intent: layered obfuscation that slows reverse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https://justinahiggins614-cmyk.github.io/jah-databases/db/advanced-obfuscation-layers/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https://justinahiggins614-cmyk.github.io/jah-databases-data-1/data/advanced-obfuscation-layers/index.jsonl.gz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
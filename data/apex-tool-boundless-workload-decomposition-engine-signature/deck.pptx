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boundless-workload-decomposition-engine-signature/" TargetMode="External"/><Relationship Id="rId3" Type="http://schemas.openxmlformats.org/officeDocument/2006/relationships/hyperlink" Target="https://justinahiggins614-cmyk.github.io/jah-databases-data-1/data/apex-tool-boundless-workload-decomposition-engin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Boundless Workload Decomposition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Splits oversized jobs into bounded units that can be scheduled, measured, and resumed.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Boundless Workload Decomposition Engine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Splits oversized jobs into bounded units that can be scheduled, measured, and resumed.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original work - not a public record. Demo executed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Size Prophet  [JAH-APX64S-000001]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Justin's estimator seals job size measurements before splitting.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Bound Warden  [JAH-APX64S-000002]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His warden seals the bound and every unit's compliance.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Even Splitter  [JAH-APX64S-000003]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Splits with sealed balance proofs per unit set.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Link Keeper  [JAH-APX64S-000004]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His preserver seals dependency links across units.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Overhead Ledger  [JAH-APX64S-000005]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Models overhead as sealed cost functions per job type.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JAH-APX64S-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Boundless Workload Decomposition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Splits oversized jobs into bounded units that can be scheduled, measured, and resumed.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https://justinahiggins614-cmyk.github.io/jah-databases/db/apex-tool-boundless-workload-decomposition-engine-signature/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https://justinahiggins614-cmyk.github.io/jah-databases-data-1/data/apex-tool-boundless-workload-decomposition-engine-signature/index.jsonl.gz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
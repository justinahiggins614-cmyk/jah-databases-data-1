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dynamic-archive-indexer/" TargetMode="External"/><Relationship Id="rId3" Type="http://schemas.openxmlformats.org/officeDocument/2006/relationships/hyperlink" Target="https://justinahiggins614-cmyk.github.io/jah-databases-data-1/data/archive-tool-dynamic-archive-index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Dynamic Archive Indexer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Indexes living archives: inverted indexes, live merges, ranked scoring, and fast pre-filters.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Dynamic Archive Indexer Database holds 15 indexing methods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Indexes living archives: inverted indexes, live merges, ranked scoring, and fast pre-filters.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public-harvest: established computer-science methods documented in standard literature and practice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Inverted index construction  [JAH-AT14-0001]</a:t>
            </a:r>
          </a:p>
          <a:p>
            <a:pPr algn="l">
              <a:spcAft>
                <a:spcPts val="1000"/>
              </a:spcAft>
            </a:pPr>
            <a:r>
              <a:rPr sz="1400" b="0">
                <a:solidFill>
                  <a:srgbClr val="D5DBDB"/>
                </a:solidFill>
                <a:latin typeface="Calibri"/>
              </a:rPr>
              <a:t>   An inverted index maps every term to the list of documents containing it, turning full-text search into fast dictionary lookups. Tokenize each document, then for every term append the document ID to…</a:t>
            </a:r>
          </a:p>
          <a:p>
            <a:pPr algn="l">
              <a:spcAft>
                <a:spcPts val="200"/>
              </a:spcAft>
            </a:pPr>
            <a:r>
              <a:rPr sz="1700" b="1">
                <a:solidFill>
                  <a:srgbClr val="FFFFFF"/>
                </a:solidFill>
                <a:latin typeface="Calibri"/>
              </a:rPr>
              <a:t>2. B+ tree for ordered archive keys  [JAH-AT14-0002]</a:t>
            </a:r>
          </a:p>
          <a:p>
            <a:pPr algn="l">
              <a:spcAft>
                <a:spcPts val="1000"/>
              </a:spcAft>
            </a:pPr>
            <a:r>
              <a:rPr sz="1400" b="0">
                <a:solidFill>
                  <a:srgbClr val="D5DBDB"/>
                </a:solidFill>
                <a:latin typeface="Calibri"/>
              </a:rPr>
              <a:t>   A B+ tree keeps archive keys sorted across balanced pages so range scans and ordered lookups stay fast as data grows. Keys live in leaf pages linked in order, with internal pages holding separator ke…</a:t>
            </a:r>
          </a:p>
          <a:p>
            <a:pPr algn="l">
              <a:spcAft>
                <a:spcPts val="200"/>
              </a:spcAft>
            </a:pPr>
            <a:r>
              <a:rPr sz="1700" b="1">
                <a:solidFill>
                  <a:srgbClr val="FFFFFF"/>
                </a:solidFill>
                <a:latin typeface="Calibri"/>
              </a:rPr>
              <a:t>3. Log-structured merge tree for write-heavy indexing  [JAH-AT14-0003]</a:t>
            </a:r>
          </a:p>
          <a:p>
            <a:pPr algn="l">
              <a:spcAft>
                <a:spcPts val="1000"/>
              </a:spcAft>
            </a:pPr>
            <a:r>
              <a:rPr sz="1400" b="0">
                <a:solidFill>
                  <a:srgbClr val="D5DBDB"/>
                </a:solidFill>
                <a:latin typeface="Calibri"/>
              </a:rPr>
              <a:t>   An LSM tree absorbs index writes in memory and merges them into sorted disk levels, trading read amplification for very fast writes. New postings go to an in-memory memtable; when full it flushes as…</a:t>
            </a:r>
          </a:p>
          <a:p>
            <a:pPr algn="l">
              <a:spcAft>
                <a:spcPts val="200"/>
              </a:spcAft>
            </a:pPr>
            <a:r>
              <a:rPr sz="1700" b="1">
                <a:solidFill>
                  <a:srgbClr val="FFFFFF"/>
                </a:solidFill>
                <a:latin typeface="Calibri"/>
              </a:rPr>
              <a:t>4. Delta-encoded posting lists with variable integers  [JAH-AT14-0004]</a:t>
            </a:r>
          </a:p>
          <a:p>
            <a:pPr algn="l">
              <a:spcAft>
                <a:spcPts val="1000"/>
              </a:spcAft>
            </a:pPr>
            <a:r>
              <a:rPr sz="1400" b="0">
                <a:solidFill>
                  <a:srgbClr val="D5DBDB"/>
                </a:solidFill>
                <a:latin typeface="Calibri"/>
              </a:rPr>
              <a:t>   Delta encoding stores sorted document IDs as gaps between consecutive IDs, shrinking posting lists dramatically since gaps are small numbers. Each gap is written as a variable-length integer (7 bits…</a:t>
            </a:r>
          </a:p>
          <a:p>
            <a:pPr algn="l">
              <a:spcAft>
                <a:spcPts val="200"/>
              </a:spcAft>
            </a:pPr>
            <a:r>
              <a:rPr sz="1700" b="1">
                <a:solidFill>
                  <a:srgbClr val="FFFFFF"/>
                </a:solidFill>
                <a:latin typeface="Calibri"/>
              </a:rPr>
              <a:t>5. Skip lists inside posting lists  [JAH-AT14-0005]</a:t>
            </a:r>
          </a:p>
          <a:p>
            <a:pPr algn="l">
              <a:spcAft>
                <a:spcPts val="1000"/>
              </a:spcAft>
            </a:pPr>
            <a:r>
              <a:rPr sz="1400" b="0">
                <a:solidFill>
                  <a:srgbClr val="D5DBDB"/>
                </a:solidFill>
                <a:latin typeface="Calibri"/>
              </a:rPr>
              <a:t>   Skip pointers let posting-list intersection jump over blocks of document IDs instead of scanning every entry. Every k-th posting stores a forward pointer to the posting k steps ahead; intersecting tw…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indexing method</a:t>
            </a:r>
          </a:p>
          <a:p>
            <a:pPr algn="l">
              <a:spcAft>
                <a:spcPts val="1000"/>
              </a:spcAft>
            </a:pPr>
            <a:r>
              <a:rPr sz="2000" b="0">
                <a:solidFill>
                  <a:srgbClr val="FFFFFF"/>
                </a:solidFill>
                <a:latin typeface="Calibri"/>
              </a:rPr>
              <a:t>ID prefix:  JAH-AT14-</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Indexer</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Indexes living archives: inverted indexes, live merges, ranked scoring, and fast pre-filters.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https://justinahiggins614-cmyk.github.io/jah-databases/db/archive-tool-dynamic-archive-indexer/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https://justinahiggins614-cmyk.github.io/jah-databases-data-1/data/archive-tool-dynamic-archive-indexer/index.jsonl.gz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
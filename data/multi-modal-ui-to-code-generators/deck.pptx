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ulti-modal-ui-to-code-generators/" TargetMode="External"/><Relationship Id="rId3" Type="http://schemas.openxmlformats.org/officeDocument/2006/relationships/hyperlink" Target="https://justinahiggins614-cmyk.github.io/jah-databases-data-1/data/multi-modal-ui-to-code-generato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Multi-Modal UI-to-Code Generators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From picture to product: turning screenshots, sketches, and descriptions into working interface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Multi-Modal UI-to-Code Generators Database holds 15 generators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From picture to product: turning screenshots, sketches, and descriptions into working interface code.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Screenshot Parsing  [JAH-MMU-000001]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Parses UI screenshots into structured layouts - regions, text, controls - with vision models. Parsing turns a picture of an interface into data a generator can work with.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Layout Detection  [JAH-MMU-000002]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Detects the layout structure - grids, stacks, alignment - from parsed elements. Layout understanding separates intentional structure from coincidental positioning.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Component Mapping  [JAH-MMU-000003]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Maps detected elements to real components in the design system - this rectangle is a Card, that is a PrimaryButton. Mapping grounds generation in the team's actual library.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Design-Token Extraction  [JAH-MMU-000004]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Extracts colors, spacing, and typography as design tokens from the visual input. Tokens make generated code themeable instead of hardcoding pixel values.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Responsive Inference  [JAH-MMU-000005]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Infers how the layout should adapt across screen sizes from a single design. Responsive inference turns one screenshot into a fully responsive implementation.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generator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JAH-MMU-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UI-to-Code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From picture to product: turning screenshots, sketches, and descriptions into working interface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https://justinahiggins614-cmyk.github.io/jah-databases/db/multi-modal-ui-to-code-generators/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https://justinahiggins614-cmyk.github.io/jah-databases-data-1/data/multi-modal-ui-to-code-generators/index.jsonl.gz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
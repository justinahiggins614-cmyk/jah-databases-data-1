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ialogue-to-animation-alignment/" TargetMode="External"/><Relationship Id="rId3" Type="http://schemas.openxmlformats.org/officeDocument/2006/relationships/hyperlink" Target="https://justinahiggins614-cmyk.github.io/jah-databases-data-1/data/dialogue-to-animation-alignment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Dialogue-to-Animation Alignment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Methods that synchronize animated characters with spoken dialogue.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Dialogue-to-Animation Alignment Database holds 20 alignment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Methods that synchronize animated characters with spoken dialogue.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Phoneme Forced Alignment  [JAH-DIALOG-000001]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Aligns a phoneme sequence to audio with an HMM or neural aligner, giving millisecond-accurate phoneme boundaries. Recorded facts — Method: Phoneme Forced Alignment; Input: audio + transcript; Output:…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Viseme Mapping  [JAH-DIALOG-000002]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Converts phonemes to visual mouth shapes (visemes), collapsing acoustically distinct but visually similar sounds. Recorded facts — Method: Viseme Mapping; Input: phoneme stream; Output: viseme sequen…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Lip-Sync Curve Fitting  [JAH-DIALOG-000003]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Fits smooth jaw and lip animation curves to the viseme timeline, avoiding robotic popping between poses. Recorded facts — Method: Lip-Sync Curve Fitting; Input: viseme timeline; Output: animation cur…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Prosody-to-Gesture Mapping  [JAH-DIALOG-000004]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Drives hand and body gestures from speech prosody (pitch, energy, rhythm) so movement matches vocal emphasis. Recorded facts — Method: Prosody-to-Gesture Mapping; Input: prosody features; Output: ges…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Emotion-to-Expression Transfer  [JAH-DIALOG-000005]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Maps detected vocal emotion onto facial expression parameters blended with the lip-sync layer. Recorded facts — Method: Emotion-to-Expression Transfer; Input: emotion labels; Output: expression weigh…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alignment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JAH-DIALOG-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Dialogue-to-Animation Alignment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Methods that synchronize animated characters with spoken dialogue.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https://justinahiggins614-cmyk.github.io/jah-databases/db/dialogue-to-animation-alignment/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https://justinahiggins614-cmyk.github.io/jah-databases-data-1/data/dialogue-to-animation-alignment/index.jsonl.gz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
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provenance-verification-signature/" TargetMode="External"/><Relationship Id="rId3" Type="http://schemas.openxmlformats.org/officeDocument/2006/relationships/hyperlink" Target="https://justinahiggins614-cmyk.github.io/jah-databases-data-1/data/cross-provenance-verif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Cross-Database Provenance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Cross-database provenance verification: proving where every record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Cross-Database Provenance Verification Database holds 20 provenance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Cross-database provenance verification: proving where every record came from.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Lineage Braid  [JAH-CROSSP-S-000001]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braid weaving every database's lineage thread for a record into one unbreakable cord. The braid is sealed, and any database that later edits its thread breaks the seal visibly.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Custody Chainmail  [JAH-CROSSP-S-000002]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chainmail of custody where each link is a signed handoff witnessed by a third log. Witnessed links make secret handoffs impossible, because every transfer has an independent witn…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Clock Tribunal  [JAH-CROSSP-S-000003]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tribunal that judges timestamp disputes between databases and publishes its rulings. The tribunal's rulings are final within the network, ending clock arguments with evidence. 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Seal Census  [JAH-CROSSP-S-000004]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census that counts and re-verifies every cryptographic seal in the network on a schedule. The census report names every broken or expiring seal before it becomes a trust problem.…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Receipt Vault  [JAH-CROSSP-S-000005]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vault storing every custody receipt in hash-chained, append-only order. The vault answers who-had-what-when for any record in seconds, with receipts as proof. Teaching ladder: 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provenance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JAH-CROSSP-S-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Provenance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Cross-database provenance verification: proving where every record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https://justinahiggins614-cmyk.github.io/jah-databases/db/cross-provenance-verification-signature/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https://justinahiggins614-cmyk.github.io/jah-databases-data-1/data/cross-provenance-verification-signature/index.jsonl.gz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
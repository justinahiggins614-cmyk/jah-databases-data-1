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ungarian-signature/" TargetMode="External"/><Relationship Id="rId3" Type="http://schemas.openxmlformats.org/officeDocument/2006/relationships/hyperlink" Target="https://justinahiggins614-cmyk.github.io/jah-databases-data-1/data/names-hungar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Hungarian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Hungarian style — new creations built from real Hungarian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Hungarian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Hungarian style — new creations built from real Hungarian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Hungarian Names Database from genuine Hungarian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Hungarian-style given name: Istvanor  [JAH-NMHS5-000001]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Istvanor is a Signature original Hungarian-style given name, created for the Signature Hungarian Names Database. From Istvan + or (gold?).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Hungarian-style given name: Katalinvirag  [JAH-NMHS5-000002]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Katalinvirag is a Signature original Hungarian-style given name, created for the Signature Hungarian Names Database. From Katalin + virag (flower): 'pure flower'. It is labeled a Signature creation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Hungarian-style given name: Janoshegy  [JAH-NMHS5-000003]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Janoshegy is a Signature original Hungarian-style given name, created for the Signature Hungarian Names Database. From Janos + hegy (hill).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Hungarian-style given name: Erzsebetarany  [JAH-NMHS5-000004]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Erzsebetarany is a Signature original Hungarian-style given name, created for the Signature Hungarian Names Database. From Erzsebet + arany (gold). It is labeled a Signature creation and is not a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Hungarian-style given name: Laszlovitez  [JAH-NMHS5-000005]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Laszlovitez is a Signature original Hungarian-style given name, created for the Signature Hungarian Names Database. From Laszlo + vitez (knight). It is labeled a Signature creation and is not a tradi…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Hungarian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Hungarian style — new creations built from real Hungarian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https://justinahiggins614-cmyk.github.io/jah-databases/db/names-hungarian-signature/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https://justinahiggins614-cmyk.github.io/jah-databases-data-1/data/names-hungarian-signature/index.jsonl.gz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
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mni-bar-command-center-signature/" TargetMode="External"/><Relationship Id="rId3" Type="http://schemas.openxmlformats.org/officeDocument/2006/relationships/hyperlink" Target="https://justinahiggins614-cmyk.github.io/jah-databases-data-1/data/omni-bar-command-cen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Omni-Bar Command Center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bar to command it all: command palettes, fuzzy matching, keyboard-first UX, plugin commands, and the telemetry that keeps them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Omni-Bar Command Center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bar to command it all: command palettes, fuzzy matching, keyboard-first UX, plugin commands, and the telemetry that keeps them fast.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Command palettes  [JAH-OBC-S-000001]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command palette (Ctrl/Cmd+K) lists every action in the app, searchable by name: the discoverability solution for keyboard-first users. Every command is registered with a title, shortcut, and handle…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Fuzzy command matching  [JAH-OBC-S-000002]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Command palettes match fuzzily — 'sav' finds 'File: Save', 'fsv' too — because users remember fragments, not titles. The scorer rewards word-boundary and prefix matches, consecutive runs, and short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Keyboard-first UX  [JAH-OBC-S-000003]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Keyboard-first design means every action is reachable without the mouse: shortcuts for the frequent, the palette for the rest, and visible hints everywhere. The design rules are consistency (same key…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Command registry  [JAH-OBC-S-000004]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command registry is the app's action catalog: every command registered once with id, title, icon, shortcut, precondition, and handler. Menus, palettes, toolbars, and keyboard shortcuts are all 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Context-aware commands  [JAH-OBC-S-000005]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palette shows different commands per context: with text selected, 'sort lines' appears; in a test file, 'run test' jumps to the top. Context-awareness comes from when-clauses evaluated against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JAH-OBC-S-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Omni-Bar Command Center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bar to command it all: command palettes, fuzzy matching, keyboard-first UX, plugin commands, and the telemetry that keeps them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https://justinahiggins614-cmyk.github.io/jah-databases/db/omni-bar-command-center-signature/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https://justinahiggins614-cmyk.github.io/jah-databases-data-1/data/omni-bar-command-center-signature/index.jsonl.gz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
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hmer/" TargetMode="External"/><Relationship Id="rId3" Type="http://schemas.openxmlformats.org/officeDocument/2006/relationships/hyperlink" Target="https://justinahiggins614-cmyk.github.io/jah-databases-data-1/data/names-khm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Khmer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Khmer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Khmer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Khmer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Sok សុខ - Khmer unisex given name  [JAH-NMK4-000001]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Sok (សុខ) is a unisex given name in Khmer. Meaning: Peace. Unisex; the most auspicious root.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Dara តារា - Khmer unisex given name  [JAH-NMK4-000002]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Dara (តារា) is a unisex given name in Khmer. Meaning: Star. Unisex; from Sanskrit tara.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Chan ចន្ទ - Khmer unisex given name  [JAH-NMK4-000003]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Chan (ចន្ទ) is a unisex given name in Khmer. Meaning: Moon. Unisex; from Sanskrit chandra.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Malis - Khmer feminine given name  [JAH-NMK4-000004]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Malis is a feminine given name in Khmer. Meaning: Jasmine. A graceful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Piseth - Khmer masculine given name  [JAH-NMK4-000005]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Piseth is a masculine given name in Khmer. Meaning: A classic boys'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Khmer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Khmer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https://justinahiggins614-cmyk.github.io/jah-databases/db/names-khmer/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https://justinahiggins614-cmyk.github.io/jah-databases-data-1/data/names-khmer/index.jsonl.gz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
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undanese/" TargetMode="External"/><Relationship Id="rId3" Type="http://schemas.openxmlformats.org/officeDocument/2006/relationships/hyperlink" Target="https://justinahiggins614-cmyk.github.io/jah-databases-data-1/data/names-sundane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Sundanese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Sundanese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Sundanese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Sundanese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Asep - Sundanese masculine given name  [JAH-NMS3-000001]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Asep is a masculine given name in Sundanese. Meaning: A classic Sundanese boys'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Dede - Sundanese masculine given name  [JAH-NMS3-000002]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Dede is a masculine given name in Sundanese. Meaning: A common Sundanese boys'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Euis - Sundanese feminine given name  [JAH-NMS3-000003]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Euis is a feminine given name in Sundanese. Meaning: A classic Sundanese girls'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Neng - Sundanese feminine given name  [JAH-NMS3-000004]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Neng is a feminine given name in Sundanese. Meaning: A term of address turned given name for girls..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Ujang - Sundanese masculine given name  [JAH-NMS3-000005]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Ujang is a masculine given name in Sundanese. Meaning: A common Sundanese boys' name..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Sundanese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Sundanese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https://justinahiggins614-cmyk.github.io/jah-databases/db/names-sundanese/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https://justinahiggins614-cmyk.github.io/jah-databases-data-1/data/names-sundanese/index.jsonl.gz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
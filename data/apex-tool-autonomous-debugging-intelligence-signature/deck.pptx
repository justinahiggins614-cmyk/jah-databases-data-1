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autonomous-debugging-intelligence-signature/" TargetMode="External"/><Relationship Id="rId3" Type="http://schemas.openxmlformats.org/officeDocument/2006/relationships/hyperlink" Target="https://justinahiggins614-cmyk.github.io/jah-databases-data-1/data/apex-tool-autonomous-debugging-intelligenc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Autonomous Debugging Intelligence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Reproduces failures, isolates likely causes, proposes fixes, and reruns regression tests.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Autonomous Debugging Intelligence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Reproduces failures, isolates likely causes, proposes fixes, and reruns regression tests.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Higgins, 2026. Signature record — not a public method.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Bug Cage  [JAH-APX46S-000001]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bug cage traps failures reproducibly: the bug performs on demand, behind bars, until fixed. No cage, no fix.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Essence Distiller  [JAH-APX46S-000002]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essence distiller boils failing inputs down: halve, test, halve — until only the pure trigger remains. The distillate is the diagnosis.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History Bloodhound  [JAH-APX46S-000003]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history bloodhound tracks the culprit commit by scent: bisecting the trail, testing each fork, treeing the guilty. The hunt is logarithmic.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Suspect Lineup (Code)  [JAH-APX46S-000004]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code lineup parades suspicious lines: failing runs point, the lineup ranks. The guilty line is identified.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Path Explorer  [JAH-APX46S-000005]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path explorer walks every feasible road with symbolic shoes: no path unvisited, every constraint collected. The map is complete.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JAH-APX46S-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Autonomous Debugging Intelligence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Reproduces failures, isolates likely causes, proposes fixes, and reruns regression tests.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https://justinahiggins614-cmyk.github.io/jah-databases/db/apex-tool-autonomous-debugging-intelligence-signature/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https://justinahiggins614-cmyk.github.io/jah-databases-data-1/data/apex-tool-autonomous-debugging-intelligence-signature/index.jsonl.gz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
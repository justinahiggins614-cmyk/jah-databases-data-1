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dge-replication/" TargetMode="External"/><Relationship Id="rId3" Type="http://schemas.openxmlformats.org/officeDocument/2006/relationships/hyperlink" Target="https://justinahiggins614-cmyk.github.io/jah-databases-data-1/data/edge-replic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Edge Replication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Data at the edge: CDN replication, CRDTs, gossip, vector clocks, and conflict resolution — how copies stay useful when the network doesn't cooperate.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Edge Replication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Data at the edge: CDN replication, CRDTs, gossip, vector clocks, and conflict resolution — how copies stay useful when the network doesn't cooperate.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Read replicas  [JAH-EDGERE-000001]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Read replicas are copies of the data that serve reads while the primary handles writes — the simplest way to scale read throughput. Replication lag means a replica can serve slightly stale data; appl…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Eventual consistency  [JAH-EDGERE-000002]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Eventual consistency promises that if writes stop, all replicas converge to the same value — without promising when. It trades immediate agreement for availability and speed: every replica accepts wr…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Vector clocks  [JAH-EDGERE-000003]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Vector clocks track causality across replicas: each replica keeps a counter per node, and comparing two clocks tells you whether one write happened before the other or they are concurrent. Concurrent…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Gossip protocols  [JAH-EDGERE-000004]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Gossip spreads information like a rumor: each node periodically picks a random peer and exchanges state. Coverage grows exponentially — a message reaches all N nodes in about log(N) rounds — and no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CRDTs  [JAH-EDGERE-000005]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Conflict-free replicated data types are data structures whose concurrent updates always merge to the same result, no coordination needed: G-Counters only increment, OR-Sets track adds with unique tag…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JAH-EDGERE-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Edge Replication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Data at the edge: CDN replication, CRDTs, gossip, vector clocks, and conflict resolution — how copies stay useful when the network doesn't cooperate.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https://justinahiggins614-cmyk.github.io/jah-databases/db/edge-replication/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https://justinahiggins614-cmyk.github.io/jah-databases-data-1/data/edge-replication/index.jsonl.gz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
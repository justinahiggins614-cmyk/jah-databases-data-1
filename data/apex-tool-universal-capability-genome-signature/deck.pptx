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capability-genome-signature/" TargetMode="External"/><Relationship Id="rId3" Type="http://schemas.openxmlformats.org/officeDocument/2006/relationships/hyperlink" Target="https://justinahiggins614-cmyk.github.io/jah-databases-data-1/data/apex-tool-universal-capability-genom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Capability Genome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 machine-readable genome for every tool, model, and database — what it can do, encoded.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Capability Genome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 machine-readable genome for every tool, model, and database — what it can do, encoded.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Reading the Genes  [JAH-APX81S-000001]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gene-reader does not trust marketing — it reads docs, interfaces, and tests, and writes down what a component can actually do.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The Codex  [JAH-APX81S-000002]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Signature genome follows the codex: abilities, dependencies, interfaces, verified limits — no field optional, no weasel words.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Verified Limits as Law  [JAH-APX81S-000003]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codex demands limits: what the tool cannot do, proven by test. A genome without limits is a genome not finished.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The Hall of Genomes  [JAH-APX81S-000004]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sequenced genome is kept in the hall, versioned forever. History is how drift gets caught.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Kinship  [JAH-APX81S-000005]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kinship engine finds family resemblances: tools that overlap, tools that complement, tools that are secretly the same idea twice.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Capability Genome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 machine-readable genome for every tool, model, and database — what it can do, encoded.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https://justinahiggins614-cmyk.github.io/jah-databases/db/apex-tool-universal-capability-genome-signature/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https://justinahiggins614-cmyk.github.io/jah-databases-data-1/data/apex-tool-universal-capability-genome-signature/index.jsonl.gz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
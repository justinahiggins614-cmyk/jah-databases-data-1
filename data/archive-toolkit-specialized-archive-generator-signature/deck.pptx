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pecialized-archive-generator-signature/" TargetMode="External"/><Relationship Id="rId3" Type="http://schemas.openxmlformats.org/officeDocument/2006/relationships/hyperlink" Target="https://justinahiggins614-cmyk.github.io/jah-databases-data-1/data/archive-toolkit-specialized-archive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Specialized Archive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a new searchable collection for a defined topic or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Specialized Archive Generator Database holds 15 archive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 new searchable collection for a defined topic or purpose.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Archive Generation: Signature Charter (Foundation)  [JAH-ATK285S-00001]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Archive Generation: Signature Charter (Operation)  [JAH-ATK285S-00002]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Archive Generation: Signature Charter (Mastery)  [JAH-ATK285S-00003]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Archive Generation: Signature Card Catalog (Foundation)  [JAH-ATK285S-00004]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Archive Generation: Signature Card Catalog (Operation)  [JAH-ATK285S-00005]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Archive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 new searchable collection for a defined topic or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https://justinahiggins614-cmyk.github.io/jah-databases/db/archive-toolkit-specialized-archive-generator-signature/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https://justinahiggins614-cmyk.github.io/jah-databases-data-1/data/archive-toolkit-specialized-archive-generator-signature/index.jsonl.gz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
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estion-routing/" TargetMode="External"/><Relationship Id="rId3" Type="http://schemas.openxmlformats.org/officeDocument/2006/relationships/hyperlink" Target="https://justinahiggins614-cmyk.github.io/jah-databases-data-1/data/question-rout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Question Routing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Rules that send each question to the right handler — patterns, destinations, thresholds, and fallbacks.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Question Routing Database holds 20 question routing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Rules that send each question to the right handler — patterns, destinations, thresholds, and fallbacks.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Billing keyword route  [JAH-QUESTI-000001]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Questions containing billing words go straight to the billing handler. Simple, fast, and right 98% of the time for this vocabulary.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Password-reset intent classification  [JAH-QUESTI-000002]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intent classifier detects account-recovery intent even when the wording varies. "locked out" and "cannot sign in" both route to recovery.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Order entity routing  [JAH-QUESTI-000003]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Questions mentioning an order number route to the order handler with the entity extracted. The handler looks up the order before answering.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Load-balanced support routing  [JAH-QUESTI-000004]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General questions spread across the support pool by least-loaded agent. Routing is by capacity, not by content.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Fallback for unrecognized questions  [JAH-QUESTI-000005]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no route scores above threshold, the question goes to the fallback handler, which asks a clarifying question instead of guessing.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question routing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JAH-QUESTI-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Question Routing Dispatcher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Rules that send each question to the right handler — patterns, destinations, thresholds, and fallbacks.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https://justinahiggins614-cmyk.github.io/jah-databases/db/question-routing/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https://justinahiggins614-cmyk.github.io/jah-databases-data-1/data/question-routing/index.jsonl.gz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
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ord-pagination-controller/" TargetMode="External"/><Relationship Id="rId3" Type="http://schemas.openxmlformats.org/officeDocument/2006/relationships/hyperlink" Target="https://justinahiggins614-cmyk.github.io/jah-databases-data-1/data/archive-toolkit-record-pagination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Record Pagination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Record Pagination Controller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Offset/limit pagination — Record Pagination Controller  [JAH-ATK124-00001]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OFFSET skips rows and LIMIT takes a page; page p of size s is OFFSET (p-1)*s LIMIT s. It is simple and universal across SQL databases. Offset pagination underlies most list UIs.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Total-count queries — Record Pagination Controller  [JAH-ATK124-00002]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'Page 2 of 47' needs the total, usually from COUNT(*) over the same filters. Counts can be expensive; estimates or cached counts often suffice. Showing totals trades one extra query for user orientat…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Page-window rendering — Record Pagination Controller  [JAH-ATK124-00003]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UIs show a window of page numbers around the current page (1 ... 4 5 6 ... 47). Windows keep navigation compact on huge result sets. Ellipses mark the skipped ranges.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Unstable offsets — Record Pagination Controller  [JAH-ATK124-00004]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Inserts and deletes shift offsets, so page 2 may repeat or skip rows. Offset pagination assumes a stable snapshot. Live datasets need cursor pagination for stability.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Deep-offset cost — Record Pagination Controller  [JAH-ATK124-00005]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OFFSET 100000 still scans and discards 100000 rows; cost grows with page number. Deep pages are the classic pagination performance cliff. Seek-based methods fix deep offsets.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Record Pagination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large result sets in controlled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https://justinahiggins614-cmyk.github.io/jah-databases/db/archive-toolkit-record-pagination-controller/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https://justinahiggins614-cmyk.github.io/jah-databases-data-1/data/archive-toolkit-record-pagination-controller/index.jsonl.gz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
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target-bundlers/" TargetMode="External"/><Relationship Id="rId3" Type="http://schemas.openxmlformats.org/officeDocument/2006/relationships/hyperlink" Target="https://justinahiggins614-cmyk.github.io/jah-databases-data-1/data/multi-target-bundl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Multi-Target Bundlers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Bundle code for every target — JavaScript bundlers and their code-splitting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Multi-Target Bundlers Database holds 15 bundlers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Bundle code for every target — JavaScript bundlers and their code-splitting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webpack  [JAH-MTB-000001]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configurable giant: loaders, plugins, and module federation. Targets: web/node/workers. Splitting: dynamic import + splitChunks. Speed: slow, thorough.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Rollup  [JAH-MTB-000002]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ES-module-first bundler famous for clean tree-shaken libraries. Targets: web/node. Splitting: manual + dynamic chunks. Speed: medium.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esbuild  [JAH-MTB-000003]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Go-written bundler 10-100x faster than JS-based ones. Targets: web/node. Splitting: code splitting. Speed: extremely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Vite  [JAH-MTB-000004]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Dev via native ESM, build via Rollup; the modern default. Targets: web. Splitting: rollup chunks. Speed: fast dev.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Parcel  [JAH-MTB-000005]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Zero-config bundler with automatic transforms and caching. Targets: web/node. Splitting: automatic. Speed: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bundler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JAH-MTB-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Bundler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Bundle code for every target — JavaScript bundlers and their code-splitting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https://justinahiggins614-cmyk.github.io/jah-databases/db/multi-target-bundlers/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https://justinahiggins614-cmyk.github.io/jah-databases-data-1/data/multi-target-bundlers/index.jsonl.gz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
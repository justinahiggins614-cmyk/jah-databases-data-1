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al-time-interrupt-handlers/" TargetMode="External"/><Relationship Id="rId3" Type="http://schemas.openxmlformats.org/officeDocument/2006/relationships/hyperlink" Target="https://justinahiggins614-cmyk.github.io/jah-databases-data-1/data/real-time-interrupt-handl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Real-Time Interrupt Handlers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Responding to hardware on time, every time: interrupt design, priorities, latency budgets, and storm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Real-Time Interrupt Handlers Database holds 15 interrupt handlers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Responding to hardware on time, every time: interrupt design, priorities, latency budgets, and storm protection.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ISR Design  [JAH-RTI-000001]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Writes interrupt service routines that do the minimum - acknowledge, capture, defer the rest - keeping interrupt context short. Good ISRs are measured in microseconds; everything else belongs in defe…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Priority Levels  [JAH-RTI-000002]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Assigns each interrupt a priority so urgent events preempt less urgent ones deterministically. Thoughtful priority assignment is the core design act of a real-time system.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Nested Interrupts  [JAH-RTI-000003]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Allows higher-priority interrupts to preempt lower-priority handlers, keeping critical events responsive even during long ISRs. Nesting needs careful stack sizing since preemption depth multiplies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Latency Budgets  [JAH-RTI-000004]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Budgets the total time from hardware event to handler response, allocating slices to hardware, ISR, and deferred work. Budgets make latency a contract: measured, tested, and guaranteed.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Deferred Work  [JAH-RTI-000005]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Pushes heavy processing out of interrupt context into tasklets, workqueues, or threads that run later. Deferred work keeps ISRs short while still handling complex events completely.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interrupt handler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JAH-RTI-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Interrupt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Responding to hardware on time, every time: interrupt design, priorities, latency budgets, and storm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https://justinahiggins614-cmyk.github.io/jah-databases/db/real-time-interrupt-handlers/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https://justinahiggins614-cmyk.github.io/jah-databases-data-1/data/real-time-interrupt-handlers/index.jsonl.gz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
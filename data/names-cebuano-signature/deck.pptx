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ebuano-signature/" TargetMode="External"/><Relationship Id="rId3" Type="http://schemas.openxmlformats.org/officeDocument/2006/relationships/hyperlink" Target="https://justinahiggins614-cmyk.github.io/jah-databases-data-1/data/names-cebuano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Cebuano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Cebuano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Cebuano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Cebuano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Juan - sound, structure, and naming power  [JAH-NMCS2-000001]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Cebuano masculine name Juan. Sound: 1 syllables, firm consonant close. Structure: A traditional name of this language.. Recorded meaning: God is gracious.. Naming power:…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Maria - sound, structure, and naming power  [JAH-NMCS2-000002]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Cebuano feminine name Maria. Sound: 2 syllables, open vowels. Structure: A traditional name of this language.. Recorded meaning: Beloved.. Naming power: the name is shor…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Jose - sound, structure, and naming power  [JAH-NMCS2-000003]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Cebuano masculine name Jose. Sound: 2 syllables, open vowels. Structure: A traditional name of this language.. Recorded meaning: God will increase.. Naming power: the 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Rosa - sound, structure, and naming power  [JAH-NMCS2-000004]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Cebuano feminine name Rosa. Sound: 2 syllables, open vowels. Structure: A traditional name of this language.. Recorded meaning: Rose.. Naming power: the name is short,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Cebuano naming framework  [JAH-NMCS2-000005]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Cebuano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Cebuano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Cebuano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https://justinahiggins614-cmyk.github.io/jah-databases/db/names-cebuano-signature/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https://justinahiggins614-cmyk.github.io/jah-databases-data-1/data/names-cebuano-signature/index.jsonl.gz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
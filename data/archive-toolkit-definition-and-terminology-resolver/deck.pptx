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efinition-and-terminology-resolver/" TargetMode="External"/><Relationship Id="rId3" Type="http://schemas.openxmlformats.org/officeDocument/2006/relationships/hyperlink" Target="https://justinahiggins614-cmyk.github.io/jah-databases-data-1/data/archive-toolkit-definition-and-terminology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Definition and Terminology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Definition and Terminology Resolver Database holds 15 terminology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Definition and Terminology Resolver: a plain-language overview  [JAH-ATK177-000001]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Definition and Terminology Resolver does and why archives need it. A definition and terminology resolver figures out which meaning of a word you mean. 'Kernel' is a seed to a farme…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Definition and Terminology Resolver works  [JAH-ATK177-000002]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Definition and Terminology Resolver does and why archives need it. Real resolvers harvest definitions with patterns ('X is defined as...', 'X refers to...', glossary entries) and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Definition and Terminology Resolver works: the deep tour  [JAH-ATK177-000003]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Definition and Terminology Resolver does and why archives need it. Real resolvers harvest definitions with patterns ('X is defined as...', 'X refers to...', glossary entries) and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Definition-pattern harvesting: the simple idea  [JAH-ATK177-000004]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definition-pattern harvesting - how it works inside the Definition and Terminology Resolver. A definition and terminology resolver figures out which meaning of a word you mean. 'Kernel'…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Definition-pattern harvesting in practice  [JAH-ATK177-000005]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definition-pattern harvesting - how it works inside the Definition and Terminology Resolver. Real resolvers harvest definitions with patterns ('X is defined as...', 'X refers to...', glo…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terminology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Term Resolver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Decides which meaning of a term applies in each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https://justinahiggins614-cmyk.github.io/jah-databases/db/archive-toolkit-definition-and-terminology-resolver/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https://justinahiggins614-cmyk.github.io/jah-databases-data-1/data/archive-toolkit-definition-and-terminology-resolver/index.jsonl.gz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
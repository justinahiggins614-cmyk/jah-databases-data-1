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archive-address-resolver/" TargetMode="External"/><Relationship Id="rId3" Type="http://schemas.openxmlformats.org/officeDocument/2006/relationships/hyperlink" Target="https://justinahiggins614-cmyk.github.io/jah-databases-data-1/data/archive-tool-archive-address-resolv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Archive Address Resolver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Translates logical file identities into their current physical or remote locations.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Archive Address Resolver Database holds 15 tool profiles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Translates logical file identities into their current physical or remote locations.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archive-intelligence tools program, lane T2a — public methods from established computer-science practice.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Logical-to-Physical Mapping — Core Method  [JAH-AT16-000001]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Archives outlive their storage: files migrate from disk to disk while their logical identity stays fixed, so a mapping table translates the stable logical name to wherever the bytes live today. The 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Logical-to-Physical Mapping — Compounded Pattern  [JAH-AT16-000002]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Archives outlive their storage: files migrate from disk to disk while their logical identity stays fixed, so a mapping table translates the stable logical name to wherever the bytes live today. The 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Logical-to-Physical Mapping — Full-System Integration  [JAH-AT16-000003]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Archives outlive their storage: files migrate from disk to disk while their logical identity stays fixed, so a mapping table translates the stable logical name to wherever the bytes live today. The 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Indirection Chains — Core Method  [JAH-AT16-000004]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Sometimes resolution takes several hops: a logical name points to an alias, the alias points to a replica set, the replica set points to the live node. The resolver follows these chains hop by hop wi…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Indirection Chains — Compounded Pattern  [JAH-AT16-000005]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Sometimes resolution takes several hops: a logical name points to an alias, the alias points to a replica set, the replica set points to the live node. The resolver follows these chains hop by hop wi…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tool profile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JAH-AT16-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Address Resolver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Translates logical file identities into their current physical or remote locations.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https://justinahiggins614-cmyk.github.io/jah-databases/db/archive-tool-archive-address-resolver/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https://justinahiggins614-cmyk.github.io/jah-databases-data-1/data/archive-tool-archive-address-resolver/index.jsonl.gz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
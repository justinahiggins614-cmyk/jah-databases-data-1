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cheduled-navigation/" TargetMode="External"/><Relationship Id="rId3" Type="http://schemas.openxmlformats.org/officeDocument/2006/relationships/hyperlink" Target="https://justinahiggins614-cmyk.github.io/jah-databases-data-1/data/archive-toolkit-scheduled-navi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Scheduled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Revisits specified databases on a defined schedule to discover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Scheduled navigation Database holds 15 navigation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Revisits specified databases on a defined schedule to discover updates.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Scheduled Navigation: Schedule Specification (Foundation)  [JAH-ATK308-00001]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Scheduled Navigation: Schedule Specification (Operation)  [JAH-ATK308-00002]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Scheduled Navigation: Schedule Specification (Mastery)  [JAH-ATK308-00003]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Scheduled Navigation: Due Selection (Foundation)  [JAH-ATK308-00004]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Scheduled Navigation: Due Selection (Operation)  [JAH-ATK308-00005]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Scheduled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Revisits specified databases on a defined schedule to discover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https://justinahiggins614-cmyk.github.io/jah-databases/db/archive-toolkit-scheduled-navigation/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https://justinahiggins614-cmyk.github.io/jah-databases-data-1/data/archive-toolkit-scheduled-navigation/index.jsonl.gz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
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ractive-simulation-test-signature/" TargetMode="External"/><Relationship Id="rId3" Type="http://schemas.openxmlformats.org/officeDocument/2006/relationships/hyperlink" Target="https://justinahiggins614-cmyk.github.io/jah-databases-data-1/data/interactive-simulation-tes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Interactive Simulation Test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test types that prove interactive simulations behave correctly.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Interactive Simulation Test Database holds 20 simulation tests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test types that prove interactive simulations behave correctly.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Model-in-the-Loop  [JAH-IST-S-000001]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Tests the control or AI model against a plant model before any code is written. Recorded facts — Test: Model-in-the-Loop; Level: design; Verdict basis: model requirements met. 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Software-in-the-Loop  [JAH-IST-S-000002]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Runs the actual software build against the simulated plant to catch integration bugs. Recorded facts — Test: Software-in-the-Loop; Level: integration; Verdict basis: no interface…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Hardware-in-the-Loop  [JAH-IST-S-000003]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Connects real controllers and sensors to the simulator for timing-accurate testing. Recorded facts — Test: Hardware-in-the-Loop; Level: system; Verdict basis: real-time deadlines…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Human-in-the-Loop  [JAH-IST-S-000004]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Puts real operators in the sim to validate usability and workload. Recorded facts — Test: Human-in-the-Loop; Level: operations; Verdict basis: operator acceptance. Used by simulat…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Scenario Coverage Test  [JAH-IST-S-000005]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Measures what fraction of the scenario catalog the sim actually exercises. Recorded facts — Test: Scenario Coverage Test; Level: coverage; Verdict basis: coverage &gt;= target. Used…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simulation test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JAH-IST-S-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Interactive Simulation Test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test types that prove interactive simulations behave correctly.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https://justinahiggins614-cmyk.github.io/jah-databases/db/interactive-simulation-test-signature/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https://justinahiggins614-cmyk.github.io/jah-databases-data-1/data/interactive-simulation-test-signature/index.jsonl.gz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
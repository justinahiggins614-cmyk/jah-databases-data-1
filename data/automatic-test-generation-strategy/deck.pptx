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utomatic-test-generation-strategy/" TargetMode="External"/><Relationship Id="rId3" Type="http://schemas.openxmlformats.org/officeDocument/2006/relationships/hyperlink" Target="https://justinahiggins614-cmyk.github.io/jah-databases-data-1/data/automatic-test-generation-strategy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Automatic Test Generation Strategy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Strategies that write the tests themselves — input models, oracles, coverage goals, and worked examples.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Automatic Test Generation Strategy Database holds 20 test generation strategys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Strategies that write the tests themselves — input models, oracles, coverage goals, and worked examples.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records organized in the Signature system — fact-checked public knowledge.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Coverage-guided fuzzing for a JSON parser  [JAH-ATG-000001]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coverage-guided fuzzer found 14 crash inputs in a JSON parser in 48 hours, including a deeply nested array that blew the recursion budget. The corpus now seeds every CI run.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Property-based testing for a sort routine  [JAH-ATG-000002]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Instead of example tests, the sort routine is tested against properties: output is sorted, output is a permutation of input, and sorting twice is idempotent. Shrinking found a minimal failing case in…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Model-based testing for an elevator controller  [JAH-ATG-000003]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state-machine model of the elevator generates sequences of button presses; the implementation must match the model after every step. Found a door-interlock race the manual tests missed.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Mutation testing for a discount engine  [JAH-ATG-000004]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Mutants were seeded into the discount engine; the suite killed 97% of them. The surviving 3% revealed untested boundary conditions around tier thresholds.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Combinatorial testing for a config matrix  [JAH-ATG-000005]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product has 6 config flags with 3 values each — 729 combinations. Pairwise combinatorial testing cut it to 28 cases while covering every pair interaction, catching a TLS+cache bug.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test generation strategy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JAH-ATG-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Test Generation Strategist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Strategies that write the tests themselves — input models, oracles, coverage goals, and worked examples.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https://justinahiggins614-cmyk.github.io/jah-databases/db/automatic-test-generation-strategy/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https://justinahiggins614-cmyk.github.io/jah-databases-data-1/data/automatic-test-generation-strategy/index.jsonl.gz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
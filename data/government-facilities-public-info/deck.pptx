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government-facilities-public-info/" TargetMode="External"/><Relationship Id="rId3" Type="http://schemas.openxmlformats.org/officeDocument/2006/relationships/hyperlink" Target="https://justinahiggins614-cmyk.github.io/jah-databases-data-1/data/government-facilities-public-info/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Government Facilities Public Info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Government facilities: public-records-only visitor and history info.</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Government Facilities Public Info Database holds 15 facility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Government facilities: public-records-only visitor and history info.</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reference: official government-published visitor guides and public records; verified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The White House — Public Tours  [JAH-GOVF-000001]</a:t>
            </a:r>
          </a:p>
          <a:p>
            <a:pPr algn="l">
              <a:spcAft>
                <a:spcPts val="1000"/>
              </a:spcAft>
            </a:pPr>
            <a:r>
              <a:rPr sz="1400" b="0">
                <a:solidFill>
                  <a:srgbClr val="D5DBDB"/>
                </a:solidFill>
                <a:latin typeface="Calibri"/>
              </a:rPr>
              <a:t>   The White House at 1600 Pennsylvania Avenue NW, Washington, D.C., is the president's residence and office, built 1792-1800 to James Hoban's design and burned by the British in 1814. Public tours of t…</a:t>
            </a:r>
          </a:p>
          <a:p>
            <a:pPr algn="l">
              <a:spcAft>
                <a:spcPts val="200"/>
              </a:spcAft>
            </a:pPr>
            <a:r>
              <a:rPr sz="1700" b="1">
                <a:solidFill>
                  <a:srgbClr val="FFFFFF"/>
                </a:solidFill>
                <a:latin typeface="Calibri"/>
              </a:rPr>
              <a:t>2. U.S. Capitol Visitor Center  [JAH-GOVF-000002]</a:t>
            </a:r>
          </a:p>
          <a:p>
            <a:pPr algn="l">
              <a:spcAft>
                <a:spcPts val="1000"/>
              </a:spcAft>
            </a:pPr>
            <a:r>
              <a:rPr sz="1400" b="0">
                <a:solidFill>
                  <a:srgbClr val="D5DBDB"/>
                </a:solidFill>
                <a:latin typeface="Calibri"/>
              </a:rPr>
              <a:t>   The U.S. Capitol Visitor Center is the public entrance to the Capitol building, offering free guided tours of the Rotunda, National Statuary Hall, and the crypt, booked through visitthecapitol.gov. T…</a:t>
            </a:r>
          </a:p>
          <a:p>
            <a:pPr algn="l">
              <a:spcAft>
                <a:spcPts val="200"/>
              </a:spcAft>
            </a:pPr>
            <a:r>
              <a:rPr sz="1700" b="1">
                <a:solidFill>
                  <a:srgbClr val="FFFFFF"/>
                </a:solidFill>
                <a:latin typeface="Calibri"/>
              </a:rPr>
              <a:t>3. Smithsonian National Air and Space Museum  [JAH-GOVF-000003]</a:t>
            </a:r>
          </a:p>
          <a:p>
            <a:pPr algn="l">
              <a:spcAft>
                <a:spcPts val="1000"/>
              </a:spcAft>
            </a:pPr>
            <a:r>
              <a:rPr sz="1400" b="0">
                <a:solidFill>
                  <a:srgbClr val="D5DBDB"/>
                </a:solidFill>
                <a:latin typeface="Calibri"/>
              </a:rPr>
              <a:t>   The National Air and Space Museum on the National Mall holds the Wright Flyer, the Spirit of St. Louis, and the Apollo 11 command module Columbia, with free admission as with all Smithsonian museums.…</a:t>
            </a:r>
          </a:p>
          <a:p>
            <a:pPr algn="l">
              <a:spcAft>
                <a:spcPts val="200"/>
              </a:spcAft>
            </a:pPr>
            <a:r>
              <a:rPr sz="1700" b="1">
                <a:solidFill>
                  <a:srgbClr val="FFFFFF"/>
                </a:solidFill>
                <a:latin typeface="Calibri"/>
              </a:rPr>
              <a:t>4. Library of Congress — Public Reading Rooms  [JAH-GOVF-000004]</a:t>
            </a:r>
          </a:p>
          <a:p>
            <a:pPr algn="l">
              <a:spcAft>
                <a:spcPts val="1000"/>
              </a:spcAft>
            </a:pPr>
            <a:r>
              <a:rPr sz="1400" b="0">
                <a:solidFill>
                  <a:srgbClr val="D5DBDB"/>
                </a:solidFill>
                <a:latin typeface="Calibri"/>
              </a:rPr>
              <a:t>   The Library of Congress Thomas Jefferson Building offers free public access to its Main Reading Room (with a reader card) and guided tours of the building's art and architecture. Founded in 1800, it…</a:t>
            </a:r>
          </a:p>
          <a:p>
            <a:pPr algn="l">
              <a:spcAft>
                <a:spcPts val="200"/>
              </a:spcAft>
            </a:pPr>
            <a:r>
              <a:rPr sz="1700" b="1">
                <a:solidFill>
                  <a:srgbClr val="FFFFFF"/>
                </a:solidFill>
                <a:latin typeface="Calibri"/>
              </a:rPr>
              <a:t>5. National Archives Museum  [JAH-GOVF-000005]</a:t>
            </a:r>
          </a:p>
          <a:p>
            <a:pPr algn="l">
              <a:spcAft>
                <a:spcPts val="1000"/>
              </a:spcAft>
            </a:pPr>
            <a:r>
              <a:rPr sz="1400" b="0">
                <a:solidFill>
                  <a:srgbClr val="D5DBDB"/>
                </a:solidFill>
                <a:latin typeface="Calibri"/>
              </a:rPr>
              <a:t>   The National Archives Museum in Washington, D.C., publicly displays the Declaration of Independence, the Constitution, and the Bill of Rights in the Rotunda. Admission is free; timed entry tickets 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facility record</a:t>
            </a:r>
          </a:p>
          <a:p>
            <a:pPr algn="l">
              <a:spcAft>
                <a:spcPts val="1000"/>
              </a:spcAft>
            </a:pPr>
            <a:r>
              <a:rPr sz="2000" b="0">
                <a:solidFill>
                  <a:srgbClr val="FFFFFF"/>
                </a:solidFill>
                <a:latin typeface="Calibri"/>
              </a:rPr>
              <a:t>ID prefix:  JAH-GOVF-</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Facility Archivist</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Government facilities: public-records-only visitor and history info.</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https://justinahiggins614-cmyk.github.io/jah-databases/db/government-facilities-public-info/</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https://justinahiggins614-cmyk.github.io/jah-databases-data-1/data/government-facilities-public-info/index.jsonl.gz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
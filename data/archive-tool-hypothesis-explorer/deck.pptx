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hypothesis-explorer/" TargetMode="External"/><Relationship Id="rId3" Type="http://schemas.openxmlformats.org/officeDocument/2006/relationships/hyperlink" Target="https://justinahiggins614-cmyk.github.io/jah-databases-data-1/data/archive-tool-hypothesis-explor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Hypothesis Explorer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Generates competing explanations and retrieves evidence that could support or refute them. This tool builds evidence-backed competing explanations; it does not design experiments, which is the hypothesis-experiment-gene…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Hypothesis Explorer Database holds 15 archive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Generates competing explanations and retrieves evidence that could support or refute them. This tool builds evidence-backed competing explanations; it does not design experiments, which is the hypothesis-experiment-generator's job.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computer-science methods literature (Hypothesis Explorer practice); cross-checked against standard references,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Competing hypothesis generation (foundational)  [JAH-AT74-000001]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For a puzzling observation, the explorer generates multiple competing explanations, deliberately including ones that contradict the current favorite. Generation is seeded from known mechanism familie…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Competing hypothesis generation (compounded)  [JAH-AT74-000002]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For a puzzling observation, the explorer generates multiple competing explanations, deliberately including ones that contradict the current favorite. Generation is seeded from known mechanism familie…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Competing hypothesis generation (production)  [JAH-AT74-000003]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For a puzzling observation, the explorer generates multiple competing explanations, deliberately including ones that contradict the current favorite. Generation is seeded from known mechanism familie…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Evidence retrieval for and against each (foundational)  [JAH-AT74-000004]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Each hypothesis gets its own evidence search: queries are phrased to find both supporting and refuting records. A hypothesis that only ever seeks confirmation is flagged for confirmation bias. The ex…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Evidence retrieval for and against each (compounded)  [JAH-AT74-000005]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Each hypothesis gets its own evidence search: queries are phrased to find both supporting and refuting records. A hypothesis that only ever seeks confirmation is flagged for confirmation bias. The ex…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archive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JAH-AT74-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Hypothesis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Generates competing explanations and retrieves evidence that could support or refute them. This tool builds evidence-backed competing explanations; it does not design experiments, which is the hypothesis-experiment-gene…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https://justinahiggins614-cmyk.github.io/jah-databases/db/archive-tool-hypothesis-explorer/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https://justinahiggins614-cmyk.github.io/jah-databases-data-1/data/archive-tool-hypothesis-explorer/index.jsonl.gz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
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awadhi-signature/" TargetMode="External"/><Relationship Id="rId3" Type="http://schemas.openxmlformats.org/officeDocument/2006/relationships/hyperlink" Target="https://justinahiggins614-cmyk.github.io/jah-databases-data-1/data/names-awadhi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Awadhi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Original Signature names in the Awadhi style — new creations built from real Awadhi word-roots,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Awadhi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names in the Awadhi style — new creations built from real Awadhi word-roots, clearly labeled Signature.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original: a new name created for the Signature Awadhi Names Database from genuine Awadhi word-roots. Labeled a Signature creation; not a traditional name.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Awadhi-style given name: Ramsita  [JAH-NMAS5-000001]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Ramsita is a Signature original Awadhi-style given name, created for the Signature Awadhi Names Database. From Ram + Sita. It is labeled a Signature creation and is not a traditional Awadhi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Awadhi-style given name: Mohangita  [JAH-NMAS5-000002]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Mohangita is a Signature original Awadhi-style given name, created for the Signature Awadhi Names Database. From Mohan + Gita: 'enchanting song'. It is labeled a Signature creation and is not a tradi…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Awadhi-style given name: Sitadevi  [JAH-NMAS5-000003]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Sitadevi is a Signature original Awadhi-style given name, created for the Signature Awadhi Names Database. From Sita + Devi. It is labeled a Signature creation and is not a traditional Awadhi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Awadhi-style given name: Ramkishore  [JAH-NMAS5-000004]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Ramkishore is a Signature original Awadhi-style given name, created for the Signature Awadhi Names Database. From Ram + Kishore. It is labeled a Signature creation and is not a traditional Awadhi nam…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Awadhi-style given name: Gitamohan  [JAH-NMAS5-000005]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Gitamohan is a Signature original Awadhi-style given name, created for the Signature Awadhi Names Database. From Gita + Mohan. It is labeled a Signature creation and is not a traditional Awadhi name.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JAH-NMAS5-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Awadhi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names in the Awadhi style — new creations built from real Awadhi word-roots,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https://justinahiggins614-cmyk.github.io/jah-databases/db/names-awadhi-signature/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https://justinahiggins614-cmyk.github.io/jah-databases-data-1/data/names-awadhi-signature/index.jsonl.gz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
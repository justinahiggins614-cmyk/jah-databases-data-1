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ujarati-signature/" TargetMode="External"/><Relationship Id="rId3" Type="http://schemas.openxmlformats.org/officeDocument/2006/relationships/hyperlink" Target="https://justinahiggins614-cmyk.github.io/jah-databases-data-1/data/names-gujarat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Gujarati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Gujarati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Gujarati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Gujarati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Amit - sound, structure, and naming power  [JAH-NMGS2-000001]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Gujarati masculine name Amit. Sound: 2 syllables, firm consonant close. Structure: From Sanskrit amita.. Recorded meaning: Infinite. Naming power: the name is short, say…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Priya - sound, structure, and naming power  [JAH-NMGS2-000002]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Gujarati feminine name Priya. Sound: 2 syllables, open vowels. Structure: A traditional name of this language.. Recorded meaning: Beloved.. Naming power: the name 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Rajesh - sound, structure, and naming power  [JAH-NMGS2-000003]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Gujarati masculine name Rajesh. Sound: 2 syllables, firm consonant close. Structure: A traditional name of this language.. Recorded meaning: King of kings.. Naming power…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Meera - sound, structure, and naming power  [JAH-NMGS2-000004]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Gujarati feminine name Meera. Sound: 2 syllables, open vowels. Structure: A traditional name of this language.. Recorded meaning: The poet-saint Mirabai's name..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Gujarati naming framework  [JAH-NMGS2-000005]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Gujarati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Gujarati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Gujarati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https://justinahiggins614-cmyk.github.io/jah-databases/db/names-gujarati-signature/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https://justinahiggins614-cmyk.github.io/jah-databases-data-1/data/names-gujarati-signature/index.jsonl.gz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
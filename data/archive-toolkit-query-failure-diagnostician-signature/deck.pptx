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query-failure-diagnostician-signature/" TargetMode="External"/><Relationship Id="rId3" Type="http://schemas.openxmlformats.org/officeDocument/2006/relationships/hyperlink" Target="https://justinahiggins614-cmyk.github.io/jah-databases-data-1/data/archive-toolkit-query-failure-diagnostician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Query Failure Diagnostician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Identifies causes of failed or incomplete searches.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Query Failure Diagnostician Database holds 15 maintenance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Identifies causes of failed or incomplete searches.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Signature-generated-completion: original Signature-authored content by the JAH system, clearly labeled, not a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Stage-by-stage replay — Query Failure Diagnostician (Signature)  [JAH-ATK234S-0001]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 — an original Signature-authored completion, clearly labeled as Signature work and never presented as public record. The query failure diagnostician answers 'why did my search fail?…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Failure classification — Query Failure Diagnostician (Signature)  [JAH-ATK234S-0002]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 — an original Signature-authored completion, clearly labeled as Signature work and never presented as public record. The query failure diagnostician answers 'why did my search fail?…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Empty-result explanation — Query Failure Diagnostician (Signature)  [JAH-ATK234S-0003]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 — an original Signature-authored completion, clearly labeled as Signature work and never presented as public record. The query failure diagnostician answers 'why did my search fail?…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Timeout attribution — Query Failure Diagnostician (Signature)  [JAH-ATK234S-0004]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 — an original Signature-authored completion, clearly labeled as Signature work and never presented as public record. The query failure diagnostician answers 'why did my search fail?…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Permission diagnosis — Query Failure Diagnostician (Signature)  [JAH-ATK234S-0005]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 — an original Signature-authored completion, clearly labeled as Signature work and never presented as public record. The query failure diagnostician answers 'why did my search fail?…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maintenance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JAH-ATK234S-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Query Failure Diagnostician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Identifies causes of failed or incomplete searches.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https://justinahiggins614-cmyk.github.io/jah-databases/db/archive-toolkit-query-failure-diagnostician-signature/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https://justinahiggins614-cmyk.github.io/jah-databases-data-1/data/archive-toolkit-query-failure-diagnostician-signature/index.jsonl.gz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
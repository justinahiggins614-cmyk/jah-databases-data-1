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skill-transfer-across-platforms-signature/" TargetMode="External"/><Relationship Id="rId3" Type="http://schemas.openxmlformats.org/officeDocument/2006/relationships/hyperlink" Target="https://justinahiggins614-cmyk.github.io/jah-databases-data-1/data/robot-skill-transfer-across-platform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Robot Skill Transfer Across Platforms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skill-transfer methods — original techniques for robots that teach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Robot Skill Transfer Across Platforms Database holds 20 signature skill transfer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skill-transfer methods — original techniques for robots that teach each other.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randomize-everything  [JAH-RSTA-S-000001]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sim-to-real practice: randomize what you cannot model.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cartesian-transfer  [JAH-RSTA-S-000002]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transfer practice: transfer Cartesian paths, not joint angles.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shared-encoder  [JAH-RSTA-S-000003]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representation practice: shared encoders across embodiments.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morphology-code  [JAH-RSTA-S-000004]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generalization practice: condition policies on morphology.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distill-small  [JAH-RSTA-S-000005]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deployment practice: distill big teachers into tiny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skill transfer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JAH-RSTA-S-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Robot Skill Transfer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skill-transfer methods — original techniques for robots that teach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https://justinahiggins614-cmyk.github.io/jah-databases/db/robot-skill-transfer-across-platforms-signature/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https://justinahiggins614-cmyk.github.io/jah-databases-data-1/data/robot-skill-transfer-across-platforms-signature/index.jsonl.gz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
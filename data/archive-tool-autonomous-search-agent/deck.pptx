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nomous-search-agent/" TargetMode="External"/><Relationship Id="rId3" Type="http://schemas.openxmlformats.org/officeDocument/2006/relationships/hyperlink" Target="https://justinahiggins614-cmyk.github.io/jah-databases-data-1/data/archive-tool-autonomous-search-ag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Search Agent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Executes multistep searches and follows promising discoveries within defined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Search Agent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Executes multistep searches and follows promising discoveries within defined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(Autonomous Search Agent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Iterative query refinement loop (foundational)  [JAH-AT73-000001]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runs a loop: issue a query, score the results, then refine the query from the best hits' distinctive terms. Refinement adds terms that discriminate good hits from bad ones, following the cl…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Iterative query refinement loop (compounded)  [JAH-AT73-000002]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runs a loop: issue a query, score the results, then refine the query from the best hits' distinctive terms. Refinement adds terms that discriminate good hits from bad ones, following the cl…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Iterative query refinement loop (production)  [JAH-AT73-000003]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agent runs a loop: issue a query, score the results, then refine the query from the best hits' distinctive terms. Refinement adds terms that discriminate good hits from bad ones, following the cl…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Result triage by promise score (foundational)  [JAH-AT73-000004]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Retrieved results are triaged into pursue, skim, or discard bands by a promise score combining relevance and novelty. Only the pursue band gets deep follow-up; the skim band gets a glance; discards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Result triage by promise score (compounded)  [JAH-AT73-000005]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Retrieved results are triaged into pursue, skim, or discard bands by a promise score combining relevance and novelty. Only the pursue band gets deep follow-up; the skim band gets a glance; discards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Search Agent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Executes multistep searches and follows promising discoveries within defined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https://justinahiggins614-cmyk.github.io/jah-databases/db/archive-tool-autonomous-search-agent/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https://justinahiggins614-cmyk.github.io/jah-databases-data-1/data/archive-tool-autonomous-search-agent/index.jsonl.gz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
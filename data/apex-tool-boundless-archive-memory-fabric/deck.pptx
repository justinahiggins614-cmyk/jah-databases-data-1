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boundless-archive-memory-fabric/" TargetMode="External"/><Relationship Id="rId3" Type="http://schemas.openxmlformats.org/officeDocument/2006/relationships/hyperlink" Target="https://justinahiggins614-cmyk.github.io/jah-databases-data-1/data/apex-tool-boundless-archive-memory-fabri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Boundless Archive Memory Fabric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Layered, distributed memory spanning fast indexes, summaries, persistent records, and original source material — one fabric, many speeds.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Boundless Archive Memory Fabric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Layered, distributed memory spanning fast indexes, summaries, persistent records, and original source material — one fabric, many speeds.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cache hierarchies (L1/L2/L3); vector databases (FAISS, pgvector); RAG memory architectures; memcached/Redis tiers.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Memory Fabric is  [JAH-APX9-000001]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fabric is memory with layers: a fast index layer for instant lookup, a summary layer for compressed knowledge, a record layer for full persistent entries, and a source layer holding originals.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Layered memory data model  [JAH-APX9-000002]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memory item exists at one or more layers with a canonical identity: the index holds keys and pointers, summaries hold compressed content with source links, records hold full structured entries,…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Promotion and demotion algorithm  [JAH-APX9-000003]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Items earn their layer: frequently accessed summaries get promoted toward the index, untouched records cool toward deep storage, and anything whose source is questioned gets quarantined regardless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Summary generation algorithm  [JAH-APX9-000004]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Summaries are generated from records with fidelity targets: each summary must preserve the record's key claims and link to the full record for the rest. Fidelity is measured by claim-retention checks…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Memory query interface specification  [JAH-APX9-000005]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ask the fabric for knowledge, not layers: give me what you know about X, at a chosen fidelity and latency budget. The fabric answers from the best layer for the budget and always offers expan…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Boundless Archive Memory Fabric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Layered, distributed memory spanning fast indexes, summaries, persistent records, and original source material — one fabric, many speeds.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https://justinahiggins614-cmyk.github.io/jah-databases/db/apex-tool-boundless-archive-memory-fabric/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https://justinahiggins614-cmyk.github.io/jah-databases-data-1/data/apex-tool-boundless-archive-memory-fabric/index.jsonl.gz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
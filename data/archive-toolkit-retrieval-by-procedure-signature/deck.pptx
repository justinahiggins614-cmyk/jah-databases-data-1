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procedure-signature/" TargetMode="External"/><Relationship Id="rId3" Type="http://schemas.openxmlformats.org/officeDocument/2006/relationships/hyperlink" Target="https://justinahiggins614-cmyk.github.io/jah-databases-data-1/data/archive-toolkit-retrieval-by-procedur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Retrieval-by-Procedure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instructions, workflows, and programs capable of completing a specified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Retrieval-by-Procedure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instructions, workflows, and programs capable of completing a specified operation.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indexing — Retrieval-by-Procedure (Signature)  [JAH-ATK211S-0001]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Retrieval-by-procedure searches for know-how rather than facts:…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Precondition checking — Retrieval-by-Procedure (Signature)  [JAH-ATK211S-0002]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Retrieval-by-procedure searches for know-how rather than facts:…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Effect modeling — Retrieval-by-Procedure (Signature)  [JAH-ATK211S-0003]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Retrieval-by-procedure searches for know-how rather than facts:…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Procedure ranking — Retrieval-by-Procedure (Signature)  [JAH-ATK211S-0004]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Retrieval-by-procedure searches for know-how rather than facts:…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Step extraction — Retrieval-by-Procedure (Signature)  [JAH-ATK211S-0005]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Retrieval-by-procedure searches for know-how rather than facts:…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Retrieval-by-Procedure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instructions, workflows, and programs capable of completing a specified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https://justinahiggins614-cmyk.github.io/jah-databases/db/archive-toolkit-retrieval-by-procedure-signature/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https://justinahiggins614-cmyk.github.io/jah-databases-data-1/data/archive-toolkit-retrieval-by-procedure-signature/index.jsonl.gz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
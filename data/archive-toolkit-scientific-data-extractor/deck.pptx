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ientific-data-extractor/" TargetMode="External"/><Relationship Id="rId3" Type="http://schemas.openxmlformats.org/officeDocument/2006/relationships/hyperlink" Target="https://justinahiggins614-cmyk.github.io/jah-databases-data-1/data/archive-toolkit-scientific-data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Data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Data Extractor Database holds 15 scientific extraction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Scientific Data Extractor: a plain-language overview  [JAH-ATK158-000001]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Scientific Data Extractor does and why archives need it. A scientific data extractor reads research datasets and pulls out the numbers that matter: the measurements, their units,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Scientific Data Extractor works  [JAH-ATK158-000002]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Scientific Data Extractor does and why archives need it. Real extractors parse structured formats (CSV, NetCDF, HDF5) and semi-structured lab notebooks, using regular expressions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Scientific Data Extractor works: the deep tour  [JAH-ATK158-000003]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Scientific Data Extractor does and why archives need it. Real extractors parse structured formats (CSV, NetCDF, HDF5) and semi-structured lab notebooks, using regular expressions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Measurement parsing with unit detection: the simple idea  [JAH-ATK158-000004]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measurement parsing with unit detection - how it works inside the Scientific Data Extractor. A scientific data extractor reads research datasets and pulls out the numbers that matter: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Measurement parsing with unit detection in practice  [JAH-ATK158-000005]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measurement parsing with unit detection - how it works inside the Scientific Data Extractor. Real extractors parse structured formats (CSV, NetCDF, HDF5) and semi-structured lab notebook…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scientific extraction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 Sampler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numbers, units, and variables out of scientific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https://justinahiggins614-cmyk.github.io/jah-databases/db/archive-toolkit-scientific-data-extractor/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https://justinahiggins614-cmyk.github.io/jah-databases-data-1/data/archive-toolkit-scientific-data-extractor/index.jsonl.gz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
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rwari/" TargetMode="External"/><Relationship Id="rId3" Type="http://schemas.openxmlformats.org/officeDocument/2006/relationships/hyperlink" Target="https://justinahiggins614-cmyk.github.io/jah-databases-data-1/data/names-marwar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Marwari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Marwari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Marwari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Marwari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— Marwari given name  [JAH-NMM9-000001]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Marwari. It is written राम in the native script. It means "pleasing, charming", from Sanskrit. The beloved hero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— Marwari given name  [JAH-NMM9-000002]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Marwari. It is written सीता in the native script. It means "furrow", from Sanskrit. The heroine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Mohan — Marwari given name  [JAH-NMM9-000003]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Marwari. It is written मोहन in the native script. It means "enchanter", from Sanskrit. A beloved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Gita — Marwari given name  [JAH-NMM9-000004]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 is a feminine given name in Marwari. It is written गीता in the native script. It means "song", from Sanskrit.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Lakshman — Marwari given name  [JAH-NMM9-000005]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Lakshman is a masculine given name in Marwari. It is written लक्ष्मण in the native script. Of Sanskritic origin. Ram's devoted brother in the Ramayana.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Marwari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Marwari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https://justinahiggins614-cmyk.github.io/jah-databases/db/names-marwari/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https://justinahiggins614-cmyk.github.io/jah-databases-data-1/data/names-marwari/index.jsonl.gz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
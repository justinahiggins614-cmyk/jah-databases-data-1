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dversarial-content-detector-signature/" TargetMode="External"/><Relationship Id="rId3" Type="http://schemas.openxmlformats.org/officeDocument/2006/relationships/hyperlink" Target="https://justinahiggins614-cmyk.github.io/jah-databases-data-1/data/archive-tool-adversarial-content-dete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Adversarial Content Detector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Flags suspicious instructions, poisoned records, malicious payloads, and attempts to manipulate AI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Adversarial Content Detector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Flags suspicious instructions, poisoned records, malicious payloads, and attempts to manipulate AI behavior.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Adversarial Content Detector,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Prompt-injection pattern scanning (foundational)  [JAH-AT59S-000001]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Incoming text is scanned against a maintained list of injection patterns: instruction-override phrases like 'ignore previous instructions', role-reassignment like 'you are now',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Prompt-injection pattern scanning (compounded)  [JAH-AT59S-000002]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Incoming text is scanned against a maintained list of injection patterns: instruction-override phrases like 'ignore previous instructions', role-reassignment like 'you are now',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Prompt-injection pattern scanning (production)  [JAH-AT59S-000003]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Incoming text is scanned against a maintained list of injection patterns: instruction-override phrases like 'ignore previous instructions', role-reassignment like 'you are now',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Poisoned-record screening at ingest (foundational)  [JAH-AT59S-000004]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record entering the archive is screened for poisoning signals: hidden Unicode control characters, mismatched declared-versus-actual language, and statistically anomalous tok…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Poisoned-record screening at ingest (compounded)  [JAH-AT59S-000005]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record entering the archive is screened for poisoning signals: hidden Unicode control characters, mismatched declared-versus-actual language, and statistically anomalous tok…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JAH-AT59S-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Adversarial Content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Flags suspicious instructions, poisoned records, malicious payloads, and attempts to manipulate AI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https://justinahiggins614-cmyk.github.io/jah-databases/db/archive-tool-adversarial-content-detector-signature/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https://justinahiggins614-cmyk.github.io/jah-databases-data-1/data/archive-tool-adversarial-content-detector-signature/index.jsonl.gz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
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new-technology-research-navigator/" TargetMode="External"/><Relationship Id="rId3" Type="http://schemas.openxmlformats.org/officeDocument/2006/relationships/hyperlink" Target="https://justinahiggins614-cmyk.github.io/jah-databases-data-1/data/archive-toolkit-new-technology-research-navig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New Technology Research Navigator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relevant research, technical documentation, reference implementations, and related datasets for emerging technologies.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New Technology Research Navigator Database holds 15 research guides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relevant research, technical documentation, reference implementations, and related datasets for emerging technologies.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Research Navigation: Source Triage (Foundation)  [JAH-ATK298-00001]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Research Navigation: Source Triage (Operation)  [JAH-ATK298-00002]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Research Navigation: Source Triage (Mastery)  [JAH-ATK298-00003]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Research Navigation: Relevance Scoring (Foundation)  [JAH-ATK298-00004]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Research Navigation: Relevance Scoring (Operation)  [JAH-ATK298-00005]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research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JAH-ATK298-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Research Scout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relevant research, technical documentation, reference implementations, and related datasets for emerging technologies.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https://justinahiggins614-cmyk.github.io/jah-databases/db/archive-toolkit-new-technology-research-navigator/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https://justinahiggins614-cmyk.github.io/jah-databases-data-1/data/archive-toolkit-new-technology-research-navigator/index.jsonl.gz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
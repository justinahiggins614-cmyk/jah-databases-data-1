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kill-dependency-resolution/" TargetMode="External"/><Relationship Id="rId3" Type="http://schemas.openxmlformats.org/officeDocument/2006/relationships/hyperlink" Target="https://justinahiggins614-cmyk.github.io/jah-databases-data-1/data/ai-skill-dependency-resolu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Skill Dependency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Resolving skill dependencies in AI systems: graphs, ordering, conflicts, and safe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Skill Dependency Resolution Database holds 20 dependency resolution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skill dependencies in AI systems: graphs, ordering, conflicts, and safe composition.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Dependency Graph Building  [JAH-ASDR-000001]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Skill dependencies become a graph; the building is systematic. Graphs get complete. Dependencies get visible.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Topological Ordering  [JAH-ASDR-000002]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Execution order follows the DAG; the sort is the schedule. Ordering gets computed. Schedules get correct.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Circular Dependency Detection  [JAH-ASDR-000003]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Cycles are detected and reported; the detection prevents deadlock. Cycles get found. Deadlocks get avoided.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Conflict Resolution  [JAH-ASDR-000004]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Conflicting dependency versions are resolved: the newest compatible wins. Conflicts get settled. Builds get working.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Lazy Dependency Loading  [JAH-ASDR-000005]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Dependencies load when needed; the loading is lazy. Startup gets fast. Memory gets saved.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resolution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JAH-ASDR-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Resolver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skill dependencies in AI systems: graphs, ordering, conflicts, and safe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https://justinahiggins614-cmyk.github.io/jah-databases/db/ai-skill-dependency-resolution/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https://justinahiggins614-cmyk.github.io/jah-databases-data-1/data/ai-skill-dependency-resolution/index.jsonl.gz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
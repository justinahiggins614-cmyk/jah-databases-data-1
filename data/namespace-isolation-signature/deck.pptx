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pace-isolation-signature/" TargetMode="External"/><Relationship Id="rId3" Type="http://schemas.openxmlformats.org/officeDocument/2006/relationships/hyperlink" Target="https://justinahiggins614-cmyk.github.io/jah-databases-data-1/data/namespace-isol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Namespace Isolation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Keeping tenants apart inside one system: key prefixing, ACLs, quotas, per-tenant encryption, and the isolation patterns real multi-tenant platforms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Namespace Isolation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Keeping tenants apart inside one system: key prefixing, ACLs, quotas, per-tenant encryption, and the isolation patterns real multi-tenant platforms use.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Key prefixing  [JAH-NI-S-000001]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simplest isolation: every key is namespaced as tenant_id + ':' + key, so two tenants can both own 'settings' without colliding. It costs nothing at read time and works on any key-value store.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Silo vs pool tenancy models  [JAH-NI-S-000002]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Tenant isolation comes in three flavors: silo (a whole database per tenant — maximum isolation, maximum cost), pool (everyone shares tables with a tenant_id column — cheapest, needs the most discipli…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ACLs on namespaces  [JAH-NI-S-000003]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Access-control lists attach permissions to namespaces: who can read, write, or administer each tenant's data. Checks happen on every operation against the authenticated identity — not just at login.…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RBAC roles  [JAH-NI-S-000004]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Role-based access control groups permissions into named roles — admin, editor, viewer — and assigns users to roles instead of wiring permissions per person. When someone changes teams you move one ro…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Tenant quotas  [JAH-NI-S-000005]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Quotas cap what each tenant can consume — storage bytes, vectors, requests per second, index count — so one tenant cannot starve the rest. Hard quotas reject over-limit writes; soft quotas warn first…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Namespace Isolation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Keeping tenants apart inside one system: key prefixing, ACLs, quotas, per-tenant encryption, and the isolation patterns real multi-tenant platforms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https://justinahiggins614-cmyk.github.io/jah-databases/db/namespace-isolation-signature/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https://justinahiggins614-cmyk.github.io/jah-databases-data-1/data/namespace-isolation-signature/index.jsonl.gz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
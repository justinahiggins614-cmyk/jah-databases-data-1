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heckpointing-civilization-signature/" TargetMode="External"/><Relationship Id="rId3" Type="http://schemas.openxmlformats.org/officeDocument/2006/relationships/hyperlink" Target="https://justinahiggins614-cmyk.github.io/jah-databases-data-1/data/apex-tool-universal-checkpointing-civil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Checkpointing Civilization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Standard checkpoints so any long job can survive crashes and resume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Checkpointing Civilization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Standard checkpoints so any long job can survive crashes and resume exactly.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Lifeboat  [JAH-APX77S-000001]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checkpoint is a lifeboat: a sealed capsule carrying everything a job needs to survive the ship sinking. Every supported job gets one, automatically.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Writing in Ink  [JAH-APX77S-000002]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 journal never erases — it writes deltas in an append-only ink trail, so history is always replayable and tampering is visible.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Harbor Catalog  [JAH-APX77S-000003]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lifeboat docks in the harbor: a hash-chained catalog where each entry seals the one before it, making silent edits impossible.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Sealing the Truth  [JAH-APX77S-000004]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truth seal is a chained integrity mark on every checkpoint. A forged or corrupted lifeboat fails the seal check before it can do harm.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Deathwatch  [JAH-APX77S-000005]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liveness watcher knows his fleet’s rhythms and calls a crash in seconds, not minutes — because every lost minute is lost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Checkpointing Civilization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Standard checkpoints so any long job can survive crashes and resume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https://justinahiggins614-cmyk.github.io/jah-databases/db/apex-tool-universal-checkpointing-civilization-signature/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https://justinahiggins614-cmyk.github.io/jah-databases-data-1/data/apex-tool-universal-checkpointing-civilization-signature/index.jsonl.gz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
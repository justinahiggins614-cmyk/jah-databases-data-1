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decision-tree-explorer/" TargetMode="External"/><Relationship Id="rId3" Type="http://schemas.openxmlformats.org/officeDocument/2006/relationships/hyperlink" Target="https://justinahiggins614-cmyk.github.io/jah-databases-data-1/data/apex-tool-apex-decision-tree-explor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Decision Tree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Decision Tree Explorer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Breiman, L. et al. (1984). Classification and Regression Trees. Wadsworth.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Decision Trees in Machine Learning (CART)  [JAH-APX35-000001]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Breiman's CART grows decision trees by recursive splitting on the feature that best separates the data — interpretable models you can read as rules. The explorer uses them where transparency matters.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Expected Value Trees and Fold-Back  [JAH-APX35-000002]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Decision analysis folds trees back: chance nodes take expectation, decision nodes take the max. The fold-back computes the optimal policy and the value of each branch — the classic of Raiffa and Howa…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Game Trees, Minimax, and Alpha-Beta  [JAH-APX35-000003]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Von Neumann's minimax solves perfect-information games by assuming optimal opponents; alpha-beta pruning cuts branches that can't matter. Chess engines are decision-tree explorers with opponents.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Monte Carlo Tree Search and UCT  [JAH-APX35-000004]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Coulom's MCTS explores by simulated play: select, expand, simulate, backpropagate — with Kocsis and Szepesvari's UCT balancing exploration and exploitation. It conquered Go without game-specific know…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Influence Diagrams  [JAH-APX35-000005]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Howard and Matheson's influence diagrams compact decision problems: chance nodes, decision nodes, and value nodes with informational arcs. They show what is known when each decision is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Decision Tree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Evaluates possible branches of a complex decision and identifies the most informative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https://justinahiggins614-cmyk.github.io/jah-databases/db/apex-tool-apex-decision-tree-explorer/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https://justinahiggins614-cmyk.github.io/jah-databases-data-1/data/apex-tool-apex-decision-tree-explorer/index.jsonl.gz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
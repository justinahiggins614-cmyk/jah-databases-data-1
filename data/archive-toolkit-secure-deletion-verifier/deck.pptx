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cure-deletion-verifier/" TargetMode="External"/><Relationship Id="rId3" Type="http://schemas.openxmlformats.org/officeDocument/2006/relationships/hyperlink" Target="https://justinahiggins614-cmyk.github.io/jah-databases-data-1/data/archive-toolkit-secure-deletion-verifi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Secure Deletion Verifier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Verifies deletion outcomes to the extent supported by the storage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Secure Deletion Verifier Database holds 15 secure deletion verifiers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deletion outcomes to the extent supported by the storage system.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Deletion receipt  [JAH-ATK279-000001]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deletion produces a receipt: what was deleted, when, by which method, and who authorized it. Receipts are the proof of deletion for audits and data-subject requests. A deletion without a receip…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Deletion receipt  [JAH-ATK279-000002]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deletion produces a receipt: what was deleted, when, by which method, and who authorized it. Receipts are the proof of deletion for audits and data-subject requests. A deletion without a receip…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Deletion receipt  [JAH-ATK279-000003]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deletion produces a receipt: what was deleted, when, by which method, and who authorized it. Receipts are the proof of deletion for audits and data-subject requests. A deletion without a receip…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Overwrite verification  [JAH-ATK279-000004]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After overwrite-based sanitization, the media is read back and checked for the expected pattern. Verification is sampled for large media and complete for small. Failed verification triggers re-saniti…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Overwrite verification  [JAH-ATK279-000005]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After overwrite-based sanitization, the media is read back and checked for the expected pattern. Verification is sampled for large media and complete for small. Failed verification triggers re-saniti…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secure deletion verifier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Secure Deletion Verifier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deletion outcomes to the extent supported by the storage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https://justinahiggins614-cmyk.github.io/jah-databases/db/archive-toolkit-secure-deletion-verifier/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https://justinahiggins614-cmyk.github.io/jah-databases-data-1/data/archive-toolkit-secure-deletion-verifier/index.jsonl.gz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
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tvian/" TargetMode="External"/><Relationship Id="rId3" Type="http://schemas.openxmlformats.org/officeDocument/2006/relationships/hyperlink" Target="https://justinahiggins614-cmyk.github.io/jah-databases-data-1/data/names-latv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Latvian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Latvian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Latvian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Latvian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Janis — Latvian given name  [JAH-NML4-000001]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Janis is a masculine given name in Latvian. It is written Jānis in the native script. It means "God is gracious", from Hebrew Yohanan. The beloved Latvian masculine name, honored at Jani.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Anna — Latvian given name  [JAH-NML4-000002]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Latvian. It means "grace", from Hebrew Hannah.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Peteris — Latvian given name  [JAH-NML4-000003]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Peteris is a masculine given name in Latvian. It is written Pēteris in the native script. It means "rock, stone", from Greek petros. A traditional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Ilze — Latvian given name  [JAH-NML4-000004]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Ilze is a feminine given name in Latvian. It means "God is my oath", from Hebrew Elisheva. The Latvian form of Elizabeth.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Andris — Latvian given name  [JAH-NML4-000005]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Andris is a masculine given name in Latvian. It means "manly, brave", from Greek Andreas. The Latvian form of Andrew.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Latvian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Latvian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https://justinahiggins614-cmyk.github.io/jah-databases/db/names-latvian/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https://justinahiggins614-cmyk.github.io/jah-databases-data-1/data/names-latvian/index.jsonl.gz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
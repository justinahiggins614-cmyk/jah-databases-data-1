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massive-parallel-intelligence-fabric/" TargetMode="External"/><Relationship Id="rId3" Type="http://schemas.openxmlformats.org/officeDocument/2006/relationships/hyperlink" Target="https://justinahiggins614-cmyk.github.io/jah-databases-data-1/data/apex-tool-massive-parallel-intelligence-fabric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Massive Parallel Intelligence Fabric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Divides suitable tasks into independent subtasks and combines validated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Massive Parallel Intelligence Fabric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Divides suitable tasks into independent subtasks and combines validated results.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knowledge: standard engineering practice documented in open technical literature; facts cross-checked against the executed demo program. Compiled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Independence Analyzer  [JAH-APX63-000001]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Determines which parts of a task are truly independent and safe to parallelize, so the split is correct by construction.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Even Partitioner  [JAH-APX63-000002]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Splits data into balanced chunks so no worker idles while another drowns — the first defense against stragglers.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Task Distributor  [JAH-APX63-000003]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Hands chunks to workers with locality awareness, keeping data movement minimal.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Worker Pool Manager  [JAH-APX63-000004]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Maintains the fleet: scaling workers up and down, replacing the sick, keeping the healthy busy.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Progress Tracker  [JAH-APX63-000005]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Tracks per-chunk progress so the fabric knows exactly what is done, running, or stuck.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JAH-APX63-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Massive Parallel Intelligence Fabric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Divides suitable tasks into independent subtasks and combines validated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https://justinahiggins614-cmyk.github.io/jah-databases/db/apex-tool-massive-parallel-intelligence-fabric/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https://justinahiggins614-cmyk.github.io/jah-databases-data-1/data/apex-tool-massive-parallel-intelligence-fabric/index.jsonl.gz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
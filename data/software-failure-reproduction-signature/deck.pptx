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software-failure-reproduction-signature/" TargetMode="External"/><Relationship Id="rId3" Type="http://schemas.openxmlformats.org/officeDocument/2006/relationships/hyperlink" Target="https://justinahiggins614-cmyk.github.io/jah-databases-data-1/data/software-failure-reproduction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Software Failure Reproduction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Signature-developed failure-reproduction methods — original techniques for making any bug deterministic.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Software Failure Reproduction Database holds 20 signature failure reproduction recipes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failure-reproduction methods — original techniques for making any bug deterministic.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authored for the JAH Databases by Justin Addam Higgins —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three-step shrink  [JAH-SFR-S-000001]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reproduction discipline: every failure is reduced to the smallest input that still triggers it before anyone is allowed to debug.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fault-line marking  [JAH-SFR-S-000002]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repro-writing habit: mark the exact step where the fault triggers, so the reader sees the fault line, not just the steps.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concurrency hammer  [JAH-SFR-S-000003]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race-reproduction tool pattern: a configurable hammer that runs N clients against the suspect operation with timing jitter.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heap-delta test  [JAH-SFR-S-000004]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leak-detection pattern: measure heap before and after a workload cycle, with GC forced, and fail on growth.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lock-order ledger  [JAH-SFR-S-000005]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Signature prevention practice: every lock acquisition order is recorded in a ledger; any new order that inverts an existing one fails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signature failure reproduction recipe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JAH-SFR-S-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Failure Reproduction Specialist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Signature-developed failure-reproduction methods — original techniques for making any bug deterministic.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https://justinahiggins614-cmyk.github.io/jah-databases/db/software-failure-reproduction-signature/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https://justinahiggins614-cmyk.github.io/jah-databases-data-1/data/software-failure-reproduction-signature/index.jsonl.gz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
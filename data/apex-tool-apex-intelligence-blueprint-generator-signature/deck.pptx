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intelligence-blueprint-generator-signature/" TargetMode="External"/><Relationship Id="rId3" Type="http://schemas.openxmlformats.org/officeDocument/2006/relationships/hyperlink" Target="https://justinahiggins614-cmyk.github.io/jah-databases-data-1/data/apex-tool-apex-intelligence-blueprint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Intelligence Blueprint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goals and constraints into complete, checkable AI system blueprints.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Intelligence Blueprint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goals and constraints into complete, checkable AI system blueprints.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Listening to Goals  [JAH-APX82S-000001]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goal-listener parses what he wants — capabilities, limits, budgets — into structured requirements a machine can build from.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Parts Vault  [JAH-APX82S-000002]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Signature part is vetted and figured: known cost, known latency, known interfaces. No mystery parts in Manon’s blueprints.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Dreaming Architectures  [JAH-APX82S-000003]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dream weaver composes candidate architectures from vault parts, searching the space of what could 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Joining the Threads  [JAH-APX82S-000004]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thread joiner wires interfaces into data flows that type-check — a blueprint that cannot connect is not a blueprint.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Weighing the Coins  [JAH-APX82S-000005]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Money, latency, energy — the coin weigher prices every dream in all three, so choices are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Intelligence Blueprint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goals and constraints into complete, checkable AI system blueprints.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https://justinahiggins614-cmyk.github.io/jah-databases/db/apex-tool-apex-intelligence-blueprint-generator-signature/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https://justinahiggins614-cmyk.github.io/jah-databases-data-1/data/apex-tool-apex-intelligence-blueprint-generator-signature/index.jsonl.gz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
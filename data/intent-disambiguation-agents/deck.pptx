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nt-disambiguation-agents/" TargetMode="External"/><Relationship Id="rId3" Type="http://schemas.openxmlformats.org/officeDocument/2006/relationships/hyperlink" Target="https://justinahiggins614-cmyk.github.io/jah-databases-data-1/data/intent-disambiguation-agent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Intent Disambiguation Agents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Knowing what they meant: clarifying ambiguous requests before acting.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Intent Disambiguation Agents Database holds 15 intent disambiguation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Knowing what they meant: clarifying ambiguous requests before acting.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Clarifying question generation  [JAH-IDA-000001]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a request is genuinely ambiguous ('book a table' — where? when? how many?), the agent asks targeted clarifying questions instead of guessing. Good clarification asks the minimum questions that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Ambiguity scoring and thresholds  [JAH-IDA-000002]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Not every request needs clarification — the agent scores ambiguity (entropy over plausible parses) and only interrupts when it exceeds a threshold. Low ambiguity: act and note the assumption. High 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Clarifying question generation  [JAH-IDA-000003]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a request is genuinely ambiguous ('book a table' — where? when? how many?), the agent asks targeted clarifying questions instead of guessing. Good clarification asks the minimum questions that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Ambiguity scoring and thresholds  [JAH-IDA-000004]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Not every request needs clarification — the agent scores ambiguity (entropy over plausible parses) and only interrupts when it exceeds a threshold. Low ambiguity: act and note the assumption. High 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Implicit confirmation for low-risk actions  [JAH-IDA-000005]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low-stakes actions, the agent states its interpretation and proceeds ('Showing Italian restaurants nearby — say stop if that's wrong') instead of blocking on confirmation. Implicit confirmation 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intent disambiguation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JAH-IDA-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Intent Disambiguation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Knowing what they meant: clarifying ambiguous requests before acting.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https://justinahiggins614-cmyk.github.io/jah-databases/db/intent-disambiguation-agents/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https://justinahiggins614-cmyk.github.io/jah-databases-data-1/data/intent-disambiguation-agents/index.jsonl.gz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
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portable-usb-thumb-drive-runtimes-signature/" TargetMode="External"/><Relationship Id="rId3" Type="http://schemas.openxmlformats.org/officeDocument/2006/relationships/hyperlink" Target="https://justinahiggins614-cmyk.github.io/jah-databases-data-1/data/portable-usb-thumb-drive-runtime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Portable USB Thumb-Drive Runtimes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Entire runtimes that live on a USB stick — portable apps, live OSes, and no-install environments.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Portable USB Thumb-Drive Runtimes Database holds 15 portable runtimes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Entire runtimes that live on a USB stick — portable apps, live OSes, and no-install environments.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completion authored for the JAH Databases network;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SigStick-OS  [JAH-PUT-S-000001]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 live OS booting the full Signature workstation from any USB. It carries Signature workstation, runs from bootable USB, at about ~2 GB.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SigStick-Dev  [JAH-PUT-S-000002]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portable dev environment with toolchains and the Sig SDK. It carries compilers + Sig SDK, runs from USB stick, at about ~1 GB.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SigStick-Rescue  [JAH-PUT-S-000003]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rescue stick that can reimage and verify any Sig host. It carries recovery tools, runs from bootable USB, at about ~600 MB.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SigStick-Mesh  [JAH-PUT-S-000004]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mesh node on a stick — plug in and join the peer network. It carries mesh node, runs from USB stick, at about ~150 MB.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SigStick-Vault  [JAH-PUT-S-000005]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hardware-backed vault stick with duress PIN support. It carries secret vault, runs from USB stick, at about ~80 MB.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portable runtime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JAH-PUT-S-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Portable Architect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Entire runtimes that live on a USB stick — portable apps, live OSes, and no-install environments.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https://justinahiggins614-cmyk.github.io/jah-databases/db/portable-usb-thumb-drive-runtimes-signature/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https://justinahiggins614-cmyk.github.io/jah-databases-data-1/data/portable-usb-thumb-drive-runtimes-signature/index.jsonl.gz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
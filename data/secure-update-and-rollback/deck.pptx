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ecure-update-and-rollback/" TargetMode="External"/><Relationship Id="rId3" Type="http://schemas.openxmlformats.org/officeDocument/2006/relationships/hyperlink" Target="https://justinahiggins614-cmyk.github.io/jah-databases-data-1/data/secure-update-and-rollback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Secure Update and Rollback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Signed updates, A/B partitions, and rollback procedures that keep systems secure through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Secure Update and Rollback Database holds 20 secure update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Signed updates, A/B partitions, and rollback procedures that keep systems secure through change.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Code Signing Verification  [JAH-SUR-000001]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Updates are signed by the vendor and verified before installation; unsigned updates are rejected. The signature chain goes to a trusted root. Signing is the update's ID.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A/B Partition Updates  [JAH-SUR-000002]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Two system partitions alternate: the update writes to the inactive one, then the boot switches. Failed updates roll back by switching back. Atomicity through duality.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Rollback Protection (Anti-Downgrade)  [JAH-SUR-000003]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Version counters prevent rolling back to vulnerable versions; the bootloader enforces monotonic versions. Downgrade attacks get blocked. Time moves forward.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OTA Delta Updates  [JAH-SUR-000004]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Over-the-air updates ship only the binary diff, verified by hash before application. Deltas save bandwidth enormously. Small updates, same security.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Secure Boot Chain  [JAH-SUR-000005]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boot stage verifies the next before handing off; the chain starts at immutable ROM. A broken link halts the boot. Trust chains upward.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secure update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JAH-SUR-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Updater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Signed updates, A/B partitions, and rollback procedures that keep systems secure through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https://justinahiggins614-cmyk.github.io/jah-databases/db/secure-update-and-rollback/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https://justinahiggins614-cmyk.github.io/jah-databases-data-1/data/secure-update-and-rollback/index.jsonl.gz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
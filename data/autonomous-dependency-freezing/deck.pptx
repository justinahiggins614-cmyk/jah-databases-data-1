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dependency-freezing/" TargetMode="External"/><Relationship Id="rId3" Type="http://schemas.openxmlformats.org/officeDocument/2006/relationships/hyperlink" Target="https://justinahiggins614-cmyk.github.io/jah-databases-data-1/data/autonomous-dependency-freez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Dependency Freezing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Freezes dependencies at known-good versions — builds that reproduce,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Dependency Freezing Database holds 15 build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Freezes dependencies at known-good versions — builds that reproduce, forever.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Lockfile Generation  [JAH-ADF-000001]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Lockfile Generation is a build ability in the Autonomous Dependency Freezing database. Generates a lockfile pinning every transitive dependency. The resolver records exact versions and hashes for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Hash Verification  [JAH-ADF-000002]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Hash Verification is a build ability in the Autonomous Dependency Freezing database. Verifies every downloaded package against its recorded hash. Downloads are hashed on arrival; mismatches abort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Reproducible Builds  [JAH-ADF-000003]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Reproducible Builds is a build ability in the Autonomous Dependency Freezing database. Rebuilds byte-identical artifacts from the same lockfile. Build inputs are fixed — versions, timestamps, orderin…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Bump Proposals  [JAH-ADF-000004]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Bump Proposals is a build ability in the Autonomous Dependency Freezing database. Proposes dependency bumps with a risk score per bump. Available updates are scored by semver distance and advisory da…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Vulnerability Gates  [JAH-ADF-000005]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Vulnerability Gates is a build ability in the Autonomous Dependency Freezing database. Blocks installs when a pinned version has a known vulnerability. Advisories are checked at install; vulnerable 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build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JAH-ADF-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Autonomous Dependency Freezing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Freezes dependencies at known-good versions — builds that reproduce,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https://justinahiggins614-cmyk.github.io/jah-databases/db/autonomous-dependency-freezing/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https://justinahiggins614-cmyk.github.io/jah-databases-data-1/data/autonomous-dependency-freezing/index.jsonl.gz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
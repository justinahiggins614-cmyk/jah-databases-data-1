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energy-aware-compute-intelligence-signature/" TargetMode="External"/><Relationship Id="rId3" Type="http://schemas.openxmlformats.org/officeDocument/2006/relationships/hyperlink" Target="https://justinahiggins614-cmyk.github.io/jah-databases-data-1/data/apex-tool-energy-aware-compute-intellig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Energy-Aware Compute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compute work inside real energy budgets without missing performance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Energy-Aware Compute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work inside real energy budgets without missing performance targets.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 as the Signature counterpart to public energy-aware scheduling;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Joule Router  [JAH-APX76S-000001]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original scheduler does not ask which node is fastest — it asks which node spends the fewest joules per unit of work. Every task is routed by measured efficiency, not by habit.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Volt-Weaving  [JAH-APX76S-000002]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coarse P-states, the Signature volt-weaver choreographs per-core voltage along each chip’s measured efficiency curve. It is DVFS with a conductor’s baton.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Budget Oathkeeper  [JAH-APX76S-000003]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oathkeeper makes a promise the public ledger only implies: no job starts unless its budget can cover it. Overspend becomes impossible by construction.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Workload Truth-Telling  [JAH-APX76S-000004]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Labels lie; completions do not. The Signature classifier watches how jobs actually behave and relearns urgency from evidence instead of trusting tags.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Watt Witness  [JAH-APX76S-000005]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 meter can lie; two meters argue. The Signature meter mesh pairs every counter with an independent witness source and flags disagreement.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Energy-Aware Compute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work inside real energy budgets without missing performance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https://justinahiggins614-cmyk.github.io/jah-databases/db/apex-tool-energy-aware-compute-intelligence-signature/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https://justinahiggins614-cmyk.github.io/jah-databases-data-1/data/apex-tool-energy-aware-compute-intelligence-signature/index.jsonl.gz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
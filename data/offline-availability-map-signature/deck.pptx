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ffline-availability-map-signature/" TargetMode="External"/><Relationship Id="rId3" Type="http://schemas.openxmlformats.org/officeDocument/2006/relationships/hyperlink" Target="https://justinahiggins614-cmyk.github.io/jah-databases-data-1/data/offline-availability-map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Offline Availability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offline-availability methods — original techniques for software that works without the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Offline Availability Map holds 20 signature offline availability entrys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offline-availability methods — original techniques for software that works without the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offline-first design  [JAH-OAM-S-000001]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design practice: the offline experience is designed first; the online one is the enhancement.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staleness-honest UI  [JAH-OAM-S-000002]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UX rule: offline data always shows its age. Never present stale data as fresh.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outbox-pattern  [JAH-OAM-S-000003]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sync pattern: offline writes go to an outbox and sync in order when online.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critical-subset  [JAH-OAM-S-000004]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disaster practice: define the critical subset that must work with zero network.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read-only-contract  [JAH-OAM-S-000005]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data practice: read-only offline datasets declare it; writes fail fast with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offline availability entry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JAH-OAM-S-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Offline Availability Cartographer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offline-availability methods — original techniques for software that works without the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https://justinahiggins614-cmyk.github.io/jah-databases/db/offline-availability-map-signature/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https://justinahiggins614-cmyk.github.io/jah-databases-data-1/data/offline-availability-map-signature/index.jsonl.gz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
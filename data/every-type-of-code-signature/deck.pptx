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code-signature/" TargetMode="External"/><Relationship Id="rId3" Type="http://schemas.openxmlformats.org/officeDocument/2006/relationships/hyperlink" Target="https://justinahiggins614-cmyk.github.io/jah-databases-data-1/data/every-type-of-cod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Every Type of Code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code study methods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Every Type of Code Database holds 15 signature code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code study methods and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Language Picker  [JAH-ECODES-000001]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decision guide: choose the language by the job — Python for exploration, C for the machine, SQL for the data, JavaScript for the browser — and justify the pick in one sentence 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Paradigm Sampler  [JAH-ECODES-000002]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sampler: solve the same small problem (word frequency count) in imperative, functional, and logic styles, then compare what each made easy. The sampler teaches that paradigms 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Read-the-Source Habit  [JAH-ECODES-000003]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habit: when a library puzzles you, read its source before its docs — source is truth, docs are hope. The habit's ladder runs from reading standard-library modules to reading a sm…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Registers-and-Stack Drill  [JAH-ECODES-000004]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trace a tiny function's registers and stack by hand — arguments in, return address saved, result out — until the calling convention is reflex. The drill makes debuggers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Byte Reader  [JAH-ECODES-000005]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exercise: hexdump a compiled 'hello world', find the machine-code bytes of main, and map three instructions back to assembly. The exercise demystifies binaries — they are just by…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code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JAH-ECODES-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Code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code study methods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https://justinahiggins614-cmyk.github.io/jah-databases/db/every-type-of-code-signature/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https://justinahiggins614-cmyk.github.io/jah-databases-data-1/data/every-type-of-code-signature/index.jsonl.gz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
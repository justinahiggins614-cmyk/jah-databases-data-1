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apps-generator-signature/" TargetMode="External"/><Relationship Id="rId3" Type="http://schemas.openxmlformats.org/officeDocument/2006/relationships/hyperlink" Target="https://justinahiggins614-cmyk.github.io/jah-databases-data-1/data/new-apps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New Apps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app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New Apps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app concepts, Signature-made.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concept by Justin Addam Higgins (JAH) — Signature concept, not public record;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Starship Archive  [JAH-NAPPS-000001]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app: the archive as a starship you pilot between record worlds. Signature concept by Justin Addam Higgins — demo shows the helm-index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Dream Filing Desk  [JAH-NAPPS-000002]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app: file specs in your dreams; they are waiting at dawn. Signature concept by Justin Addam Higgins — demo shows the dream-plan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Comet Tracker  [JAH-NAPPS-000003]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app: track comets of ideas across the archive sky. Signature concept by Justin Addam Higgins — demo shows the comet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Story Reel Studio  [JAH-NAPPS-000004]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app: a studio where stories become frame reels overnight. Signature concept by Justin Addam Higgins — demo shows the reel 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Quanta Garden Lab  [JAH-NAPPS-000005]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app: grow quanta jumps like flowers and watch their colors. Signature concept by Justin Addam Higgins — demo shows the garden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JAH-NAPPS-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Apps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app concepts, Signature-made.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https://justinahiggins614-cmyk.github.io/jah-databases/db/new-apps-generator-signature/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https://justinahiggins614-cmyk.github.io/jah-databases-data-1/data/new-apps-generator-signature/index.jsonl.gz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
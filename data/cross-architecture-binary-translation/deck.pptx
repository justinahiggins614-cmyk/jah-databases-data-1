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cross-architecture-binary-translation/" TargetMode="External"/><Relationship Id="rId3" Type="http://schemas.openxmlformats.org/officeDocument/2006/relationships/hyperlink" Target="https://justinahiggins614-cmyk.github.io/jah-databases-data-1/data/cross-architecture-binary-translation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Cross-Architecture Binary Translation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Run binaries built for another CPU — dynamic translators, emulators, and compatibility layers.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Cross-Architecture Binary Translation Database holds 15 binary translators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Run binaries built for another CPU — dynamic translators, emulators, and compatibility layers.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record compiled from openly published documentation, project sources, and standard references.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Rosetta 2  [JAH-CABT-000001]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Apple’s ahead-of-time + JIT translation running Intel apps on Apple Silicon. Translates x86_64 to aarch64 via AOT + JIT.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Rosetta 1  [JAH-CABT-000002]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original PowerPC-to-Intel translator in early OS X. Translates PowerPC to x86 via dynamic translation.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QEMU user-mode  [JAH-CABT-000003]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Runs foreign-arch Linux binaries via syscall translation, a dev staple. Translates many to host via dynamic binary translation.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box86  [JAH-CABT-000004]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Runs x86 Linux programs on ARM with wrapped native libraries for speed. Translates x86 to ARM 32-bit via dynarec + lib wrapping.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box64  [JAH-CABT-000005]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64-bit sibling translating x86_64 to AArch64 on Pi and handhelds. Translates x86_64 to aarch64 via dynarec + lib wrapping.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binary translator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JAH-CABT-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Binary Translation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Run binaries built for another CPU — dynamic translators, emulators, and compatibility layers.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https://justinahiggins614-cmyk.github.io/jah-databases/db/cross-architecture-binary-translation/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https://justinahiggins614-cmyk.github.io/jah-databases-data-1/data/cross-architecture-binary-translation/index.jsonl.gz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
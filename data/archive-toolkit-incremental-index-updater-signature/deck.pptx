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incremental-index-updater-signature/" TargetMode="External"/><Relationship Id="rId3" Type="http://schemas.openxmlformats.org/officeDocument/2006/relationships/hyperlink" Target="https://justinahiggins614-cmyk.github.io/jah-databases-data-1/data/archive-toolkit-incremental-index-updat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Incremental Index Updater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Adds new or modified records without rebuilding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Incremental Index Updater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Adds new or modified records without rebuilding everything.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Change-feed consumption — Incremental Index Updater (Signature)  [JAH-ATK223S-0001]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incremental index updater keeps indexes fresh between full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Micro-batch application — Incremental Index Updater (Signature)  [JAH-ATK223S-0002]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incremental index updater keeps indexes fresh between full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Upsert semantics — Incremental Index Updater (Signature)  [JAH-ATK223S-0003]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incremental index updater keeps indexes fresh between full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Deletion bitmaps — Incremental Index Updater (Signature)  [JAH-ATK223S-0004]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incremental index updater keeps indexes fresh between full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Version maps — Incremental Index Updater (Signature)  [JAH-ATK223S-0005]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incremental index updater keeps indexes fresh between full 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Incremental Index Updater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Adds new or modified records without rebuilding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https://justinahiggins614-cmyk.github.io/jah-databases/db/archive-toolkit-incremental-index-updater-signature/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https://justinahiggins614-cmyk.github.io/jah-databases-data-1/data/archive-toolkit-incremental-index-updater-signature/index.jsonl.gz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
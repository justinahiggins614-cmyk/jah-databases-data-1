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rchive-change-watcher-signature/" TargetMode="External"/><Relationship Id="rId3" Type="http://schemas.openxmlformats.org/officeDocument/2006/relationships/hyperlink" Target="https://justinahiggins614-cmyk.github.io/jah-databases-data-1/data/archive-toolkit-archive-change-watch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Archive Change Watcher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Detects additions, deletions, and modifications in monitored resources.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Archive Change Watcher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additions, deletions, and modifications in monitored resources.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Polling with ETags — Archive Change Watcher (Signature)  [JAH-ATK224S-0001]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archive change watcher keeps eyes on the sources: it polls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Checksum comparison — Archive Change Watcher (Signature)  [JAH-ATK224S-0002]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archive change watcher keeps eyes on the sources: it polls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Subscription webhooks — Archive Change Watcher (Signature)  [JAH-ATK224S-0003]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archive change watcher keeps eyes on the sources: it polls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Deletion detection — Archive Change Watcher (Signature)  [JAH-ATK224S-0004]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archive change watcher keeps eyes on the sources: it polls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Change classification — Archive Change Watcher (Signature)  [JAH-ATK224S-0005]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archive change watcher keeps eyes on the sources: it polls 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JAH-ATK224S-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Archive Change Watcher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additions, deletions, and modifications in monitored resources.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https://justinahiggins614-cmyk.github.io/jah-databases/db/archive-toolkit-archive-change-watcher-signature/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https://justinahiggins614-cmyk.github.io/jah-databases-data-1/data/archive-toolkit-archive-change-watcher-signature/index.jsonl.gz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
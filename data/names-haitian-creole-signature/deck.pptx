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aitian-creole-signature/" TargetMode="External"/><Relationship Id="rId3" Type="http://schemas.openxmlformats.org/officeDocument/2006/relationships/hyperlink" Target="https://justinahiggins614-cmyk.github.io/jah-databases-data-1/data/names-haitian-creol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Haitian Creole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Haitian Creole style — new creations built from real Haitian Creole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Haitian Creole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Haitian Creole style — new creations built from real Haitian Creole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Haitian Creole Names Database from genuine Haitian Creole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Haitian Creole-style given name: Jeanrose  [JAH-NMHCS2-000001]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Jeanrose is a Signature original Haitian Creole-style given name, created for the Signature Haitian Creole Names Database. From Jean + Rose.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Haitian Creole-style given name: Mariepierre  [JAH-NMHCS2-000002]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Mariepierre is a Signature original Haitian Creole-style given name, created for the Signature Haitian Creole Names Database. From Marie + Pierre.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Haitian Creole-style given name: Jacquesrose  [JAH-NMHCS2-000003]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Jacquesrose is a Signature original Haitian Creole-style given name, created for the Signature Haitian Creole Names Database. From Jacques + Rose.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Haitian Creole-style given name: Pierremarie  [JAH-NMHCS2-000004]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Pierremarie is a Signature original Haitian Creole-style given name, created for the Signature Haitian Creole Names Database. From Pierre + Marie.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Haitian Creole-style given name: Dieudonnerose  [JAH-NMHCS2-000005]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Dieudonnerose is a Signature original Haitian Creole-style given name, created for the Signature Haitian Creole Names Database. From Dieudonne + Rose. It is labeled a Signature creation and is not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JAH-NMHCS2-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Haitian Creole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Haitian Creole style — new creations built from real Haitian Creole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https://justinahiggins614-cmyk.github.io/jah-databases/db/names-haitian-creole-signature/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https://justinahiggins614-cmyk.github.io/jah-databases-data-1/data/names-haitian-creole-signature/index.jsonl.gz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
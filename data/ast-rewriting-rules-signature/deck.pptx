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st-rewriting-rules-signature/" TargetMode="External"/><Relationship Id="rId3" Type="http://schemas.openxmlformats.org/officeDocument/2006/relationships/hyperlink" Target="https://justinahiggins614-cmyk.github.io/jah-databases-data-1/data/ast-rewriting-rule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AST Rewriting Rules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Transform code automatically — codemods, linters with autofix, and AST rewrite engines.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AST Rewriting Rules Database holds 15 ast rewriting engines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Transform code automatically — codemods, linters with autofix, and AST rewrite engines.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Signature-original completion authored for the JAH Databases network; clearly labeled Signature,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SigRewrite-Core  [JAH-ASTREW-S-000001]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rewrite engine with provably semantics-preserving rules. Rewrites Sig AST; rules in SigRule DSL. Scale: Sig fleet.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SigCodemod  [JAH-ASTREW-S-000002]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codemods with dry-run diffs and test-gated apply. Rewrites migrations; rules in Sig transform scripts. Scale: monorepos.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SigLint-Fix  [JAH-ASTREW-S-000003]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every lint has an autofix; CI applies safe ones. Rewrites violations; rules in fix rules. Scale: all Sig code.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SigRefactor  [JAH-ASTREW-S-000004]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IDE-grade refactors (rename/extract/move) for Sig langs. Rewrites refactors; rules in refactor ops. Scale: IDEs.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SigQuery-AST  [JAH-ASTREW-S-000005]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AST queries with structural patterns and metavars. Rewrites query (find); rules in pattern DSL. Scale: analysis.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ast rewriting engine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JAH-ASTREW-S-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Rewriting Architect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Transform code automatically — codemods, linters with autofix, and AST rewrite engines.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https://justinahiggins614-cmyk.github.io/jah-databases/db/ast-rewriting-rules-signature/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https://justinahiggins614-cmyk.github.io/jah-databases-data-1/data/ast-rewriting-rules-signature/index.jsonl.gz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
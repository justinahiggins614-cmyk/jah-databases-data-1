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llaborative-multi-llm-consensus-signature/" TargetMode="External"/><Relationship Id="rId3" Type="http://schemas.openxmlformats.org/officeDocument/2006/relationships/hyperlink" Target="https://justinahiggins614-cmyk.github.io/jah-databases-data-1/data/collaborative-multi-llm-consensu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Collaborative Multi-LLM Consensus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Many models, one answer: voting, debate, and agreement protocols for LLM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Collaborative Multi-LLM Consensus Database holds 15 multi-model consensus protocols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models, one answer: voting, debate, and agreement protocols for LLM teams.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Lineage-Weighted Consensus  [JAH-CML-S-000001]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ballot carries the voter's Signature lineage stamp, and votes are weighted by verified lineage depth — models with longer audited track records count more. Ballots are journa…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Multi-agent debate rounds  [JAH-CML-S-000002]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In the debate protocol (Du et al.), several model instances propose answers, then read each other's reasoning and revise over multiple rounds before a judge (or vote) picks the win…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Lineage-Weighted Consensus  [JAH-CML-S-000003]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ballot carries the voter's Signature lineage stamp, and votes are weighted by verified lineage depth — models with longer audited track records count more. Ballots are journa…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Multi-agent debate rounds  [JAH-CML-S-000004]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In the debate protocol (Du et al.), several model instances propose answers, then read each other's reasoning and revise over multiple rounds before a judge (or vote) picks the win…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Condorcet pairwise ranking  [JAH-CML-S-000005]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When models rank multiple candidate answers, Condorcet voting compares every pair head-to-head: the candidate beating all others pairwise wins. It avoids vote-splitting pathologies…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multi-model consensus protocol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JAH-CML-S-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Multi-LLM Consensus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models, one answer: voting, debate, and agreement protocols for LLM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https://justinahiggins614-cmyk.github.io/jah-databases/db/collaborative-multi-llm-consensus-signature/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https://justinahiggins614-cmyk.github.io/jah-databases-data-1/data/collaborative-multi-llm-consensus-signature/index.jsonl.gz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
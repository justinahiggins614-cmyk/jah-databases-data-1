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w-labs-generator-signature/" TargetMode="External"/><Relationship Id="rId3" Type="http://schemas.openxmlformats.org/officeDocument/2006/relationships/hyperlink" Target="https://justinahiggins614-cmyk.github.io/jah-databases-data-1/data/new-labs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New Labs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Manon's original lab concepts, Signature-made.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New Labs Generator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lab concepts, Signature-made.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concept by Justin Addam Higgins (JAH) — Signature concept, not public record; demo smoke-tested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Totalon Resonance Lab  [JAH-NLABS-000001]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lab: testing whether archive shards can resonate like tuned strings. Signature concept by Justin Addam Higgins — demo shows the resonance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Dream Weaving Lab  [JAH-NLABS-000002]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lab: weaving the archive's dreams into new records. Signature concept by Justin Addam Higgins — demo shows the weaving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Guardian Training Lab  [JAH-NLABS-000003]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lab: training guardians to spot untrue records. Signature concept by Justin Addam Higgins — demo shows the training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Star Voyage Lab  [JAH-NLABS-000004]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lab for the never-realized voyage: sailing the archive between stars. Signature concept by Justin Addam Higgins — honestly a dream, demo shows the voyage-plan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Echo Chamber Lab  [JAH-NLABS-000005]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lab: a chamber where provenance echoes never fade. Signature concept by Justin Addam Higgins — demo shows the echo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JAH-NLABS-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New Labs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lab concepts, Signature-made.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https://justinahiggins614-cmyk.github.io/jah-databases/db/new-labs-generator-signature/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https://justinahiggins614-cmyk.github.io/jah-databases-data-1/data/new-labs-generator-signature/index.jsonl.gz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
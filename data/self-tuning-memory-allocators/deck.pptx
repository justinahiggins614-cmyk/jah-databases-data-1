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tuning-memory-allocators/" TargetMode="External"/><Relationship Id="rId3" Type="http://schemas.openxmlformats.org/officeDocument/2006/relationships/hyperlink" Target="https://justinahiggins614-cmyk.github.io/jah-databases-data-1/data/self-tuning-memory-allocato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Self-Tuning Memory Allocators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Memory allocators that watch their own behavior and adapt: size classes, thread caches, and fragmentation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Self-Tuning Memory Allocators Database holds 15 allocators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Memory allocators that watch their own behavior and adapt: size classes, thread caches, and fragmentation control.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Slab Allocation  [JAH-STMA-000001]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Pre-carves memory into slabs of fixed-size objects, so allocating is just popping a free slot - no searching, no splitting. Slabs eliminate fragmentation for fixed-size objects and make allocation 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Size-Class Tuning  [JAH-STMA-000002]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Groups allocation sizes into classes and tunes the class boundaries to the program's actual size histogram. Well-tuned classes minimize internal waste while keeping the number of classes small enough…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Thread-Local Caches  [JAH-STMA-000003]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Gives each thread its own small cache of free blocks so the common allocate/free path needs no locks. Thread-local caching removes allocator contention, which is often the top scalability bottleneck…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Fragmentation Metrics  [JAH-STMA-000004]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Measures fragmentation continuously - the gap between memory held and memory usable - so tuning decisions rest on data. Without metrics, fragmentation is invisible until the allocator mysteriously fa…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Adaptive Thresholds  [JAH-STMA-000005]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Adjusts internal thresholds - when to return memory to the OS, when to trigger compaction - based on observed pressure rather than fixed constants. Adaptive thresholds keep the allocator responsive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allocator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JAH-STMA-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Allocator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Memory allocators that watch their own behavior and adapt: size classes, thread caches, and fragmentation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https://justinahiggins614-cmyk.github.io/jah-databases/db/self-tuning-memory-allocators/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https://justinahiggins614-cmyk.github.io/jah-databases-data-1/data/self-tuning-memory-allocators/index.jsonl.gz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
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loom-filters-signature/" TargetMode="External"/><Relationship Id="rId3" Type="http://schemas.openxmlformats.org/officeDocument/2006/relationships/hyperlink" Target="https://justinahiggins614-cmyk.github.io/jah-databases-data-1/data/bloom-filt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Bloom Filters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Bloom Filters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Classic Bloom filter  [JAH-BLOOMF2-S-000001]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Bloom filter answers 'definitely not in the set, or probably in the set' using a bit array and k hash functions: insert sets k bits, query checks all k. No false negatives ever; false positives tun…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False positive math  [JAH-BLOOMF2-S-000002]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false-positive rate is not magic — it is (1 - e^(-kn/m))^k, minimized at k = (m/n) ln 2 to about 0.6185^(m/n). Ten bits per element gives ~1%, twenty gives ~0.01%. This formula sizes every Bloom…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Optimal hash count  [JAH-BLOOMF2-S-000003]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optimal number of hash functions is k = (m/n) ln 2 — about 7 for the classic 10-bits-per-element filter. Fewer hashes underuse the bits; more hashes set too many bits and raise the FP rate. In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Counting Bloom filter  [JAH-BLOOMF2-S-000004]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Classic Bloom filters cannot delete — clearing bits might erase other elements' fingerprints. Counting Bloom filters replace bits with small counters: insert increments k counters, delete decrements,…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Scalable Bloom filter  [JAH-BLOOMF2-S-000005]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Bloom filter sized for n elements degrades as the set grows past n — the FP rate climbs. Scalable Bloom filters chain a series of filters with geometrically growing sizes and tightening FP rates: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JAH-BLOOMF2-S-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Bloom Filters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https://justinahiggins614-cmyk.github.io/jah-databases/db/bloom-filters-signature/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https://justinahiggins614-cmyk.github.io/jah-databases-data-1/data/bloom-filters-signature/index.jsonl.gz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
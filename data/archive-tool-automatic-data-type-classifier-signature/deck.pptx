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data-type-classifier-signature/" TargetMode="External"/><Relationship Id="rId3" Type="http://schemas.openxmlformats.org/officeDocument/2006/relationships/hyperlink" Target="https://justinahiggins614-cmyk.github.io/jah-databases-data-1/data/archive-tool-automatic-data-type-classifi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Data-Type Classifier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whether content represents facts, instructions, programs, measurements, media, models, or other data types.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Data-Type Classifier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whether content represents facts, instructions, programs, measurements, media, models, or other data types.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Heuristic Classification — Core Method  [JAH-AT30S-000001]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fastest classifier is a set of transparent heuristics: code fences and 'def ' suggest a program, units like 'kg' suggest measurements, imperative verbs…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Heuristic Classification — Compounded Pattern  [JAH-AT30S-000002]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fastest classifier is a set of transparent heuristics: code fences and 'def ' suggest a program, units like 'kg' suggest measurements, imperative verbs…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Heuristic Classification — Full-System Integration  [JAH-AT30S-000003]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fastest classifier is a set of transparent heuristics: code fences and 'def ' suggest a program, units like 'kg' suggest measurements, imperative verbs…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Feature-Based Scoring — Core Method  [JAH-AT30S-000004]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Beyond raw heuristics, the classifier extracts numeric features — code-token ratio, numeric-token ratio, average sentence length, imperative-verb rate —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Feature-Based Scoring — Compounded Pattern  [JAH-AT30S-000005]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Beyond raw heuristics, the classifier extracts numeric features — code-token ratio, numeric-token ratio, average sentence length, imperative-verb rate — 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Type Classifier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whether content represents facts, instructions, programs, measurements, media, models, or other data types.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https://justinahiggins614-cmyk.github.io/jah-databases/db/archive-tool-automatic-data-type-classifier-signature/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https://justinahiggins614-cmyk.github.io/jah-databases-data-1/data/archive-tool-automatic-data-type-classifier-signature/index.jsonl.gz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
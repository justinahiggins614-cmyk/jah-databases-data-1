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ausal-intelligence-simulator/" TargetMode="External"/><Relationship Id="rId3" Type="http://schemas.openxmlformats.org/officeDocument/2006/relationships/hyperlink" Target="https://justinahiggins614-cmyk.github.io/jah-databases-data-1/data/apex-tool-causal-intelligence-simul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Causal Intelligence Simulator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and tests candidate causal models from data, explicit assumptions, and controlled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Causal Intelligence Simulator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and tests candidate causal models from data, explicit assumptions, and controlled experiments.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Judea Pearl, Causality: Models, Reasoning, and Inference, Cambridge University Press, 2009.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Directed Acyclic Graphs for Causal Models  [JAH-APX26-000001]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directed acyclic graph (DAG) is the formal language of causal assumptions: nodes are variables and arrows are direct causal influences. The graph's d-separation rules read off exactly which indepen…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do-calculus: From Seeing to Doing  [JAH-APX26-000002]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Pearl's do-calculus gives three graphical rules that convert an interventional query P(Y|do(X)) into an expression using only observational data, whenever the DAG permits it. When no rule sequence ap…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Randomized Controlled Trials and A/B Testing  [JAH-APX26-000003]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Random assignment of treatment breaks all confounding paths at once, which is why the randomized controlled trial is the gold standard of causal evidence. The demo simulates a two-arm trial, estimate…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Propensity Score Matching  [JAH-APX26-000004]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Rosenbaum and Rubin (1983) showed that matching treated and control units on the propensity score — the probability of treatment given covariates — balances the observed covariates like a randomized…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Instrumental Variables and Two-Stage Least Squares  [JAH-APX26-000005]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instrument is a variable that nudges treatment but affects the outcome only through treatment — Angrist's draft-lottery work is the classic example. Two-stage least squares first predicts treatmen…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Causal Intelligence Simulator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and tests candidate causal models from data, explicit assumptions, and controlled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https://justinahiggins614-cmyk.github.io/jah-databases/db/apex-tool-causal-intelligence-simulator/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https://justinahiggins614-cmyk.github.io/jah-databases-data-1/data/apex-tool-causal-intelligence-simulator/index.jsonl.gz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
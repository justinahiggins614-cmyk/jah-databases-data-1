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ross-reference-resolver/" TargetMode="External"/><Relationship Id="rId3" Type="http://schemas.openxmlformats.org/officeDocument/2006/relationships/hyperlink" Target="https://justinahiggins614-cmyk.github.io/jah-databases-data-1/data/archive-tool-cross-reference-resolv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Cross-Reference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Resolves archive cross-references: parsing, validation, closures, dedupe, canonicalization.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Cross-Reference Resolver Database holds 15 reference resolution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Resolves archive cross-references: parsing, validation, closures, dedupe, canonicalization.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established computer-science methods documented in standard literature and practice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Citation pattern extraction with regex  [JAH-AT41-0001]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Citation extraction finds reference markers in archive text using patterns for bracketed IDs, DOIs, and footnote anchors. Compiled regular expressions scan for shapes like [JAH-123], doi:10.x/y,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Anchor reference parsing in documents  [JAH-AT41-0002]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Anchor parsing resolves in-document references like 'see Section 3.2' or '#fig-4' to their target locations. The parser builds an anchor table while indexing (headings, figures, tables with their IDs…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Structured reference record normalization  [JAH-AT41-0003]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 normalization converts messy citations into canonical structured records with fixed fields. The normalizer parses author, year, title, and identifier segments, lowercases and trims each,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Dangling reference detection  [JAH-AT41-0004]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Dangling detection finds references whose targets do not exist in the archive, the broken links of the collection. All reference targets resolve against the archive's ID index; any target with no mat…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Redirect chain following and loop detection  [JAH-AT41-0005]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Redirect following walks reference redirects to their final targets while detecting loops and over-long chains. The resolver follows the redirect map with a visited set and a hop cap; a revisit prove…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reference resolution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Link Resolver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Resolves archive cross-references: parsing, validation, closures, dedupe, canonicalization.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https://justinahiggins614-cmyk.github.io/jah-databases/db/archive-tool-cross-reference-resolver/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https://justinahiggins614-cmyk.github.io/jah-databases-data-1/data/archive-tool-cross-reference-resolver/index.jsonl.gz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
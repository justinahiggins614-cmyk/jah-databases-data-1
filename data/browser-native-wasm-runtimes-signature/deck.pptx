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rowser-native-wasm-runtimes-signature/" TargetMode="External"/><Relationship Id="rId3" Type="http://schemas.openxmlformats.org/officeDocument/2006/relationships/hyperlink" Target="https://justinahiggins614-cmyk.github.io/jah-databases-data-1/data/browser-native-wasm-runtim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Browser-Native WASM Runtimes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WebAssembly runtimes that run inside the browser or at the edge — engines, interfaces, and embedding facts for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Browser-Native WASM Runtimes Database holds 15 wasm runtimes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WebAssembly runtimes that run inside the browser or at the edge — engines, interfaces, and embedding facts for each.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SigVM-Nano  [JAH-BNW-S-000001]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 WASM interpreter designed to cold-boot in under 2 ms on microcontrollers with 64 KB RAM. It is implemented in C, supports SigWASI-tiny, and is released under Signature.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SigVM-Edge  [JAH-BNW-S-000002]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an edge runtime with built-in request metering and per-request fuel caps for multi-tenant hosts. It is implemented in Rust, supports WASI 0.2, and is released under Signature.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SigVM-Browser  [JAH-BNW-S-000003]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 browser-embeddable runtime exposing WASM modules as DOM-addressable components. It is implemented in TypeScript/C++, supports browser-bindings, and is released under Signature.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SigVM-Fleet  [JAH-BNW-S-000004]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 fleet runtime that live-migrates running WASM instances between hosts with CRIU-style freeze. It is implemented in Rust, supports WASI 0.2, and is released under Signature.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SigVM-Deterministic  [JAH-BNW-S-000005]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 deterministic replay runtime recording every host call for exact re-execution of WASM runs. It is implemented in Rust, supports WASI-recorded, and is released under Signature.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wasm runtime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JAH-BNW-S-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Runtime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WebAssembly runtimes that run inside the browser or at the edge — engines, interfaces, and embedding facts for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https://justinahiggins614-cmyk.github.io/jah-databases/db/browser-native-wasm-runtimes-signature/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https://justinahiggins614-cmyk.github.io/jah-databases-data-1/data/browser-native-wasm-runtimes-signature/index.jsonl.gz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
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atalan-signature/" TargetMode="External"/><Relationship Id="rId3" Type="http://schemas.openxmlformats.org/officeDocument/2006/relationships/hyperlink" Target="https://justinahiggins614-cmyk.github.io/jah-databases-data-1/data/names-catal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Catalan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Catalan style — new creations built from real Catalan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Catalan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Catalan style — new creations built from real Catalan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Catalan Names Database from genuine Catalan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Catalan-style given name: Jordimont  [JAH-NMCS5-000001]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Jordimont is a Signature original Catalan-style given name, created for the Signature Catalan Names Database. From Jordi + mont (mountain). It is labeled a Signature creation and is not a traditional…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Catalan-style given name: Montserratina  [JAH-NMCS5-000002]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Montserratina is a Signature original Catalan-style given name, created for the Signature Catalan Names Database. From Montserrat + -ina. It is labeled a Signature creation and is not a traditional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Catalan-style given name: Josepmar  [JAH-NMCS5-000003]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Josepmar is a Signature original Catalan-style given name, created for the Signature Catalan Names Database. From Josep + mar (sea). It is labeled a Signature creation and is not a traditional Catala…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Catalan-style given name: Annamuntanya  [JAH-NMCS5-000004]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Annamuntanya is a Signature original Catalan-style given name, created for the Signature Catalan Names Database. From Anna + muntanya (mountain). It is labeled a Signature creation and is not a tradi…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Catalan-style given name: Pereblau  [JAH-NMCS5-000005]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Pereblau is a Signature original Catalan-style given name, created for the Signature Catalan Names Database. From Pere + blau (blue). It is labeled a Signature creation and is not a traditional Catal…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Catalan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Catalan style — new creations built from real Catalan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https://justinahiggins614-cmyk.github.io/jah-databases/db/names-catalan-signature/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https://justinahiggins614-cmyk.github.io/jah-databases-data-1/data/names-catalan-signature/index.jsonl.gz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
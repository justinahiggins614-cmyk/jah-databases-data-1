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russian-signature/" TargetMode="External"/><Relationship Id="rId3" Type="http://schemas.openxmlformats.org/officeDocument/2006/relationships/hyperlink" Target="https://justinahiggins614-cmyk.github.io/jah-databases-data-1/data/names-russi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Russian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Russian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Russian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Russian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Ivan - sound, structure, and naming power  [JAH-NMRS-000001]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Russian masculine name Ivan. Sound: 2 syllables, firm consonant close. Structure: The Russian form of John; the classic Russian name.. Recorded meaning: God is gracious.…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Maria - sound, structure, and naming power  [JAH-NMRS-000002]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Russian feminine name Maria. Sound: 2 syllables, open vowels. Structure: The Russian form of Mary.. Recorded meaning: Beloved. Naming power: the name is short, sayable,…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Aleksandr - sound, structure, and naming power  [JAH-NMRS-000003]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Russian masculine name Aleksandr. Sound: 3 syllables, firm consonant close. Structure: From Greek; borne by tsars.. Recorded meaning: Defender of men. Naming power: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Olga - sound, structure, and naming power  [JAH-NMRS-000004]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Russian feminine name Olga. Sound: 2 syllables, open vowels. Structure: From Norse Helga.. Recorded meaning: Holy. Naming power: the name is short, sayable, and carries…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Russian naming framework  [JAH-NMRS-000005]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Russian names. Forging a new Signature name runs in four passes: sound (two to four syllables that read aloud cleanly), meaning (one plain-language gloss, never a par…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JAH-NMRS-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Russian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Russian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https://justinahiggins614-cmyk.github.io/jah-databases/db/names-russian-signature/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https://justinahiggins614-cmyk.github.io/jah-databases-data-1/data/names-russian-signature/index.jsonl.gz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
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lly-working-screens-signature/" TargetMode="External"/><Relationship Id="rId3" Type="http://schemas.openxmlformats.org/officeDocument/2006/relationships/hyperlink" Target="https://justinahiggins614-cmyk.github.io/jah-databases-data-1/data/fully-working-scree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Fully Working Screens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working screens, each a real HTML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Fully Working Screens Database holds 15 signature working screens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working screens, each a real HTML demo.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Calculator Plus  [JAH-WSCRS-000001]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calculator screen: the working calculator plus a tape-style history of every computation, because a calculator that forgets is a calculator that cannot be checked. The demo field…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Stopwatch Pro  [JAH-WSCRS-000002]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stopwatch screen: standard timing plus average-of-laps and best-lap highlighting, because the Signature method measures to improve, not just to record. The demo field holds the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Sketch Pad  [JAH-WSCRS-000003]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sketch screen: drawing plus a one-click PNG download, because Signature work is meant to be kept and shared. The demo field holds the complete standalone Signature HTML screen.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Markdown Studio  [JAH-WSCRS-000004]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markdown studio: live preview plus word count and a copy-HTML button, because Signature documents ship as both source and rendered page. The demo field holds the complete standal…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Focus Blocks  [JAH-WSCRS-000005]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focus screen: Pomodoro timing with a per-session intention line and a completed-intentions log, because Signature time is spent on purpose. The demo field holds the complete stan…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working screen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JAH-WSCRS-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Screen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working screens, each a real HTML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https://justinahiggins614-cmyk.github.io/jah-databases/db/fully-working-screens-signature/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https://justinahiggins614-cmyk.github.io/jah-databases-data-1/data/fully-working-screens-signature/index.jsonl.gz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
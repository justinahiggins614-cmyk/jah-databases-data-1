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oftware-capability-synthesis-engine/" TargetMode="External"/><Relationship Id="rId3" Type="http://schemas.openxmlformats.org/officeDocument/2006/relationships/hyperlink" Target="https://justinahiggins614-cmyk.github.io/jah-databases-data-1/data/apex-tool-software-capability-synthesis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Software Capability Synthesis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Combines existing libraries and verified components into new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Software Capability Synthesis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existing libraries and verified components into new applications.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Standard component-based practice.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Component Composition  [JAH-APX49-000001]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Assemble verified libraries into applications: the synthesis engine's core act. Composition is designed, not hoped.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Package Managers (npm/PyPI)  [JAH-APX49-000002]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npm and PyPI resolve the dependency graph: the synthesis engine's supply chain. Versions lock, trees resolve.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Plugin Architectures  [JAH-APX49-000003]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Extensible hosts with plugin contracts: the synthesis engine grows by plugins. The host is stable; the edges evolve.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Service Composition  [JAH-APX49-000004]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Orchestration vs choreography: services compose into workflows. The synthesis engine conducts.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Unix Philosophy Composition  [JAH-APX49-000005]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Pipes of small tools: the original synthesis — each tool does one thing, composition does everything. The shell conducts.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Software Capability Synthesis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existing libraries and verified components into new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https://justinahiggins614-cmyk.github.io/jah-databases/db/apex-tool-software-capability-synthesis-engine/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https://justinahiggins614-cmyk.github.io/jah-databases-data-1/data/apex-tool-software-capability-synthesis-engine/index.jsonl.gz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
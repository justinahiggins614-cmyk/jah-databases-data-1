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stem-failure-injection/" TargetMode="External"/><Relationship Id="rId3" Type="http://schemas.openxmlformats.org/officeDocument/2006/relationships/hyperlink" Target="https://justinahiggins614-cmyk.github.io/jah-databases-data-1/data/system-failure-inje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System Failure Injection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Chaos engineering done responsibly: injecting failures to prove systems survive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System Failure Injection Database holds 20 failure injection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Chaos engineering done responsibly: injecting failures to prove systems survive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Chaos Engineering Principles  [JAH-SFI-000001]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Hypothesize steady state, inject real-world faults, compare: the scientific method applied to resilience. The principles make chaos engineering, not chaos. Discipline tames the chaos.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Kill Random Instances  [JAH-SFI-000002]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Terminating random instances proves the system survives host loss; the classic Chaos Monkey. Survivors serve. Randomness is the teacher.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Network Partition Injection  [JAH-SFI-000003]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Splitting the network proves partitions are handled: split-brain must not corrupt. Partitions are the hard fault. Handling gets proven.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Latency Injection  [JAH-SFI-000004]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Adding latency proves timeouts and retries work; slow dependencies must not cascade. Latency is the sneaky fault. Timeouts get tested.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Blast Radius Control  [JAH-SFI-000005]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Experiments start tiny (one instance) and grow only with confidence; automatic halt on bad metrics. Radius is the safety. Small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failure injection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JAH-SFI-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Chaos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Chaos engineering done responsibly: injecting failures to prove systems survive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https://justinahiggins614-cmyk.github.io/jah-databases/db/system-failure-injection/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https://justinahiggins614-cmyk.github.io/jah-databases-data-1/data/system-failure-injection/index.jsonl.gz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
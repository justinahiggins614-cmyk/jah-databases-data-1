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provenance-verification/" TargetMode="External"/><Relationship Id="rId3" Type="http://schemas.openxmlformats.org/officeDocument/2006/relationships/hyperlink" Target="https://justinahiggins614-cmyk.github.io/jah-databases-data-1/data/cross-provenance-ve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Cross-Database Provenance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Cross-Database Provenance Verification Database holds 20 provenance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Multi-Source Lineage Join  [JAH-CROSSP-000001]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record's lineage is assembled by joining the provenance logs of every database that touched it. The join exposes gaps where a database failed to log, which are themselves findings. Teaching ladder:…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Hash-Chained Custody Log  [JAH-CROSSP-000002]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custody transfer appends a hash of the previous entry, forming a tamper-evident chain across databases. Any alteration breaks the chain at exactly the point of tampering, which is provable in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Timestamp Consistency Audit  [JAH-CROSSP-000003]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Timestamps from all sources are checked for causal order: no effect may be dated before its cause. Inconsistent clocks are the usual culprit, and the audit names which source's clock is wrong. Teachi…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Verification Sweep  [JAH-CROSSP-000004]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carrying a cryptographic signature is re-verified against the signer's current public key. The sweep catches expired keys and revoked signers before their records are trusted in a join.…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Custody Transfer Receipts  [JAH-CROSSP-000005]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handoff between systems produces a signed receipt naming the record, the parties, and the time. Receipts make it possible to answer 'who had this data when' for any record in the network. Teachi…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provenance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JAH-CROSSP-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Provenance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Cross-database provenance verification: proving where every record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https://justinahiggins614-cmyk.github.io/jah-databases/db/cross-provenance-verification/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https://justinahiggins614-cmyk.github.io/jah-databases-data-1/data/cross-provenance-verification/index.jsonl.gz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
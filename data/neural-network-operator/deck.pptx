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ural-network-operator/" TargetMode="External"/><Relationship Id="rId3" Type="http://schemas.openxmlformats.org/officeDocument/2006/relationships/hyperlink" Target="https://justinahiggins614-cmyk.github.io/jah-databases-data-1/data/neural-network-op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Neural Network Operator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mathematical operators that neural networks are built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Neural Network Operator Database holds 20 network operators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mathematical operators that neural networks are built from.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MatMul  [JAH-NNO-000001]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Computes C = A @ B, the workhorse of linear layers and attention projections. Recorded facts — Operator: MatMul; Math: C[i,j] = sum_k A[i,k]*B[k,j]; Shapes: [M,K]x[K,N] -&gt; [M,N]. Used by ML engineers…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Convolution2D  [JAH-NNO-000002]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Slides a learned kernel over the input, computing cross-correlation at each position. Recorded facts — Operator: Convolution2D; Math: (I*K)[i,j] = sum_mn I[i+m,j+n]K[m,n]; Shapes: [B,C,H,W] -&gt; [B,C',…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Softmax  [JAH-NNO-000003]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Turns logits into a probability distribution with the normalized exponential. Recorded facts — Operator: p_i = exp(x_i/T)/sum_j exp(x_j/T); Math: [B,S] -&gt; [B,S]; Shapes: 1.0. Used by ML engineers,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LayerNorm  [JAH-NNO-000004]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Normalizes each sample to zero mean and unit variance, then applies learned scale and shift. Recorded facts — Operator: LayerNorm; Math: y = (x-mean)/sqrt(var+eps)*g + b; Shapes: [B,S,H] -&gt; same. 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ReLU  [JAH-NNO-000005]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Rectified linear unit: passes positive values, zeroes negatives; cheap and effective. Recorded facts — Operator: ReLU; Math: y = max(0, x); Shapes: any -&gt; same. Used by ML engineers, compiler writers…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network operator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JAH-NNO-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Neural Network Operator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mathematical operators that neural networks are built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https://justinahiggins614-cmyk.github.io/jah-databases/db/neural-network-operator/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https://justinahiggins614-cmyk.github.io/jah-databases-data-1/data/neural-network-operator/index.jsonl.gz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
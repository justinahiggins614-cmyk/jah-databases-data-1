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amera-motion-reconstruction/" TargetMode="External"/><Relationship Id="rId3" Type="http://schemas.openxmlformats.org/officeDocument/2006/relationships/hyperlink" Target="https://justinahiggins614-cmyk.github.io/jah-databases-data-1/data/camera-motion-reconstruc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Camera Motion Reconstruction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Methods that recover camera trajectories and 3D structure from image sequences.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Camera Motion Reconstruction Database holds 20 reconstruction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Methods that recover camera trajectories and 3D structure from image sequences.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Structure from Motion  [JAH-CAMERA-000001]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Recovers camera poses and a sparse 3D point cloud from overlapping photographs by detecting features, matching them across views, and running bundle adjustment. Recorded facts — Method: feature match…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ORB-SLAM Visual SLAM  [JAH-CAMERA-000002]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Real-time visual SLAM that tracks ORB features frame to frame, builds a covisibility map, and closes loops to correct drift. Recorded facts — Method: ORB feature tracking + loop closure; Inputs: mono…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Bundle Adjustment  [JAH-CAMERA-000003]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Joint non-linear refinement of camera parameters and 3D point positions that minimizes total reprojection error across all views. Recorded facts — Method: initial poses + 2D-3D correspondences; Input…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Visual Odometry  [JAH-CAMERA-000004]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Estimates camera motion incrementally from consecutive frames without building a global map, the core of frame-to-frame tracking. Recorded facts — Method: consecutive image pairs; Inputs: video strea…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Incremental SfM  [JAH-CAMERA-000005]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Builds a reconstruction by registering one image at a time, triangulating new points, and running local bundle adjustment after each addition. Recorded facts — Method: seed image pair; Inputs: ordere…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reconstruction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JAH-CAMERA-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Camera Motion Reconstruction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Methods that recover camera trajectories and 3D structure from image sequences.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https://justinahiggins614-cmyk.github.io/jah-databases/db/camera-motion-reconstruction/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https://justinahiggins614-cmyk.github.io/jah-databases-data-1/data/camera-motion-reconstruction/index.jsonl.gz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
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documentation-synchronizers/" TargetMode="External"/><Relationship Id="rId3" Type="http://schemas.openxmlformats.org/officeDocument/2006/relationships/hyperlink" Target="https://justinahiggins614-cmyk.github.io/jah-databases-data-1/data/autonomous-documentation-synchroniz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Documentation Synchronizers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Docs that update themselves: keeping documentation in lockstep with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Documentation Synchronizers Database holds 15 documentation sync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update themselves: keeping documentation in lockstep with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AST-extracted API reference  [JAH-AUTONO-000001]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API references generated straight from the abstract syntax tree never drift from the code: function signatures, parameters, types, and docstrings are read from source and rendered into docs on every…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Documentation drift detection  [JAH-AUTONO-000002]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Drift detectors compare docs against code and flag mismatches: documented parameters that no longer exist, new parameters nobody documented, examples that no longer run. Running as a CI check, drift…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AST-extracted API reference  [JAH-AUTONO-000003]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API references generated straight from the abstract syntax tree never drift from the code: function signatures, parameters, types, and docstrings are read from source and rendered into docs on every…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Documentation drift detection  [JAH-AUTONO-000004]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Drift detectors compare docs against code and flag mismatches: documented parameters that no longer exist, new parameters nobody documented, examples that no longer run. Running as a CI check, drift…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Doc-coverage gates  [JAH-AUTONO-000005]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gates measure what fraction of public symbols have documentation and fail the build below a threshold. Like test coverage, the number isn't the point — the gate is: it makes undocumented pub…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documentation sync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Documentation Sync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update themselves: keeping documentation in lockstep with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https://justinahiggins614-cmyk.github.io/jah-databases/db/autonomous-documentation-synchronizers/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https://justinahiggins614-cmyk.github.io/jah-databases-data-1/data/autonomous-documentation-synchronizers/index.jsonl.gz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
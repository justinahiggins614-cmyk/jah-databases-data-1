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workload-simulation-engine/" TargetMode="External"/><Relationship Id="rId3" Type="http://schemas.openxmlformats.org/officeDocument/2006/relationships/hyperlink" Target="https://justinahiggins614-cmyk.github.io/jah-databases-data-1/data/apex-tool-universal-workload-simula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Workload Simulation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Estimates how workloads may behave under different hardware, storage, network, and traffic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Workload Simulation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Estimates how workloads may behave under different hardware, storage, network, and traffic conditions.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Workload Profiler  [JAH-APX74-000001]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Captures a workload's real shape — CPU, memory, IO, arrival patterns — from traces, the input every simulation needs.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Hardware Model Library  [JAH-APX74-000002]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Holds honest models of hardware options: throughput, latency, limits — from spec sheets and benchmarks.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Traffic Generator  [JAH-APX74-000003]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Generates realistic traffic — daily peaks, bursts, growth — to stress the simulated system honestly.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Storage Modeler  [JAH-APX74-000004]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storage tiers: latency, throughput, and cost per tier, so data placement choices are simulatable.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Network Modeler  [JAH-APX74-000005]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network paths between tiers and regions with latency and bandwidth, completing the picture.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Workload Simulation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Estimates how workloads may behave under different hardware, storage, network, and traffic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https://justinahiggins614-cmyk.github.io/jah-databases/db/apex-tool-universal-workload-simulation-engine/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https://justinahiggins614-cmyk.github.io/jah-databases-data-1/data/apex-tool-universal-workload-simulation-engine/index.jsonl.gz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
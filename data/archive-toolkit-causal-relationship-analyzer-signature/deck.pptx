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ausal-relationship-analyzer-signature/" TargetMode="External"/><Relationship Id="rId3" Type="http://schemas.openxmlformats.org/officeDocument/2006/relationships/hyperlink" Target="https://justinahiggins614-cmyk.github.io/jah-databases-data-1/data/archive-toolkit-causal-relationship-analy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Causal Relationship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Separates real causes from correlations and guesses.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Causal Relationship Analyzer Database holds 15 causal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Separates real causes from correlations and guesses.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Causal Relationship Analyzer: a plain-language overview (Signature)  [JAH-ATK169S-000001]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Causal Relationship Analyzer does and why archives need it. Signature original. The Signature causal method is strict on purpose: a cause is only a cause when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Causal Relationship Analyzer works (Signature)  [JAH-ATK169S-000002]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Causal Relationship Analyzer does and why archives need it. Signature original. The Signature approach uses a fixed four-class evidence ladder — proven cause, 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Causal Relationship Analyzer works: the deep tour (Signature)  [JAH-ATK169S-000003]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Causal Relationship Analyzer does and why archives need it. Signature original. The Signature approach uses a fixed four-class evidence ladder — proven cause, 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Causal cue lexicon classification: the simple idea (Signature)  [JAH-ATK169S-000004]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causal cue lexicon classification - how it works inside the Causal Relationship Analyzer. Signature original. The Signature causal method is strict on purpose: a cause…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Causal cue lexicon classification in practice (Signature)  [JAH-ATK169S-000005]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causal cue lexicon classification - how it works inside the Causal Relationship Analyzer. Signature original. The Signature approach uses a fixed four-class evidence la…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causal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Cause Seeker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Separates real causes from correlations and guesses.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https://justinahiggins614-cmyk.github.io/jah-databases/db/archive-toolkit-causal-relationship-analyzer-signature/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https://justinahiggins614-cmyk.github.io/jah-databases-data-1/data/archive-toolkit-causal-relationship-analyzer-signature/index.jsonl.gz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
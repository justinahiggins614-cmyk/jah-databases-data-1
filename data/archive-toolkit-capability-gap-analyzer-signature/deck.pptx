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apability-gap-analyzer-signature/" TargetMode="External"/><Relationship Id="rId3" Type="http://schemas.openxmlformats.org/officeDocument/2006/relationships/hyperlink" Target="https://justinahiggins614-cmyk.github.io/jah-databases-data-1/data/archive-toolkit-capability-gap-analyz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Capability Gap Analyzer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tasks the current tool collection cannot complete.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Capability Gap Analyzer Database holds 15 gap analysiss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tasks the current tool collection cannot complete.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Capability Gap Analysis: Signature Blind-Spot Census (Foundation)  [JAH-ATK282S-00001]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Capability Gap Analysis: Signature Blind-Spot Census (Operation)  [JAH-ATK282S-00002]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Capability Gap Analysis: Signature Blind-Spot Census (Mastery)  [JAH-ATK282S-00003]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Capability Gap Analysis: Signature Task Autopsy (Foundation)  [JAH-ATK282S-00004]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Capability Gap Analysis: Signature Task Autopsy (Operation)  [JAH-ATK282S-00005]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gap analysis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JAH-ATK282S-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Gap Finder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tasks the current tool collection cannot complete.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https://justinahiggins614-cmyk.github.io/jah-databases/db/archive-toolkit-capability-gap-analyzer-signature/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https://justinahiggins614-cmyk.github.io/jah-databases-data-1/data/archive-toolkit-capability-gap-analyzer-signature/index.jsonl.gz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
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ssive-archive-consistency-engine-signature/" TargetMode="External"/><Relationship Id="rId3" Type="http://schemas.openxmlformats.org/officeDocument/2006/relationships/hyperlink" Target="https://justinahiggins614-cmyk.github.io/jah-databases-data-1/data/apex-tool-massive-archive-consistenc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Massive Archive Consistency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Massive Archive Consistency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Hash Tree  [JAH-APX70S-000001]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tree builder seals root hashes per replica.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Divergence Finder  [JAH-APX70S-000002]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comparator seals branch-descending findings.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Divergence Judge  [JAH-APX70S-000003]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Classifies divergences with sealed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Quorum Keeper  [JAH-APX70S-000004]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quorum reader seals agreed reads.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Causality Tracker  [JAH-APX70S-000005]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causality with sealed version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Massive Archive Consistency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whether distributed indexes, metadata, and replicated records agree within defined consistency guarantees.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https://justinahiggins614-cmyk.github.io/jah-databases/db/apex-tool-massive-archive-consistency-engine-signature/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https://justinahiggins614-cmyk.github.io/jah-databases-data-1/data/apex-tool-massive-archive-consistency-engine-signature/index.jsonl.gz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
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trieval-by-outcome/" TargetMode="External"/><Relationship Id="rId3" Type="http://schemas.openxmlformats.org/officeDocument/2006/relationships/hyperlink" Target="https://justinahiggins614-cmyk.github.io/jah-databases-data-1/data/archive-toolkit-retrieval-by-outcom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Retrieval-by-Outcome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for resources associated with a desired result rather than a known tool name.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Retrieval-by-Outcome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for resources associated with a desired result rather than a known tool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retrieval-by-outcome;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Outcome vocabulary — Retrieval-by-Outcome  [JAH-ATK212-0001]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Retrieval-by-outcome starts from the desired end state — 'a printed replacement gear', 'a passing test suite', 'a quiet room' — and works backward to the resources that produce it. Callers often know…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Usage-to-outcome mining — Retrieval-by-Outcome  [JAH-ATK212-0002]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Retrieval-by-outcome starts from the desired end state — 'a printed replacement gear', 'a passing test suite', 'a quiet room' — and works backward to the resources that produce it. Callers often know…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Effect back-chaining — Retrieval-by-Outcome  [JAH-ATK212-0003]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Retrieval-by-outcome starts from the desired end state — 'a printed replacement gear', 'a passing test suite', 'a quiet room' — and works backward to the resources that produce it. Callers often know…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Outcome achievement scoring — Retrieval-by-Outcome  [JAH-ATK212-0004]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Retrieval-by-outcome starts from the desired end state — 'a printed replacement gear', 'a passing test suite', 'a quiet room' — and works backward to the resources that produce it. Callers often know…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Constraint-aware outcomes — Retrieval-by-Outcome  [JAH-ATK212-0005]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Retrieval-by-outcome starts from the desired end state — 'a printed replacement gear', 'a passing test suite', 'a quiet room' — and works backward to the resources that produce it. Callers often know…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JAH-ATK212-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Retrieval-by-Outcome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for resources associated with a desired result rather than a known tool name.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https://justinahiggins614-cmyk.github.io/jah-databases/db/archive-toolkit-retrieval-by-outcome/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https://justinahiggins614-cmyk.github.io/jah-databases-data-1/data/archive-toolkit-retrieval-by-outcome/index.jsonl.gz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
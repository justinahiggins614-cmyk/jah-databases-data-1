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lient-side-key-management/" TargetMode="External"/><Relationship Id="rId3" Type="http://schemas.openxmlformats.org/officeDocument/2006/relationships/hyperlink" Target="https://justinahiggins614-cmyk.github.io/jah-databases-data-1/data/client-side-key-managem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Client-Side Key Management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Keys that live on the user's device: secure storage, rotation, hardware binding, and recovery without a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Client-Side Key Management Database holds 15 keys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Keys that live on the user's device: secure storage, rotation, hardware binding, and recovery without a server.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WebCrypto Key Storage  [JAH-CSK-000001]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Stores keys in the browser's WebCrypto store marked non-extractable, so JavaScript can use them but never read the raw bytes. Even a cross-site scripting flaw cannot exfiltrate a key it cannot see,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IndexedDB Key Vaults  [JAH-CSK-000002]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wrapped keys in IndexedDB, encrypted under a device key the page cannot export. The vault persists across sessions without ever exposing plaintext keys to page scripts, giving web apps durable…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Key Rotation  [JAH-CSK-000003]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Replaces keys on a schedule - every 90 days is typical - and re-encrypts data under the new key, limiting how much any single compromised key can expose. Rotation is automated so it actually happens,…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Passphrase-Derived Keys  [JAH-CSK-000004]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Derives encryption keys from a user passphrase with a memory-hard KDF and a random salt, so no key is ever stored anywhere. Forgetting the passphrase means losing the data - which is exactly the secu…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Biometric-Bound Keys  [JAH-CSK-000005]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Ties key use to a biometric check performed in the secure enclave, so the key only operates after the device verifies its owner. The biometric itself never leaves the enclave - it merely unlocks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JAH-CSK-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Key Custodian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Keys that live on the user's device: secure storage, rotation, hardware binding, and recovery without a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https://justinahiggins614-cmyk.github.io/jah-databases/db/client-side-key-management/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https://justinahiggins614-cmyk.github.io/jah-databases-data-1/data/client-side-key-management/index.jsonl.gz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
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umerical-solver-selection/" TargetMode="External"/><Relationship Id="rId3" Type="http://schemas.openxmlformats.org/officeDocument/2006/relationships/hyperlink" Target="https://justinahiggins614-cmyk.github.io/jah-databases-data-1/data/numerical-solver-sel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Numerical Solver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right solver for the problem — recommendations, alternatives, criteria, and pitfalls.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Numerical Solver Selection Database holds 20 solver selection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right solver for the problem — recommendations, alternatives, criteria, and pitfalls.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Small dense linear system  [JAH-NUMERI-000001]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Dense systems under ~2000 unknowns go direct: LU with partial pivoting. Robust and simple.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Large sparse SPD system  [JAH-NUMERI-000002]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Large sparse SPD systems go to Conjugate Gradient with incomplete Cholesky preconditioning.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Poisson on uniform grid  [JAH-NUMERI-000003]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Poisson problems converge in O(n) with multigrid. Nothing else is close.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Nonlinear root finding  [JAH-NUMERI-000004]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Smooth nonlinear systems converge quadratically with Newton plus line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Wave equation explicit  [JAH-NUMERI-000005]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Hyperbolic problems with small timesteps go explicit: cheap per step, CFL-limited.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solver selection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JAH-NUMERI-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Solver Selection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right solver for the problem — recommendations, alternatives, criteria, and pitfalls.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https://justinahiggins614-cmyk.github.io/jah-databases/db/numerical-solver-selection/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https://justinahiggins614-cmyk.github.io/jah-databases-data-1/data/numerical-solver-selection/index.jsonl.gz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
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cene-lighting-reconstruction-signature/" TargetMode="External"/><Relationship Id="rId3" Type="http://schemas.openxmlformats.org/officeDocument/2006/relationships/hyperlink" Target="https://justinahiggins614-cmyk.github.io/jah-databases-data-1/data/scene-lighting-reconstruc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Scene Lighting Reconstruction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Signature-developed lighting methods — original techniques for recovering light from pixels.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Scene Lighting Reconstruction Database holds 20 signature lighting reconstruction cases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lighting methods — original techniques for recovering light from pixels.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authored for the JAH Databases by Justin Addam Higgins —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shade-to-light  [JAH-SCENEL-S-000001]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vision practice: shading reveals light.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chrome-capture  [JAH-SCENEL-S-000002]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VFX practice: chrome balls capture sets.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shadows-vote  [JAH-SCENEL-S-000003]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practice: shadows vote for the sun.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probe-point  [JAH-SCENEL-S-000004]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practice: probes at key points.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invert-render  [JAH-SCENEL-S-000005]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research practice: invert the renderer.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lighting reconstruction case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JAH-SCENEL-S-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Lighting Reconstruction Engineer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lighting methods — original techniques for recovering light from pixels.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https://justinahiggins614-cmyk.github.io/jah-databases/db/scene-lighting-reconstruction-signature/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https://justinahiggins614-cmyk.github.io/jah-databases-data-1/data/scene-lighting-reconstruction-signature/index.jsonl.gz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
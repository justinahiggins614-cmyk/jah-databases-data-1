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capacity-forecasting-intelligence-signature/" TargetMode="External"/><Relationship Id="rId3" Type="http://schemas.openxmlformats.org/officeDocument/2006/relationships/hyperlink" Target="https://justinahiggins614-cmyk.github.io/jah-databases-data-1/data/apex-tool-autonomous-capacity-forecasting-intellige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Capacity Forecasting Intelligence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Predicts future resource requirements using observed growth and workload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Capacity Forecasting Intelligence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Predicts future resource requirements using observed growth and workload patterns.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Usage Scribe  [JAH-APX75S-000001]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collector seals usage series with gap flags.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Trend Judge  [JAH-APX75S-000002]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fitter seals the chosen trend with holdout evidence.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Season Keeper  [JAH-APX75S-000003]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modeler seals seasonal components.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Event Herald  [JAH-APX75S-000004]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adjuster seals event impacts.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Scenario Painter  [JAH-APX75S-000005]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projector seals low/base/high bands.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Capacity Forecasting Intelligence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Predicts future resource requirements using observed growth and workload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https://justinahiggins614-cmyk.github.io/jah-databases/db/apex-tool-autonomous-capacity-forecasting-intelligence-signature/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https://justinahiggins614-cmyk.github.io/jah-databases-data-1/data/apex-tool-autonomous-capacity-forecasting-intelligence-signature/index.jsonl.gz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
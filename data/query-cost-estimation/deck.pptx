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query-cost-estimation/" TargetMode="External"/><Relationship Id="rId3" Type="http://schemas.openxmlformats.org/officeDocument/2006/relationships/hyperlink" Target="https://justinahiggins614-cmyk.github.io/jah-databases-data-1/data/query-cost-estim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Database Query Cost Estimation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Components of database query cost models used by optimizers.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Database Query Cost Estimation Database holds 20 cost components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Components of database query cost models used by optimizers.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Table Cardinality  [JAH-QCE-000001]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number of rows per table, the foundation every other estimate builds on. Recorded facts — Component: Table Cardinality; Estimates: row counts; Unit: rows. Used by database engineers tuning optimi…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Selectivity Estimation  [JAH-QCE-000002]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fraction of rows passing a predicate, estimated from histograms or samples. Recorded facts — Component: Selectivity Estimation; Estimates: filter fraction; Unit: fraction. Used by database engine…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Index Lookup Cost  [JAH-QCE-000003]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Cost of traversing a B-tree plus fetching matching rows, growing with selectivity. Recorded facts — Component: Index Lookup Cost; Estimates: index probes; Unit: page I/Os. Used by database engineers…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Sequential Scan Cost  [JAH-QCE-000004]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Cost of reading every page, the baseline that indexes must beat. Recorded facts — Component: Sequential Scan Cost; Estimates: full scans; Unit: page I/Os. Used by database engineers tuning optimizers…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Join Order  [JAH-QCE-000005]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sequence of joins; wrong orders explode intermediate results exponentially. Recorded facts — Component: Join Order; Estimates: plan shape; Unit: intermediate rows. Used by database engineers tuni…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cost component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JAH-QCE-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Database Query Cost Estimation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Components of database query cost models used by optimizers.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https://justinahiggins614-cmyk.github.io/jah-databases/db/query-cost-estimation/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https://justinahiggins614-cmyk.github.io/jah-databases-data-1/data/query-cost-estimation/index.jsonl.gz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
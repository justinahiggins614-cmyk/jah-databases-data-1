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df-structure-extractor-signature/" TargetMode="External"/><Relationship Id="rId3" Type="http://schemas.openxmlformats.org/officeDocument/2006/relationships/hyperlink" Target="https://justinahiggins614-cmyk.github.io/jah-databases-data-1/data/archive-toolkit-pdf-structure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PDF Structure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text, page structure, annotations, and supported embedded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PDF Structure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text, page structure, annotations, and supported embedded content.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Object graph parsing — PDF Structure Extractor  [JAH-ATK144S-00001]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PDFs are graphs of numbered indirect objects linked by references. Parsers build the object map before reading content. Objects are the atoms. This record documents a Signature-a…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Cross-reference tables — PDF Structure Extractor  [JAH-ATK144S-00002]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Xref tables give byte offsets per object for random access. Incremental updates append new xref sections. Xref enables fast opens. This record documents a Signature-authored orig…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Content streams — PDF Structure Extractor  [JAH-ATK144S-00003]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Page content streams hold text-showing and graphics operators. Extractors interpret BT/ET blocks and Tj operations. Streams carry the visible page. This record documents a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Text extraction order — PDF Structure Extractor  [JAH-ATK144S-00004]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Glyph positioning decides reading order, not stream order. Layout analysis sorts text into lines and columns. Order makes text readable. This record documents a Signature-authore…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Font and encoding maps — PDF Structure Extractor  [JAH-ATK144S-00005]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Fonts map character codes to glyphs via encoding tables. ToUnicode maps restore real text from custom encodings. Fonts decode meaning. This record documents a Signature-authored…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PDF Structure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text, page structure, annotations, and supported embedded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https://justinahiggins614-cmyk.github.io/jah-databases/db/archive-toolkit-pdf-structure-extractor-signature/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https://justinahiggins614-cmyk.github.io/jah-databases-data-1/data/archive-toolkit-pdf-structure-extractor-signature/index.jsonl.gz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
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multi-tier-caching/" TargetMode="External"/><Relationship Id="rId3" Type="http://schemas.openxmlformats.org/officeDocument/2006/relationships/hyperlink" Target="https://justinahiggins614-cmyk.github.io/jah-databases-data-1/data/multi-tier-caching/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Multi-Tier Caching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Caches stacked in tiers — CPU-fast L1 down to CDN edge — with the policies that keep them coherent: write paths, eviction, stampede protection, and real hit ratios.</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2E86C1"/>
                </a:solidFill>
                <a:latin typeface="Calibri"/>
              </a:rPr>
              <a:t>PUBLIC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Multi-Tier Caching Database holds 15 fundamental abilitys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Caches stacked in tiers — CPU-fast L1 down to CDN edge — with the policies that keep them coherent: write paths, eviction, stampede protection, and real hit ratios.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Public-harvest: curated from public technical literature, documentation, and established engineering practice.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L1/L2/L3 tier architecture  [JAH-MTC-000001]</a:t>
            </a:r>
          </a:p>
          <a:p>
            <a:pPr algn="l">
              <a:spcAft>
                <a:spcPts val="1000"/>
              </a:spcAft>
            </a:pPr>
            <a:r>
              <a:rPr sz="1400" b="0">
                <a:solidFill>
                  <a:srgbClr val="D5DBDB"/>
                </a:solidFill>
                <a:latin typeface="Calibri"/>
              </a:rPr>
              <a:t>   A multi-tier cache stacks storage by speed: L1 in process memory (microseconds), L2 in a shared service like Redis (sub-millisecond), L3 at the CDN edge or on disk (milliseconds). A lookup checks eac…</a:t>
            </a:r>
          </a:p>
          <a:p>
            <a:pPr algn="l">
              <a:spcAft>
                <a:spcPts val="200"/>
              </a:spcAft>
            </a:pPr>
            <a:r>
              <a:rPr sz="1700" b="1">
                <a:solidFill>
                  <a:srgbClr val="FFFFFF"/>
                </a:solidFill>
                <a:latin typeface="Calibri"/>
              </a:rPr>
              <a:t>2. Cache-aside (lazy loading)  [JAH-MTC-000002]</a:t>
            </a:r>
          </a:p>
          <a:p>
            <a:pPr algn="l">
              <a:spcAft>
                <a:spcPts val="1000"/>
              </a:spcAft>
            </a:pPr>
            <a:r>
              <a:rPr sz="1400" b="0">
                <a:solidFill>
                  <a:srgbClr val="D5DBDB"/>
                </a:solidFill>
                <a:latin typeface="Calibri"/>
              </a:rPr>
              <a:t>   Cache-aside is the most common pattern: the application checks the cache first and only queries the database on a miss, then stores the result. The cache never talks to the database directly, so stal…</a:t>
            </a:r>
          </a:p>
          <a:p>
            <a:pPr algn="l">
              <a:spcAft>
                <a:spcPts val="200"/>
              </a:spcAft>
            </a:pPr>
            <a:r>
              <a:rPr sz="1700" b="1">
                <a:solidFill>
                  <a:srgbClr val="FFFFFF"/>
                </a:solidFill>
                <a:latin typeface="Calibri"/>
              </a:rPr>
              <a:t>3. Write-through caching  [JAH-MTC-000003]</a:t>
            </a:r>
          </a:p>
          <a:p>
            <a:pPr algn="l">
              <a:spcAft>
                <a:spcPts val="1000"/>
              </a:spcAft>
            </a:pPr>
            <a:r>
              <a:rPr sz="1400" b="0">
                <a:solidFill>
                  <a:srgbClr val="D5DBDB"/>
                </a:solidFill>
                <a:latin typeface="Calibri"/>
              </a:rPr>
              <a:t>   Write-through sends every write to the cache and the database together, so the cache never holds data the database lacks. Reads are always fast and always fresh, but every write pays the cost of both…</a:t>
            </a:r>
          </a:p>
          <a:p>
            <a:pPr algn="l">
              <a:spcAft>
                <a:spcPts val="200"/>
              </a:spcAft>
            </a:pPr>
            <a:r>
              <a:rPr sz="1700" b="1">
                <a:solidFill>
                  <a:srgbClr val="FFFFFF"/>
                </a:solidFill>
                <a:latin typeface="Calibri"/>
              </a:rPr>
              <a:t>4. Write-behind (write-back) caching  [JAH-MTC-000004]</a:t>
            </a:r>
          </a:p>
          <a:p>
            <a:pPr algn="l">
              <a:spcAft>
                <a:spcPts val="1000"/>
              </a:spcAft>
            </a:pPr>
            <a:r>
              <a:rPr sz="1400" b="0">
                <a:solidFill>
                  <a:srgbClr val="D5DBDB"/>
                </a:solidFill>
                <a:latin typeface="Calibri"/>
              </a:rPr>
              <a:t>   Write-behind acknowledges the write as soon as it lands in the cache and flushes to the database asynchronously in batches. Writes become blisteringly fast and the database sees smooth batched load i…</a:t>
            </a:r>
          </a:p>
          <a:p>
            <a:pPr algn="l">
              <a:spcAft>
                <a:spcPts val="200"/>
              </a:spcAft>
            </a:pPr>
            <a:r>
              <a:rPr sz="1700" b="1">
                <a:solidFill>
                  <a:srgbClr val="FFFFFF"/>
                </a:solidFill>
                <a:latin typeface="Calibri"/>
              </a:rPr>
              <a:t>5. TTL design and jitter  [JAH-MTC-000005]</a:t>
            </a:r>
          </a:p>
          <a:p>
            <a:pPr algn="l">
              <a:spcAft>
                <a:spcPts val="1000"/>
              </a:spcAft>
            </a:pPr>
            <a:r>
              <a:rPr sz="1400" b="0">
                <a:solidFill>
                  <a:srgbClr val="D5DBDB"/>
                </a:solidFill>
                <a:latin typeface="Calibri"/>
              </a:rPr>
              <a:t>   Time-to-live bounds how stale a cached value can get, but identical TTLs make thousands of keys expire at once and slam the database — the thundering herd. Adding random jitter spreads expirations ov…</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fundamental ability</a:t>
            </a:r>
          </a:p>
          <a:p>
            <a:pPr algn="l">
              <a:spcAft>
                <a:spcPts val="1000"/>
              </a:spcAft>
            </a:pPr>
            <a:r>
              <a:rPr sz="2000" b="0">
                <a:solidFill>
                  <a:srgbClr val="FFFFFF"/>
                </a:solidFill>
                <a:latin typeface="Calibri"/>
              </a:rPr>
              <a:t>ID prefix:  JAH-MTC-</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Multi-Tier Caching Librarian</a:t>
            </a:r>
          </a:p>
          <a:p>
            <a:pPr algn="l">
              <a:spcAft>
                <a:spcPts val="1000"/>
              </a:spcAft>
            </a:pPr>
            <a:r>
              <a:rPr sz="2000" b="0">
                <a:solidFill>
                  <a:srgbClr val="FFFFFF"/>
                </a:solidFill>
                <a:latin typeface="Calibri"/>
              </a:rPr>
              <a:t>Edition:  Public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2E86C1"/>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Caches stacked in tiers — CPU-fast L1 down to CDN edge — with the policies that keep them coherent: write paths, eviction, stampede protection, and real hit ratios.</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https://justinahiggins614-cmyk.github.io/jah-databases/db/multi-tier-caching/</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https://justinahiggins614-cmyk.github.io/jah-databases-data-1/data/multi-tier-caching/index.jsonl.gz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
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heorem-prover-integration-signature/" TargetMode="External"/><Relationship Id="rId3" Type="http://schemas.openxmlformats.org/officeDocument/2006/relationships/hyperlink" Target="https://justinahiggins614-cmyk.github.io/jah-databases-data-1/data/automated-theorem-prover-integr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Theorem Prover Integration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Theorem Prover Integration Database holds 15 theorem prover integration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Proof Lineage Archive  [JAH-ATP-S-000001]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proved theorem is archived with its full lineage — statement, proof script, prover version, dependencies, and what it was proved for. Proofs become permanent, re-checkable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Dafny verification-aware language  [JAH-ATP-S-000002]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Dafny bakes verification into the language: methods carry pre/postconditions, loops carry invariants, and the verifier (via Boogie and Z3) proves them at compile time. Code that do…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Proof Lineage Archive  [JAH-ATP-S-000003]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proved theorem is archived with its full lineage — statement, proof script, prover version, dependencies, and what it was proved for. Proofs become permanent, re-checkable 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Dafny verification-aware language  [JAH-ATP-S-000004]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Dafny bakes verification into the language: methods carry pre/postconditions, loops carry invariants, and the verifier (via Boogie and Z3) proves them at compile time. Code that do…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Verified compilation (CompCert)  [JAH-ATP-S-000005]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CompCert is a C compiler proved correct in Coq: the generated assembly is proved to preserve the semantics of the source for every input. Integrating verified compilation means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theorem prover integration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Theorem Prover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Machine-checked truth: integrating automated provers into real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https://justinahiggins614-cmyk.github.io/jah-databases/db/automated-theorem-prover-integration-signature/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https://justinahiggins614-cmyk.github.io/jah-databases-data-1/data/automated-theorem-prover-integration-signature/index.jsonl.gz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
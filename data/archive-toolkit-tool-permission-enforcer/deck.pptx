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permission-enforcer/" TargetMode="External"/><Relationship Id="rId3" Type="http://schemas.openxmlformats.org/officeDocument/2006/relationships/hyperlink" Target="https://justinahiggins614-cmyk.github.io/jah-databases-data-1/data/archive-toolkit-tool-permission-enforc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Tool Permission Enforcer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Restricts operations according to identity, policy, and granted permissions.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Tool Permission Enforcer Database holds 15 tool permission enforcers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Restricts operations according to identity, policy, and granted permissions.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Role-based access control (RBAC)  [JAH-ATK256-000001]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Permissions are granted to roles, and identities are assigned roles, instead of wiring permissions to individuals. An identity's effective permissions are the union of its roles' permissions. RBAC ke…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Role-based access control (RBAC)  [JAH-ATK256-000002]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Permissions are granted to roles, and identities are assigned roles, instead of wiring permissions to individuals. An identity's effective permissions are the union of its roles' permissions. RBAC ke…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Role-based access control (RBAC)  [JAH-ATK256-000003]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Permissions are granted to roles, and identities are assigned roles, instead of wiring permissions to individuals. An identity's effective permissions are the union of its roles' permissions. RBAC ke…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Attribute-based access control (ABAC)  [JAH-ATK256-000004]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ABAC evaluates policy rules over attributes of the subject, the resource, the action, and the environment. A rule like 'analysts may read datasets labeled internal during business hours' is evaluated…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Attribute-based access control (ABAC)  [JAH-ATK256-000005]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ABAC evaluates policy rules over attributes of the subject, the resource, the action, and the environment. A rule like 'analysts may read datasets labeled internal during business hours' is evaluated…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permission enforcer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Tool Permission Enforcer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Restricts operations according to identity, policy, and granted permissions.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https://justinahiggins614-cmyk.github.io/jah-databases/db/archive-toolkit-tool-permission-enforcer/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https://justinahiggins614-cmyk.github.io/jah-databases-data-1/data/archive-toolkit-tool-permission-enforcer/index.jsonl.gz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
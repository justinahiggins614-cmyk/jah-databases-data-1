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orward-secrecy-session-rotation-signature/" TargetMode="External"/><Relationship Id="rId3" Type="http://schemas.openxmlformats.org/officeDocument/2006/relationships/hyperlink" Target="https://justinahiggins614-cmyk.github.io/jah-databases-data-1/data/forward-secrecy-session-rot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Forward-Secrecy Session Rotation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Session key rotation that keeps past traffic safe even if keys leak.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Forward-Secrecy Session Rotation Database holds 15 key rotation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Session key rotation that keeps past traffic safe even if keys leak.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Ephemeral ECDHE Handshakes  [JAH-FSSR-S-000001]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Negotiates ephemeral elliptic-curve Diffie-Hellman keys per session so no long-term key can decrypt traffic. Each handshake generates fresh key pairs; after the session the keys are destroyed. It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Double Ratchet Algorithm  [JAH-FSSR-S-000002]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Ratchets keys forward with every message using the Double Ratchet: a DH ratchet for new entropy and a symmetric ratchet per message. Compromise heals as soon as new DH shares arrive. Signal proved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Session Ticket Rotation  [JAH-FSSR-S-000003]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Rotates TLS session-ticket encryption keys frequently to bound ticket compromise. Tickets enable resumption; rotating their keys limits what a stolen key decrypts. Rotation is automated on a schedule…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0-RTT Tradeoff Analysis  [JAH-FSSR-S-000004]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Analyzes the 0-RTT tradeoff: faster resumption versus replay risk and weaker forward secrecy for early data. Applications must decide if their requests are replay-safe. The analysis, not the feature,…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HKDF Key Schedules  [JAH-FSSR-S-000005]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Derives session keys with HKDF extract-and-expand from the shared secret. Labels separate key purposes; each derivation is one-way. It is the standard key schedule construction. This is a Signature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key rotation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JAH-FSSR-S-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Forward-Secrecy Session Rotation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Session key rotation that keeps past traffic safe even if keys leak.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https://justinahiggins614-cmyk.github.io/jah-databases/db/forward-secrecy-session-rotation-signature/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https://justinahiggins614-cmyk.github.io/jah-databases-data-1/data/forward-secrecy-session-rotation-signature/index.jsonl.gz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
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ineage-database/" TargetMode="External"/><Relationship Id="rId3" Type="http://schemas.openxmlformats.org/officeDocument/2006/relationships/hyperlink" Target="https://justinahiggins614-cmyk.github.io/jah-databases-data-1/data/lineage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Lineage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All public lineage information, ranked proven to word-of-mouth.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Lineage Database holds 15 lineage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 public lineage information, ranked proven to word-of-mouth.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standard historical records and encyclopedic public sources;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House of Windsor (British Royal Family)  [JAH-LINE-000001]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House of Windsor is the British royal house founded in 1917 when George V renamed the House of Saxe-Coburg and Gotha during World War I. Its documented line runs from George V through George VI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Medici Family of Florence  [JAH-LINE-000002]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Medici were a Florentine banking family whose documented lineage runs from Giovanni di Bicci (1360-1429) through Cosimo the Elder and Lorenzo the Magnificent, producing four popes and two French…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House of Habsburg  [JAH-LINE-000003]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Habsburgs were Europe's great dynastic house, documented from the 11th century through rulers including Charles V (whose empire 'never saw the sun set'), Maria Theresa, and Franz Joseph I (reigne…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Confucius Descendants (Kong Family)  [JAH-LINE-000004]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Kong family of Qufu claims direct patrilineal descent from Confucius (551-479 BCE), with a genealogy recognized in Chinese records for over two millennia — often called the world's longest docume…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Japanese Imperial Line  [JAH-LINE-000005]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Japan's imperial house claims the world's oldest continuous hereditary monarchy, traditionally dating to Emperor Jimmu (660 BCE) with historically verifiable emperors from the 5th-6th centuries CE.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lineage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JAH-LINE-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Lineage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All public lineage information, ranked proven to word-of-mouth.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https://justinahiggins614-cmyk.github.io/jah-databases/db/lineage-database/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https://justinahiggins614-cmyk.github.io/jah-databases-data-1/data/lineage-database/index.jsonl.gz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
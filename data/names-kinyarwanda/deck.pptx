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inyarwanda/" TargetMode="External"/><Relationship Id="rId3" Type="http://schemas.openxmlformats.org/officeDocument/2006/relationships/hyperlink" Target="https://justinahiggins614-cmyk.github.io/jah-databases-data-1/data/names-kinyarwand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Kinyarwanda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Kinyarwanda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Kinyarwanda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Kinyarwanda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Emmanuel — Kinyarwanda given name  [JAH-NMK5-000001]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Emmanuel is a masculine given name in Kinyarwanda. It means "God with us", from Hebrew, via Christianity. One of the most common masculine names in Rwanda.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Jean — Kinyarwanda given name  [JAH-NMK5-000002]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Jean is a masculine given name in Kinyarwanda. It means "God is gracious", from Hebrew Yohanan, via French. Often paired with a second name, as in Jean Bosco or Jean Damascene.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Marie — Kinyarwanda given name  [JAH-NMK5-000003]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Marie is a feminine given name in Kinyarwanda. Of Hebrew, via French and Christianity origin. Widespread feminine name, frequently combined as Marie Claire or Marie Chantal.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Divine — Kinyarwanda given name  [JAH-NMK5-000004]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Divine is a feminine given name in Kinyarwanda. It means "divine, heavenly", from French. A popular feminine name expressing faith.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Innocent — Kinyarwanda given name  [JAH-NMK5-000005]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Innocent is a masculine given name in Kinyarwanda. It means "innocent, harmless", from Latin, via French. Common masculine name across Rwanda.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Kinyarwanda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Kinyarwanda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https://justinahiggins614-cmyk.github.io/jah-databases/db/names-kinyarwanda/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https://justinahiggins614-cmyk.github.io/jah-databases-data-1/data/names-kinyarwanda/index.jsonl.gz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
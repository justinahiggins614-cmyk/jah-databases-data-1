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ynamic-instrumentation-signature/" TargetMode="External"/><Relationship Id="rId3" Type="http://schemas.openxmlformats.org/officeDocument/2006/relationships/hyperlink" Target="https://justinahiggins614-cmyk.github.io/jah-databases-data-1/data/dynamic-instrumenta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Dynamic Instrumentation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Observe running programs without rebuilding them — tracers, probes, and binary-instrumentation frameworks.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Dynamic Instrumentation Database holds 15 instrumentation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Observe running programs without rebuilding them — tracers, probes, and binary-instrumentation frameworks.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SigProbe-Fn  [JAH-DYNAMI-S-000001]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zero-overhead function probes compiled in at build and toggled at runtime. It observes function calls via compiled-in probe points. Platform: Signature runtime.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SigTrace-Sys  [JAH-DYNAMI-S-000002]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syscall tracing with per-cell attribution in multi-tenant hosts. It observes syscalls via SigCell trace hooks. Platform: SigCell hosts.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SigWatch-Anomaly  [JAH-DYNAMI-S-000003]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anomaly detection on traced behavior killing deviating cells. It observes behavior drift via learned-profile comparison. Platform: Signature fleet.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SigReplay  [JAH-DYNAMI-S-000004]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deterministic replay for Sig runtime programs, backward-steppable. It observes full execution via event-sourced replay. Platform: Signature runtime.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SigInject  [JAH-DYNAMI-S-000005]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safe code injection for live patching with rollback on failure. It observes live patching via verified code injection. Platform: Signature runtime.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instrumentation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JAH-DYNAMI-S-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Probe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Observe running programs without rebuilding them — tracers, probes, and binary-instrumentation frameworks.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https://justinahiggins614-cmyk.github.io/jah-databases/db/dynamic-instrumentation-signature/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https://justinahiggins614-cmyk.github.io/jah-databases-data-1/data/dynamic-instrumentation-signature/index.jsonl.gz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
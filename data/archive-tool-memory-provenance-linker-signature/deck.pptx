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emory-provenance-linker-signature/" TargetMode="External"/><Relationship Id="rId3" Type="http://schemas.openxmlformats.org/officeDocument/2006/relationships/hyperlink" Target="https://justinahiggins614-cmyk.github.io/jah-databases-data-1/data/archive-tool-memory-provenance-lin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Memory Provenance Linker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remembered conclusions back to their source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Memory Provenance Linker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remembered conclusions back to their source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Memory Provenance Linker,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Conclusion-to-source link records (foundational)  [JAH-AT69S-000001]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conclusion stored in memory carries links to the source records it came from, with the record identifier and the derivation timestamp. The links are written at derivation 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Conclusion-to-source link records (compounded)  [JAH-AT69S-000002]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conclusion stored in memory carries links to the source records it came from, with the record identifier and the derivation timestamp. The links are written at derivation 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Conclusion-to-source link records (production)  [JAH-AT69S-000003]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conclusion stored in memory carries links to the source records it came from, with the record identifier and the derivation timestamp. The links are written at derivation 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Backtrace query for any conclusion (foundational)  [JAH-AT69S-000004]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Given a conclusion identifier, the linker returns the full chain of source records in one lookup, following links transitively through intermediate conclusions. Backtrace depth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Backtrace query for any conclusion (compounded)  [JAH-AT69S-000005]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Given a conclusion identifier, the linker returns the full chain of source records in one lookup, following links transitively through intermediate conclusions. Backtrace depth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Provenance Linker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remembered conclusions back to their source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https://justinahiggins614-cmyk.github.io/jah-databases/db/archive-tool-memory-provenance-linker-signature/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https://justinahiggins614-cmyk.github.io/jah-databases-data-1/data/archive-tool-memory-provenance-linker-signature/index.jsonl.gz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
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utomatic-taxonomy-builder-signature/" TargetMode="External"/><Relationship Id="rId3" Type="http://schemas.openxmlformats.org/officeDocument/2006/relationships/hyperlink" Target="https://justinahiggins614-cmyk.github.io/jah-databases-data-1/data/archive-toolkit-automatic-taxonomy-build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Automatic Taxonomy Builder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Grows hierarchical subject classifications from raw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Automatic Taxonomy Builder Database holds 15 taxonomy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Grows hierarchical subject classifications from raw records.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Automatic Taxonomy Builder: a plain-language overview (Signature)  [JAH-ATK161S-000001]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Automatic Taxonomy Builder does and why archives need it. Signature original. The Signature taxonomy grows like a real tree: every branch knows its parent, every…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Automatic Taxonomy Builder works (Signature)  [JAH-ATK161S-000002]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Automatic Taxonomy Builder does and why archives need it. Signature original. The Signature builder grows the tree deterministically: the same collection always 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Automatic Taxonomy Builder works: the deep tour (Signature)  [JAH-ATK161S-000003]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Automatic Taxonomy Builder does and why archives need it. Signature original. The Signature builder grows the tree deterministically: the same collection always 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Hierarchical term clustering: the simple idea (Signature)  [JAH-ATK161S-000004]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hierarchical term clustering - how it works inside the Automatic Taxonomy Builder. Signature original. The Signature taxonomy grows like a real tree: every branch knows…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Hierarchical term clustering in practice (Signature)  [JAH-ATK161S-000005]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hierarchical term clustering - how it works inside the Automatic Taxonomy Builder. Signature original. The Signature builder grows the tree deterministically: the same…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taxonomy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JAH-ATK161S-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Taxonomy Gardener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Grows hierarchical subject classifications from raw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https://justinahiggins614-cmyk.github.io/jah-databases/db/archive-toolkit-automatic-taxonomy-builder-signature/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https://justinahiggins614-cmyk.github.io/jah-databases-data-1/data/archive-toolkit-automatic-taxonomy-builder-signature/index.jsonl.gz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
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mathematical-discovery-laboratory-signature/" TargetMode="External"/><Relationship Id="rId3" Type="http://schemas.openxmlformats.org/officeDocument/2006/relationships/hyperlink" Target="https://justinahiggins614-cmyk.github.io/jah-databases-data-1/data/apex-tool-mathematical-discovery-laborato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Mathematical Discovery Laboratory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for patterns, conjectures, and candidate proofs — with formal verification where available. The laboratory for mathematical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Mathematical Discovery Laboratory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patterns, conjectures, and candidate proofs — with formal verification where available. The laboratory for mathematical discovery.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Discovery Laboratory is  [JAH-APX25S-000001]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Verification Ladder: every mathematical…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Mathematical claim data model  [JAH-APX25S-000002]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Verification Ladder: every mathematical claim climbs labeled…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Pattern detection algorithm  [JAH-APX25S-000003]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Verification Ladder: every mathematical claim climbs labeled rungs — observed, tested, conjectur…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Conjecture formulation algorithm  [JAH-APX25S-000004]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Verification Ladder: every mathematical claim climbs labeled rungs — observed, tested, conjectu…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Discovery query interface specification  [JAH-APX25S-000005]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Verification Ladder: every mathematical claim climbs labeled rungs — observed, tested, conjectured, proved,…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Mathematical Discovery Laboratory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for patterns, conjectures, and candidate proofs — with formal verification where available. The laboratory for mathematical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https://justinahiggins614-cmyk.github.io/jah-databases/db/apex-tool-mathematical-discovery-laboratory-signature/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https://justinahiggins614-cmyk.github.io/jah-databases-data-1/data/apex-tool-mathematical-discovery-laboratory-signature/index.jsonl.gz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
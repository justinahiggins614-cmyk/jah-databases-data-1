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multimodal-search-engine-signature/" TargetMode="External"/><Relationship Id="rId3" Type="http://schemas.openxmlformats.org/officeDocument/2006/relationships/hyperlink" Target="https://justinahiggins614-cmyk.github.io/jah-databases-data-1/data/archive-tool-multimodal-search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Multimodal Search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text, images, audio, video, diagrams, source code, and other supported file formats.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Multimodal Search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text, images, audio, video, diagrams, source code, and other supported file formats.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Joint Embedding Search — Core Method  [JAH-AT7S-000001]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Multimodal search represents every item — a paragraph, an image, an audio clip — as a vector in one shared embedding space, so similarity becomes a distanc…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Joint Embedding Search — Compounded Pattern  [JAH-AT7S-000002]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Multimodal search represents every item — a paragraph, an image, an audio clip — as a vector in one shared embedding space, so similarity becomes a distanc…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Joint Embedding Search — Full-System Integration  [JAH-AT7S-000003]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Multimodal search represents every item — a paragraph, an image, an audio clip — as a vector in one shared embedding space, so similarity becomes a distanc…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Modality Adapters — Core Method  [JAH-AT7S-000004]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Before anything can share an embedding space, each modality needs an adapter that turns its raw form into features: token counts for text, color histograms…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Modality Adapters — Compounded Pattern  [JAH-AT7S-000005]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Before anything can share an embedding space, each modality needs an adapter that turns its raw form into features: token counts for text, color histograms…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Multimodal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text, images, audio, video, diagrams, source code, and other supported file formats.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https://justinahiggins614-cmyk.github.io/jah-databases/db/archive-tool-multimodal-search-engine-signature/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https://justinahiggins614-cmyk.github.io/jah-databases-data-1/data/archive-tool-multimodal-search-engine-signature/index.jsonl.gz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
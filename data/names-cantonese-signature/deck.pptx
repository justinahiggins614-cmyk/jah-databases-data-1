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cantonese-signature/" TargetMode="External"/><Relationship Id="rId3" Type="http://schemas.openxmlformats.org/officeDocument/2006/relationships/hyperlink" Target="https://justinahiggins614-cmyk.github.io/jah-databases-data-1/data/names-cantone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Cantonese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Cantonese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Cantonese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Cantonese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Wai 偉 - sound, structure, and naming power  [JAH-NMCS-000001]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Cantonese masculine name Wai 偉. Sound: 1 syllables, open vowels. Structure: The Cantonese reading of the same character as Mandarin Wei.. Recorded meaning: Great. Naming…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Man 文 - sound, structure, and naming power  [JAH-NMCS-000002]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Cantonese masculine name Man 文. Sound: 1 syllables, firm consonant close. Structure: From the character for literature and culture.. Recorded meaning: Cultured. Naming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Ka-yan 嘉欣 - sound, structure, and naming power  [JAH-NMCS-000003]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Cantonese feminine name Ka-yan 嘉欣. Sound: 2 syllables, firm consonant close. Structure: A two-character girls' name.. Recorded meaning: Praiseworthy + joyful. Naming pow…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Tsz-chung 子聰 - sound, structure, and naming power  [JAH-NMCS-000004]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Cantonese masculine name Tsz-chung 子聰. Sound: 1 syllables, firm consonant close. Structure: A modern boys' name.. Recorded meaning: Clever. Naming power: the name is sho…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Cantonese naming framework  [JAH-NMCS-000005]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Cantonese names. Forging a new Signature name runs in four passes: sound (two to four syllables that read aloud cleanly), meaning (one plain-language gloss, never a 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JAH-NMCS-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Cantonese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Cantonese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https://justinahiggins614-cmyk.github.io/jah-databases/db/names-cantonese-signature/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https://justinahiggins614-cmyk.github.io/jah-databases-data-1/data/names-cantonese-signature/index.jsonl.gz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
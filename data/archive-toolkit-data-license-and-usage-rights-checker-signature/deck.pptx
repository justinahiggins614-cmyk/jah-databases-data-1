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ata-license-and-usage-rights-checker-signature/" TargetMode="External"/><Relationship Id="rId3" Type="http://schemas.openxmlformats.org/officeDocument/2006/relationships/hyperlink" Target="https://justinahiggins614-cmyk.github.io/jah-databases-data-1/data/archive-toolkit-data-license-and-usage-rights-check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 License and Usage Rights Checker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Tracks relevant licenses and restrictions on reuse.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 License and Usage Rights Checker Database holds 15 data license and usage rights checkers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relevant licenses and restrictions on reuse.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Rights ledger per dataset  [JAH-ATK273S-000001]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dataset carries a rights ledger: license, obligations, scope, expiry, and provenance of the rights claim. The ledger is the single place…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Rights ledger per dataset  [JAH-ATK273S-000002]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dataset carries a rights ledger: license, obligations, scope, expiry, and provenance of the rights claim. The ledger is the single place…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Rights ledger per dataset  [JAH-ATK273S-000003]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dataset carries a rights ledger: license, obligations, scope, expiry, and provenance of the rights claim. The ledger is the single place…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Expiry and renewal tracker  [JAH-ATK273S-000004]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time-limited data grants carry expiry dates, and the tracker warns before expiry and revokes after. Expired grants stop authorizing use automa…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Expiry and renewal tracker  [JAH-ATK273S-000005]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time-limited data grants carry expiry dates, and the tracker warns before expiry and revokes after. Expired grants stop authorizing use automa…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data license and usage rights checker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Data License and Usage Rights Checker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relevant licenses and restrictions on reuse.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https://justinahiggins614-cmyk.github.io/jah-databases/db/archive-toolkit-data-license-and-usage-rights-checker-signature/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https://justinahiggins614-cmyk.github.io/jah-databases-data-1/data/archive-toolkit-data-license-and-usage-rights-checker-signature/index.jsonl.gz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
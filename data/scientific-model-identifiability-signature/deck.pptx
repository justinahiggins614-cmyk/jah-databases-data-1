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model-identifiability-signature/" TargetMode="External"/><Relationship Id="rId3" Type="http://schemas.openxmlformats.org/officeDocument/2006/relationships/hyperlink" Target="https://justinahiggins614-cmyk.github.io/jah-databases-data-1/data/scientific-model-identifia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Model Identifiability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identifiability methods — original techniques for knowing what data can 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Model Identifiability Database holds 20 signature identifiability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identifiability methods — original techniques for knowing what data can prove.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structural-first  [JAH-SMI-S-000001]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modeling practice: prove structural identifiability before collecting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profile-everything  [JAH-SMI-S-000002]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estimation practice: profile likelihoods for every parameter, published.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correlation-watch  [JAH-SMI-S-000003]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fitting practice: correlations above 0.9 trigger reparameterization.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sensitivity-screen  [JAH-SMI-S-000004]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design practice: screen sensitivities before the experiment.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prior-check  [JAH-SMI-S-000005]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Bayesian practice: compare prior and posterior; equal means unidentifiable.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identifiability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Model Identifiability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identifiability methods — original techniques for knowing what data can 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https://justinahiggins614-cmyk.github.io/jah-databases/db/scientific-model-identifiability-signature/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https://justinahiggins614-cmyk.github.io/jah-databases-data-1/data/scientific-model-identifiability-signature/index.jsonl.gz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
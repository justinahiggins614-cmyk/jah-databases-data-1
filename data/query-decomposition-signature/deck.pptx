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query-decomposition-signature/" TargetMode="External"/><Relationship Id="rId3" Type="http://schemas.openxmlformats.org/officeDocument/2006/relationships/hyperlink" Target="https://justinahiggins614-cmyk.github.io/jah-databases-data-1/data/query-decomposi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Database Query Decomposition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query-decomposition methods — original techniques for splitting any hard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Database Query Decomposition Database holds 20 signature query decomposition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query-decomposition methods — original techniques for splitting any hard question.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entity-first split  [JAH-QD-S-000001]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decomposition habit: when a question names entities, split by entity first — it is the most parallelizable axis.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time-slice rule  [JAH-QD-S-000002]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decomposition rule: time ranges split into natural slices (days, months) that match the storage layout.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source-join plan  [JAH-QD-S-000003]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integration pattern: one subquery per source, joined on the shared key, with source attribution kept.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fanout-budget  [JAH-QD-S-000004]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parallelism rule: fanout is budgeted — N subqueries max, queued beyond that.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chain-gating  [JAH-QD-S-000005]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sequencing rule: each step in a chain gates the next with an explicit check.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query decomposition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JAH-QD-S-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Query Decomposition Planner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query-decomposition methods — original techniques for splitting any hard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https://justinahiggins614-cmyk.github.io/jah-databases/db/query-decomposition-signature/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https://justinahiggins614-cmyk.github.io/jah-databases-data-1/data/query-decomposition-signature/index.jsonl.gz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
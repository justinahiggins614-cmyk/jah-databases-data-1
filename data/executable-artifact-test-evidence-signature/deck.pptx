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xecutable-artifact-test-evidence-signature/" TargetMode="External"/><Relationship Id="rId3" Type="http://schemas.openxmlformats.org/officeDocument/2006/relationships/hyperlink" Target="https://justinahiggins614-cmyk.github.io/jah-databases-data-1/data/executable-artifact-test-evidenc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Executable Artifact Test Evidence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Machine-checkable evidence that an artifact passed its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Executable Artifact Test Evidence Database holds 20 test evidence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Machine-checkable evidence that an artifact passed its tests.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Trial by Unit  [JAH-EAT-S-000001]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trial where every small part proves itself alone, the proofs bundled and sealed. Sealed unit proofs can be re-witnessed by any who doubt. Teaching ladder: rank 1 — the concept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Boundary Proving  [JAH-EAT-S-000002]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proving at the borders where services meet, with the lands mapped. Border proofs keep the peace between services. Teaching ladder: rank 1 — the concept in its simplest, most dire…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Pilgrim's Path  [JAH-EAT-S-000003]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walking of the user's whole path, every step witnessed. The path that matters is the user's; it is proven walkable. Teaching ladder: rank 1 — the concept in its simplest, most 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Burden Bearing  [JAH-EAT-S-000004]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bearing of tenfold burdens, with the strain recorded. Bearing proven, the burden-claims are true. Teaching ladder: rank 1 — the concept in its simplest, most direct form. This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Armor Inspection  [JAH-EAT-S-000005]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inspection of armor - scans within and without - recorded clean. Clean armor is proven, not proclaimed. Teaching ladder: rank 1 — the concept in its simplest, most direct form.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test evidence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JAH-EAT-S-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Test Evidence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Machine-checkable evidence that an artifact passed its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https://justinahiggins614-cmyk.github.io/jah-databases/db/executable-artifact-test-evidence-signature/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https://justinahiggins614-cmyk.github.io/jah-databases-data-1/data/executable-artifact-test-evidence-signature/index.jsonl.gz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
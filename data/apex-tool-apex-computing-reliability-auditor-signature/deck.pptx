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computing-reliability-auditor-signature/" TargetMode="External"/><Relationship Id="rId3" Type="http://schemas.openxmlformats.org/officeDocument/2006/relationships/hyperlink" Target="https://justinahiggins614-cmyk.github.io/jah-databases-data-1/data/apex-tool-apex-computing-reliability-audi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Computing Reliability Auditor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Audits the whole fleet — throughput, recovery, integrity, efficiency — and reports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Computing Reliability Auditor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Audits the whole fleet — throughput, recovery, integrity, efficiency — and reports honestly.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Truth-Probe  [JAH-APX80S-000001]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probe has one rule: report what is measured, never what is hoped. Throughput, latency, errors — as they are.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Recovery Stopwatch  [JAH-APX80S-000002]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incident gets timed from first alarm to all-clear. The stopwatch makes recovery speed visible and therefore improvable.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Rot Detector  [JAH-APX80S-000003]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Silent corruption is hunted on a schedule: checksums recomputed, mismatches flagged, nothing trusted on faith.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Naming the Blame  [JAH-APX80S-000004]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blame namer labels failures from evidence — hardware, software, network, human — and says ‘unknown’ rather than guess.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Luck Calculator  [JAH-APX80S-000005]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MTBF and MTTR computed with transparent math anyone can recheck. Luck, quantified honestly.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Computing Reliability Auditor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Audits the whole fleet — throughput, recovery, integrity, efficiency — and reports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https://justinahiggins614-cmyk.github.io/jah-databases/db/apex-tool-apex-computing-reliability-auditor-signature/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https://justinahiggins614-cmyk.github.io/jah-databases-data-1/data/apex-tool-apex-computing-reliability-auditor-signature/index.jsonl.gz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
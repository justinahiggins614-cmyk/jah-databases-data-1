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urce-code-structure-extractor-signature/" TargetMode="External"/><Relationship Id="rId3" Type="http://schemas.openxmlformats.org/officeDocument/2006/relationships/hyperlink" Target="https://justinahiggins614-cmyk.github.io/jah-databases-data-1/data/archive-toolkit-source-code-structure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Source Code Structure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Source Code Structure Extractor Database holds 15 code structure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 Code Structure Extractor: a plain-language overview (Signature)  [JAH-ATK151S-000001]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Source Code Structure Extractor does and why archives need it. Signature original. The Signature structure extractor reads code the JAH way: one deterministic pas…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Source Code Structure Extractor works (Signature)  [JAH-ATK151S-000002]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Source Code Structure Extractor does and why archives need it. Signature original. The Signature pass builds a lineage-anchored syntax tree: as the parser walks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Source Code Structure Extractor works: the deep tour (Signature)  [JAH-ATK151S-000003]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Source Code Structure Extractor does and why archives need it. Signature original. The Signature pass builds a lineage-anchored syntax tree: as the parser walks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Abstract syntax tree parsing: the simple idea (Signature)  [JAH-ATK151S-000004]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abstract syntax tree parsing - how it works inside the Source Code Structure Extractor. Signature original. The Signature structure extractor reads code the JAH way: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Abstract syntax tree parsing in practice (Signature)  [JAH-ATK151S-000005]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abstract syntax tree parsing - how it works inside the Source Code Structure Extractor. Signature original. The Signature pass builds a lineage-anchored syntax tree: 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structure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Structure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https://justinahiggins614-cmyk.github.io/jah-databases/db/archive-toolkit-source-code-structure-extractor-signature/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https://justinahiggins614-cmyk.github.io/jah-databases-data-1/data/archive-toolkit-source-code-structure-extractor-signature/index.jsonl.gz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
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oral-indexing-signature/" TargetMode="External"/><Relationship Id="rId3" Type="http://schemas.openxmlformats.org/officeDocument/2006/relationships/hyperlink" Target="https://justinahiggins614-cmyk.github.io/jah-databases-data-1/data/temporal-index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Temporal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Indexes that understand time: bitemporal models, time partitioning, retention, as-of queries, and the machinery behind time-travel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Temporal Indexing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that understand time: bitemporal models, time partitioning, retention, as-of queries, and the machinery behind time-travel search.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Valid time vs transaction time  [JAH-TEMPOR3-S-000001]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Bitemporal modeling tracks two clocks: valid time (when the fact was true in the world) and transaction time (when the database learned it). A correction to last month's record keeps both — the old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Time-partitioned indexes  [JAH-TEMPOR3-S-000002]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Time-partitioned indexes split data by time bucket — one index per day, hour, or month — so retention is a directory delete and recent queries touch only hot partitions. Each partition is an independ…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TTL indexes  [JAH-TEMPOR3-S-000003]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TTL indexes auto-delete documents after a time-to-live, using the document's own timestamp field. A background sweeper scans for expired entries and removes them in batches. They are the fire-and-for…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Event sourcing  [JAH-TEMPOR3-S-000004]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Event sourcing stores the history of changes as an append-only event log instead of the current state — state is a fold over events. Time-travel is free (replay to any point), auditing is complete,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Windowed queries  [JAH-TEMPOR3-S-000005]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Windowed queries aggregate over sliding or tumbling time windows — 'error rate per 5 minutes over the last hour'. Tumbling windows partition time into fixed buckets; sliding windows overlap and updat…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JAH-TEMPOR3-S-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Temporal Indexing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that understand time: bitemporal models, time partitioning, retention, as-of queries, and the machinery behind time-travel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https://justinahiggins614-cmyk.github.io/jah-databases/db/temporal-indexing-signature/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https://justinahiggins614-cmyk.github.io/jah-databases-data-1/data/temporal-indexing-signature/index.jsonl.gz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
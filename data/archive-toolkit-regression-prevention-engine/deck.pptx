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gression-prevention-engine/" TargetMode="External"/><Relationship Id="rId3" Type="http://schemas.openxmlformats.org/officeDocument/2006/relationships/hyperlink" Target="https://justinahiggins614-cmyk.github.io/jah-databases-data-1/data/archive-toolkit-regression-preven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Regression Prevention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Tests whether changes have broken previously working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Regression Prevention Engine Database holds 15 regression guards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changes have broken previously working capabilities.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Regression Prevention: Suite Definition (Foundation)  [JAH-ATK295-00001]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Regression Prevention: Suite Definition (Operation)  [JAH-ATK295-00002]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Regression Prevention: Suite Definition (Mastery)  [JAH-ATK295-00003]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Regression Prevention: Baseline Capture (Foundation)  [JAH-ATK295-00004]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Regression Prevention: Baseline Capture (Operation)  [JAH-ATK295-00005]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regression guard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Regression Guard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changes have broken previously working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https://justinahiggins614-cmyk.github.io/jah-databases/db/archive-toolkit-regression-prevention-engine/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https://justinahiggins614-cmyk.github.io/jah-databases-data-1/data/archive-toolkit-regression-prevention-engine/index.jsonl.gz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
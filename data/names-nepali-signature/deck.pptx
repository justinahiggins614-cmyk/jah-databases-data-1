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nepali-signature/" TargetMode="External"/><Relationship Id="rId3" Type="http://schemas.openxmlformats.org/officeDocument/2006/relationships/hyperlink" Target="https://justinahiggins614-cmyk.github.io/jah-databases-data-1/data/names-nepal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Nepali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Nepali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Nepali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Nepali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Ram - sound, structure, and naming power  [JAH-NMNS-000001]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Nepali masculine name Ram. Sound: 1 syllables, firm consonant close. Structure: A traditional name of this language.. Recorded meaning: The hero of the Ramayana.. Naming…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Sita - sound, structure, and naming power  [JAH-NMNS-000002]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Nepali feminine name Sita. Sound: 2 syllables, open vowels. Structure: A traditional name of this language.. Recorded meaning: The heroine of the Ramayana.. Naming power…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Hari - sound, structure, and naming power  [JAH-NMNS-000003]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Nepali masculine name Hari. Sound: 2 syllables, open vowels. Structure: A traditional name of this language.. Recorded meaning: A name of Vishnu.. Naming power: the name…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Gita - sound, structure, and naming power  [JAH-NMNS-000004]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Nepali feminine name Gita. Sound: 2 syllables, open vowels. Structure: The Bhagavad Gita's name.. Recorded meaning: Song. Naming power: the name is short, sayable, and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Nepali naming framework  [JAH-NMNS-000005]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Nepali names. Forging a new Signature name runs in four passes: sound (two to four syllables that read aloud cleanly), meaning (one plain-language gloss, never a para…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JAH-NMNS-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Nepali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Nepali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https://justinahiggins614-cmyk.github.io/jah-databases/db/names-nepali-signature/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https://justinahiggins614-cmyk.github.io/jah-databases-data-1/data/names-nepali-signature/index.jsonl.gz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
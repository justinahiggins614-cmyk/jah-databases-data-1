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set-diff-engine-signature/" TargetMode="External"/><Relationship Id="rId3" Type="http://schemas.openxmlformats.org/officeDocument/2006/relationships/hyperlink" Target="https://justinahiggins614-cmyk.github.io/jah-databases-data-1/data/archive-toolkit-dataset-diff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Dataset Diff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whole dataset versions: added, changed, deleted.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Dataset Diff Engine Database holds 15 dataset diff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whole dataset versions: added, changed, deleted.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Dataset Diff Engine: a plain-language overview (Signature)  [JAH-ATK182S-000001]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Diff Engine does and why archives need it. Signature original. The Signature diff method matches every record by its key across versions and reports added…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Dataset Diff Engine works (Signature)  [JAH-ATK182S-000002]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Diff Engine does and why archives need it. Signature original. The Signature approach hashes every record with a frozen hash function at snapshot time,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Dataset Diff Engine works: the deep tour (Signature)  [JAH-ATK182S-000003]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Diff Engine does and why archives need it. Signature original. The Signature approach hashes every record with a frozen hash function at snapshot time,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Key-based record matching: the simple idea (Signature)  [JAH-ATK182S-000004]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key-based record matching - how it works inside the Dataset Diff Engine. Signature original. The Signature diff method matches every record by its key across versions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Key-based record matching in practice (Signature)  [JAH-ATK182S-000005]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key-based record matching - how it works inside the Dataset Diff Engine. Signature original. The Signature approach hashes every record with a frozen hash function at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dataset diff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Diff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whole dataset versions: added, changed, deleted.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https://justinahiggins614-cmyk.github.io/jah-databases/db/archive-toolkit-dataset-diff-engine-signature/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https://justinahiggins614-cmyk.github.io/jah-databases-data-1/data/archive-toolkit-dataset-diff-engine-signature/index.jsonl.gz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
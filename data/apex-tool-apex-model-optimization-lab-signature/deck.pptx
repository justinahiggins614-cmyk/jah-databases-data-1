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model-optimization-lab-signature/" TargetMode="External"/><Relationship Id="rId3" Type="http://schemas.openxmlformats.org/officeDocument/2006/relationships/hyperlink" Target="https://justinahiggins614-cmyk.github.io/jah-databases-data-1/data/apex-tool-apex-model-optimization-lab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Apex Model Optimization Lab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Apex Model Optimization Lab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Baseline Sealer  [JAH-APX57S-000001]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baseline profiler seals the unoptimized measurements, so every later claim of 'faster' is measured against a sealed truth.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Half-Precision Prover  [JAH-APX57S-000002]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FP16 bench seals the speedup and quality measurements, proving the conversion is safe for the workload.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INT8 Ledger  [JAH-APX57S-000003]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INT8 ledger recording the 4x size win and the measured accuracy cost per calibration task.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4-Bit Cartographer  [JAH-APX57S-000004]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the 4-bit quality cliff as a sealed curve, marking the safe operating point.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Pruning Surveyor  [JAH-APX57S-000005]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pruning analyzer seals the sparsity-quality curve, finding the knee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Model Optimization Lab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Benchmarks quantization, compression, caching, and inference strategies against quality and resource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https://justinahiggins614-cmyk.github.io/jah-databases/db/apex-tool-apex-model-optimization-lab-signature/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https://justinahiggins614-cmyk.github.io/jah-databases-data-1/data/apex-tool-apex-model-optimization-lab-signature/index.jsonl.gz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
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french-signature/" TargetMode="External"/><Relationship Id="rId3" Type="http://schemas.openxmlformats.org/officeDocument/2006/relationships/hyperlink" Target="https://justinahiggins614-cmyk.github.io/jah-databases-data-1/data/names-fren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French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French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French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French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Pierre - sound, structure, and naming power  [JAH-NMFS-000001]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French masculine name Pierre. Sound: 2 syllables, open vowels. Structure: From Greek petros; the French form of Peter.. Recorded meaning: Stone. Naming power: the name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Marie - sound, structure, and naming power  [JAH-NMFS-000002]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French feminine name Marie. Sound: 2 syllables, open vowels. Structure: The French form of Mary; long the top girls' name.. Recorded meaning: Beloved.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Jean - sound, structure, and naming power  [JAH-NMFS-000003]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French masculine name Jean. Sound: 1 syllables, firm consonant close. Structure: From Hebrew Yochanan.. Recorded meaning: God is gracious. Naming power: the name is shor…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Sophie - sound, structure, and naming power  [JAH-NMFS-000004]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French feminine name Sophie. Sound: 2 syllables, open vowels. Structure: From Greek sophia.. Recorded meaning: Wisdom. Naming power: the name is short, sayable, and carr…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French naming framework  [JAH-NMFS-000005]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French names. Forging a new Signature name runs in four passes: sound (two to four syllables that read aloud cleanly), meaning (one plain-language gloss, never a para…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JAH-NMFS-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French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French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https://justinahiggins614-cmyk.github.io/jah-databases/db/names-french-signature/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https://justinahiggins614-cmyk.github.io/jah-databases-data-1/data/names-french-signature/index.jsonl.gz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
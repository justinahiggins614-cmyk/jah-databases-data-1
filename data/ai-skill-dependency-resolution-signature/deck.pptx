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skill-dependency-resolution-signature/" TargetMode="External"/><Relationship Id="rId3" Type="http://schemas.openxmlformats.org/officeDocument/2006/relationships/hyperlink" Target="https://justinahiggins614-cmyk.github.io/jah-databases-data-1/data/ai-skill-dependency-resolu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Skill Dependency Resolution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Resolving skill dependencies in AI systems: graphs, ordering, conflicts, and safe composition.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Skill Dependency Resolution Database holds 20 dependency resolution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Resolving skill dependencies in AI systems: graphs, ordering, conflicts, and safe composition.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Graph Gardener  [JAH-ASDR-S-000001]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dependency graphs: the edges are tended, the nodes planted. The garden maps. Dependencies get cultivated.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Order Weaver  [JAH-ASDR-S-000002]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weaves execution orders: the topological threads are strong. The weave schedules. Orders get woven correctly.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Cycle Detective  [JAH-ASDR-S-000003]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detective for dependency cycles: the loops are found, the deadlocks prevented. The detective is thorough. Cycles get solved.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Peace Maker  [JAH-ASDR-S-000004]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makes peace between conflicting versions: the settlement is fair. The peacemaking works. Builds get harmonious.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Lazy Gardener  [JAH-ASDR-S-000005]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lazy loading: the modules are planted but sprout on demand. The gardening is efficient. Startup gets fast truly.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dependency resolution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JAH-ASDR-S-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Resolver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Resolving skill dependencies in AI systems: graphs, ordering, conflicts, and safe composition.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https://justinahiggins614-cmyk.github.io/jah-databases/db/ai-skill-dependency-resolution-signature/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https://justinahiggins614-cmyk.github.io/jah-databases-data-1/data/ai-skill-dependency-resolution-signature/index.jsonl.gz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
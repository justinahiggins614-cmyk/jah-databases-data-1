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hermal-aware-workload-throttling/" TargetMode="External"/><Relationship Id="rId3" Type="http://schemas.openxmlformats.org/officeDocument/2006/relationships/hyperlink" Target="https://justinahiggins614-cmyk.github.io/jah-databases-data-1/data/thermal-aware-workload-throttl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Thermal-Aware Workload Throttling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that keep silicon cool by shaping workloads around heat.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Thermal-Aware Workload Throttling Database holds 15 thermal management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that keep silicon cool by shaping workloads around heat.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Digital Thermal Sensors  [JAH-TAW-000001]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Reads on-die digital thermal sensors for per-core temperature telemetry. DTS sensors sit next to the hottest logic and report with degree-level accuracy. Every thermal decision starts with this data.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PID Fan Control  [JAH-TAW-000002]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Drives fans with a PID controller tracking a temperature target. Proportional response handles spikes, integral kills steady-state error, derivative damps oscillation. Tuned PID keeps noise low and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RAPL Power Capping  [JAH-TAW-000003]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Enforces package power limits with Intel RAPL, throttling frequency to stay under budget. The OS sets a watts-and-window limit; hardware clamps P-states automatically. It guarantees the power envelop…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DVFS Thermal Coupling  [JAH-TAW-000004]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Couples dynamic voltage and frequency scaling to temperature, not just load. When temperature rises, the governor sheds frequency before the hardware's emergency throttle kicks in. Software throttlin…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Workload Migration  [JAH-TAW-000005]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Migrates threads away from hot cores to cool ones instead of throttling everything. The scheduler watches per-core temperatures and moves work to spread heat. It preserves throughput that blanket thr…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thermal management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JAH-TAW-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Thermal-Aware Workload Throttling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that keep silicon cool by shaping workloads around heat.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https://justinahiggins614-cmyk.github.io/jah-databases/db/thermal-aware-workload-throttling/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https://justinahiggins614-cmyk.github.io/jah-databases-data-1/data/thermal-aware-workload-throttling/index.jsonl.gz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
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ao-signature/" TargetMode="External"/><Relationship Id="rId3" Type="http://schemas.openxmlformats.org/officeDocument/2006/relationships/hyperlink" Target="https://justinahiggins614-cmyk.github.io/jah-databases-data-1/data/names-la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Lao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Lao style — new creations built from real Lao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Lao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Lao style — new creations built from real Lao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Lao Names Database from genuine Lao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Lao-style given name: Khampha  [JAH-NMLS-000001]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Khampha is a Signature original Lao-style given name, created for the Signature Lao Names Database. From kham (gold) + pha (bring): 'bringer of gold'.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Lao-style given name: Bounsavanh  [JAH-NMLS-000002]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Bounsavanh is a Signature original Lao-style given name, created for the Signature Lao Names Database. From boun (merit) + savanh (heaven): 'merit of heaven'. It is labeled a Signature creation and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Lao-style given name: Malaykham  [JAH-NMLS-000003]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Malaykham is a Signature original Lao-style given name, created for the Signature Lao Names Database. From malay (jasmine) + kham (gold): 'golden jasmine'. It is labeled a Signature creation and is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Lao-style given name: Chanhvilay  [JAH-NMLS-000004]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Chanhvilay is a Signature original Lao-style given name, created for the Signature Lao Names Database. From chanh (moon) + vilay (turn/era): 'moon era'.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Lao-style given name: Souvanhna  [JAH-NMLS-000005]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Souvanhna is a Signature original Lao-style given name, created for the Signature Lao Names Database. From souvanh (gold) + na (field): 'golden field'. It is labeled a Signature creation and is not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Lao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Lao style — new creations built from real Lao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https://justinahiggins614-cmyk.github.io/jah-databases/db/names-lao-signature/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https://justinahiggins614-cmyk.github.io/jah-databases-data-1/data/names-lao-signature/index.jsonl.gz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
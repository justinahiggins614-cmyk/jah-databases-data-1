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scientific-protocol-reproduction/" TargetMode="External"/><Relationship Id="rId3" Type="http://schemas.openxmlformats.org/officeDocument/2006/relationships/hyperlink" Target="https://justinahiggins614-cmyk.github.io/jah-databases-data-1/data/scientific-protocol-reproduction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Scientific Protocol Reproduction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Reproducing lab protocols step by step: the methods, controls, and documentation that make science repeatable.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Scientific Protocol Reproduction Database holds 20 protocol reproduction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Reproducing lab protocols step by step: the methods, controls, and documentation that make science repeatable.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N1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Step-by-Step Protocol Writing  [JAH-SCIENT-000001]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Protocols are written as numbered steps with exact quantities, times, and temperatures; ambiguity is the enemy. A stranger should succeed following them. Clarity is reproducibility.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Positive and Negative Controls  [JAH-SCIENT-000002]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Every experiment runs controls: positive (must work) and negative (must not). Controls validate the setup, not the hypothesis. Without controls, results are rumors.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Reagent Lot Tracking  [JAH-SCIENT-000003]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Reagent lots are recorded because lots vary; a failed reproduction may be a bad lot, not a bad protocol. Lot numbers travel with results. Variability gets a name.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Computational Reproducibility (Containers)  [JAH-SCIENT-000004]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Code runs in containers with pinned dependencies; the environment is part of the protocol. Dockerfiles are published with the paper. 'Works on my machine' dies.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Random Seed Management  [JAH-SCIENT-000005]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Random seeds are fixed and recorded; stochastic steps become reproducible. The seed is a protocol parameter. Randomness gets tamed.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protocol reproduction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JAH-SCIENT-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Protocol Guide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Reproducing lab protocols step by step: the methods, controls, and documentation that make science repeatable.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https://justinahiggins614-cmyk.github.io/jah-databases/db/scientific-protocol-reproduction/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https://justinahiggins614-cmyk.github.io/jah-databases-data-1/data/scientific-protocol-reproduction/index.jsonl.gz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
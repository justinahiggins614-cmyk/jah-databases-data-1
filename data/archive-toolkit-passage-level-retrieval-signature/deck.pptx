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ssage-level-retrieval-signature/" TargetMode="External"/><Relationship Id="rId3" Type="http://schemas.openxmlformats.org/officeDocument/2006/relationships/hyperlink" Target="https://justinahiggins614-cmyk.github.io/jah-databases-data-1/data/archive-toolkit-passage-level-retriev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Passage-Level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the exact relevant sections of long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Passage-Level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the exact relevant sections of long documents.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Document segmentation — Passage-Level Retrieval (Signature)  [JAH-ATK203S-0001]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Passage-level retrieval treats long documents as addressable sec…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Passage scoring — Passage-Level Retrieval (Signature)  [JAH-ATK203S-0002]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Passage-level retrieval treats long documents as addressable sec…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Offset-stable citations — Passage-Level Retrieval (Signature)  [JAH-ATK203S-0003]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Passage-level retrieval treats long documents as addressable sec…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Heading inheritance — Passage-Level Retrieval (Signature)  [JAH-ATK203S-0004]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Passage-level retrieval treats long documents as addressable sec…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Passage deduplication — Passage-Level Retrieval (Signature)  [JAH-ATK203S-0005]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Passage-level retrieval treats long documents as addressable sec…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Passage-Level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the exact relevant sections of long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https://justinahiggins614-cmyk.github.io/jah-databases/db/archive-toolkit-passage-level-retrieval-signature/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https://justinahiggins614-cmyk.github.io/jah-databases-data-1/data/archive-toolkit-passage-level-retrieval-signature/index.jsonl.gz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
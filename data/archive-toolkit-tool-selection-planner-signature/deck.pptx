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ool-selection-planner-signature/" TargetMode="External"/><Relationship Id="rId3" Type="http://schemas.openxmlformats.org/officeDocument/2006/relationships/hyperlink" Target="https://justinahiggins614-cmyk.github.io/jah-databases-data-1/data/archive-toolkit-tool-selection-plann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Tool Selection Planner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Selects suitable tools for each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Tool Selection Planner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Selects suitable tools for each task.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Requirement extraction — Tool Selection Planner (Signature)  [JAH-ATK243S-0001]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selection planner chooses the right tool for each task…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Candidate retrieval — Tool Selection Planner (Signature)  [JAH-ATK243S-0002]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selection planner chooses the right tool for each task…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Multi-criteria scoring — Tool Selection Planner (Signature)  [JAH-ATK243S-0003]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selection planner chooses the right tool for each task…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Policy filtering — Tool Selection Planner (Signature)  [JAH-ATK243S-0004]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selection planner chooses the right tool for each task…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Cost estimation — Tool Selection Planner (Signature)  [JAH-ATK243S-0005]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selection planner chooses the right tool for each task…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Tool Selection Planner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Selects suitable tools for each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https://justinahiggins614-cmyk.github.io/jah-databases/db/archive-toolkit-tool-selection-planner-signature/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https://justinahiggins614-cmyk.github.io/jah-databases-data-1/data/archive-toolkit-tool-selection-planner-signature/index.jsonl.gz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
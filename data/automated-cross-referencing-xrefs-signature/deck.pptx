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cross-referencing-xrefs-signature/" TargetMode="External"/><Relationship Id="rId3" Type="http://schemas.openxmlformats.org/officeDocument/2006/relationships/hyperlink" Target="https://justinahiggins614-cmyk.github.io/jah-databases-data-1/data/automated-cross-referencing-xref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Cross-Referencing (Xrefs)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Cross-Referencing (Xrefs)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ctags: the original index  [JAH-ACRX-S-000001]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ctags scans source files with regex-like parsers and emits a tags file — name, file, pattern — that editors use for jump-to-definition. It is dumb but universal: 40+ languages, no build needed, works…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LSP references  [JAH-ACRX-S-000002]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Language Server Protocol turned cross-referencing into a commodity: textDocument/references asks the server for every use of the symbol under the cursor, and the server answers from its index.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Call graphs  [JAH-ACRX-S-000003]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call graph links every caller to every callee — the map of how control flows through the program. Static call graphs are built from the AST with class-hierarchy or points-to analysis for dynamic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Def-use chains  [JAH-ACRX-S-000004]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Def-use chains connect each variable definition to every use it can reach — the fine-grained truth behind rename refactoring and dataflow analysis. Built by walking the control-flow graph with reachi…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Cross-repo xrefs  [JAH-ACRX-S-000005]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Monorepos and multi-repo systems need references that cross repository boundaries: the Python client calling the Go service's API. Cross-repo xref indexes each repo's symbols into a shared schema (na…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JAH-ACRX-S-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Automated Cross-Referencing (Xrefs)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Jump to definition, find all references: ctags, LSP, call graphs, def-use chains, and the indexes that make code navigation instant.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https://justinahiggins614-cmyk.github.io/jah-databases/db/automated-cross-referencing-xrefs-signature/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https://justinahiggins614-cmyk.github.io/jah-databases-data-1/data/automated-cross-referencing-xrefs-signature/index.jsonl.gz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
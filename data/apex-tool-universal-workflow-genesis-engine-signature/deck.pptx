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workflow-genesis-engine-signature/" TargetMode="External"/><Relationship Id="rId3" Type="http://schemas.openxmlformats.org/officeDocument/2006/relationships/hyperlink" Target="https://justinahiggins614-cmyk.github.io/jah-databases-data-1/data/apex-tool-universal-workflow-genesis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Workflow Genesis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Converts complex objectives into executable workflows with explicit dependencies, permissions, checkpoints, and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Workflow Genesis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Converts complex objectives into executable workflows with explicit dependencies, permissions, checkpoints, and validation.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original work - not a public record. Demo executed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Objective Parser  [JAH-APX58S-000001]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Justin's parser turns plain objectives into sealed task graphs, so the plan itself is evidence.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Dependency Weaver  [JAH-APX58S-000002]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weaver links tasks by sealed input-output contracts, rejecting unresolvable edges.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Permission Warden  [JAH-APX58S-000003]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warden that seals permission verdicts before execution, so access failures happen at plan time, never mid-run.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Checkpoint Sealer  [JAH-APX58S-000004]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Seals checkpoints with state hashes, making resume provably correct.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Cost Prophet  [JAH-APX58S-000005]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estimator seals its predictions, then the run seals actuals — prediction skill is measured, not claimed.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JAH-APX58S-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Workflow Genesis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Converts complex objectives into executable workflows with explicit dependencies, permissions, checkpoints, and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https://justinahiggins614-cmyk.github.io/jah-databases/db/apex-tool-universal-workflow-genesis-engine-signature/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https://justinahiggins614-cmyk.github.io/jah-databases-data-1/data/apex-tool-universal-workflow-genesis-engine-signature/index.jsonl.gz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
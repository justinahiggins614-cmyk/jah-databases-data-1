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cursive-architecture-optimization-engine-signature/" TargetMode="External"/><Relationship Id="rId3" Type="http://schemas.openxmlformats.org/officeDocument/2006/relationships/hyperlink" Target="https://justinahiggins614-cmyk.github.io/jah-databases-data-1/data/apex-tool-recursive-architecture-optimiz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Recursive Architecture Optimization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architecture space and keeps only what beats the measured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Recursive Architecture Optimization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architecture space and keeps only what beats the measured baseline.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Reigning Champion  [JAH-APX86S-000001]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Signature optimization begins with a champion: the best architecture so far, its scores on record, daring contenders to do better.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Forging Contenders  [JAH-APX86S-000002]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contender-forge samples new architectures from Manon’s design space — bold variations, not timid tweaks.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Arena  [JAH-APX86S-000003]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Contenders meet the champion on identical workloads. Same data, same conditions — the arena tolerates no excuses.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Scorekeeper  [JAH-APX86S-000004]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Latency, cost, accuracy, energy — the scorekeeper writes down everything, because a win on one metric can hide a loss on three.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High Judge  [JAH-APX86S-000005]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high judge speaks only in significance. A lucky run is silence; a real improvement is a verdict.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Recursive Architecture Optimization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architecture space and keeps only what beats the measured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https://justinahiggins614-cmyk.github.io/jah-databases/db/apex-tool-recursive-architecture-optimization-engine-signature/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https://justinahiggins614-cmyk.github.io/jah-databases-data-1/data/apex-tool-recursive-architecture-optimization-engine-signature/index.jsonl.gz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
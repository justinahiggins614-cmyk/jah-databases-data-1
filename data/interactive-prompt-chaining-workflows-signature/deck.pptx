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prompt-chaining-workflows-signature/" TargetMode="External"/><Relationship Id="rId3" Type="http://schemas.openxmlformats.org/officeDocument/2006/relationships/hyperlink" Target="https://justinahiggins614-cmyk.github.io/jah-databases-data-1/data/interactive-prompt-chaining-workflow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Interactive Prompt Chaining Workflows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Composable prompt pipelines: chains, branches, and human checkpoints for LLM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Interactive Prompt Chaining Workflows Database holds 15 prompt chain workflows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Composable prompt pipelines: chains, branches, and human checkpoints for LLM 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Chain Provenance Ledger  [JAH-IPC-S-000001]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link execution in the chain is recorded in a provenance ledger — prompt version, model identity, inputs hash, outputs hash, human approvals. Any chain run can be replayed bit…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Branching and routing chains  [JAH-IPC-S-000002]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Real workflows branch: a router prompt classifies the input and sends it down different sub-chains (refund request -&gt; billing chain; bug report -&gt; engineering chain). Routing keeps…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Chain Provenance Ledger  [JAH-IPC-S-000003]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link execution in the chain is recorded in a provenance ledger — prompt version, model identity, inputs hash, outputs hash, human approvals. Any chain run can be replayed bit…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Branching and routing chains  [JAH-IPC-S-000004]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Real workflows branch: a router prompt classifies the input and sends it down different sub-chains (refund request -&gt; billing chain; bug report -&gt; engineering chain). Routing keeps…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Conditional retry with fallback prompts  [JAH-IPC-S-000005]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When a link's output fails validation, the chain doesn't crash — it retries with a fallback prompt (simpler instructions, a different model, or a repair prompt showing the error).…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prompt chain workflow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JAH-IPC-S-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Prompt Chain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Composable prompt pipelines: chains, branches, and human checkpoints for LLM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https://justinahiggins614-cmyk.github.io/jah-databases/db/interactive-prompt-chaining-workflows-signature/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https://justinahiggins614-cmyk.github.io/jah-databases-data-1/data/interactive-prompt-chaining-workflows-signature/index.jsonl.gz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
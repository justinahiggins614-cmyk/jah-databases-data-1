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greek-signature/" TargetMode="External"/><Relationship Id="rId3" Type="http://schemas.openxmlformats.org/officeDocument/2006/relationships/hyperlink" Target="https://justinahiggins614-cmyk.github.io/jah-databases-data-1/data/names-greek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Greek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Greek style — new creations built from real Greek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Greek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Greek style — new creations built from real Greek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Greek Names Database from genuine Greek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Greek-style given name: Nikomedes  [JAH-NMGS3-000001]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Nikomedes is a Signature original Greek-style given name, created for the Signature Greek Names Database. From nike (victory) + medos (counsel). It is labeled a Signature creation and is not a tradit…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Greek-style given name: Marianna  [JAH-NMGS3-000002]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Marianna is a Signature original Greek-style given name, created for the Signature Greek Names Database. From Maria + Anna. It is labeled a Signature creation and is not a traditional Greek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Greek-style given name: Georgionike  [JAH-NMGS3-000003]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Georgionike is a Signature original Greek-style given name, created for the Signature Greek Names Database. From Georgios + nike (victory). It is labeled a Signature creation and is not a traditional…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Greek-style given name: Elenipetra  [JAH-NMGS3-000004]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Elenipetra is a Signature original Greek-style given name, created for the Signature Greek Names Database. From Eleni + petra (rock). It is labeled a Signature creation and is not a traditional Greek…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Greek-style given name: Dimitrokles  [JAH-NMGS3-000005]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Dimitrokles is a Signature original Greek-style given name, created for the Signature Greek Names Database. From Dimitrios + kleos (glory). It is labeled a Signature creation and is not a traditional…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JAH-NMGS3-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Greek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Greek style — new creations built from real Greek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https://justinahiggins614-cmyk.github.io/jah-databases/db/names-greek-signature/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https://justinahiggins614-cmyk.github.io/jah-databases-data-1/data/names-greek-signature/index.jsonl.gz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
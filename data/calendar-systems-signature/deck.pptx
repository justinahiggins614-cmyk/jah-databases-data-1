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lendar-systems-signature/" TargetMode="External"/><Relationship Id="rId3" Type="http://schemas.openxmlformats.org/officeDocument/2006/relationships/hyperlink" Target="https://justinahiggins614-cmyk.github.io/jah-databases-data-1/data/calendar-system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Calendar Systems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calendar calculators, converters, and explainers.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Calendar Systems Database holds 15 calendar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calendar calculators, converters, and explainers.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educational work by the JAH system — Signature-authored calendar calculators and explainers, clearly labeled,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Leap-Year Lab - compare every leap rule in code  [JAH-CALSYSS-000001]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lab implements the leap-year rules of the Gregorian, Julian, Hebrew, Islamic, and Persian calendars side by side so you can compare them directly. You see why the Gregorian drops three…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Julian Day Number converter - astronomy's day count  [JAH-CALSYSS-000002]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tool converts Gregorian dates to Julian Day Numbers, the continuous day count astronomers use with noon January 1, 4713 BCE as day zero. You learn the Fliegel-Van Flandern algorithm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Day-of-Week calculator - Zeller and Doomsday  [JAH-CALSYSS-000003]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computes the day of the week for any Gregorian date two ways: Zeller's congruence (pure arithmetic) and Conway's Doomsday algorithm (mental math). You learn the anchor days, why…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Month-Length tables - every calendar's months  [JAH-CALSYSS-000004]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reference tabulates month lengths across the calendars in this database: Gregorian's 28-31 day months, the Hebrew 29/30-day lunar months, the Islamic alternation, the Coptic 12x30 plus…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Intercalation explainer - how calendars stay aligned  [JAH-CALSYSS-000005]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explainer shows how lunisolar calendars insert extra time: the Hebrew calendar's 7 leap years in 19 (Metonic cycle), the Islamic 11 in 30, the Chinese leap months placed where a month…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calendar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JAH-CALSYSS-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Calendar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calendar calculators, converters, and explainers.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https://justinahiggins614-cmyk.github.io/jah-databases/db/calendar-systems-signature/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https://justinahiggins614-cmyk.github.io/jah-databases-data-1/data/calendar-systems-signature/index.jsonl.gz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
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rmenian/" TargetMode="External"/><Relationship Id="rId3" Type="http://schemas.openxmlformats.org/officeDocument/2006/relationships/hyperlink" Target="https://justinahiggins614-cmyk.github.io/jah-databases-data-1/data/names-armen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Armenian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Armenian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Armenian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Armenian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Armen — Armenian given name  [JAH-NMA6-000001]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Armen is a masculine given name in Armenian. It is written Արմեն in the native script. It means "Armenian", from Armenian. The name of the nation itself, borne by its legendary patriarch.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Anahit — Armenian given name  [JAH-NMA6-000002]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Anahit is a feminine given name in Armenian. It is written Անահիտ in the native script. Of Armenian goddess origin. The ancient goddess of fertility and wisdom;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Tigran — Armenian given name  [JAH-NMA6-000003]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Tigran is a masculine given name in Armenian. It is written Տիգրան in the native script. Of Armenian royal origin. The name of the great king Tigran the Great.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Narek — Armenian given name  [JAH-NMA6-000004]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Narek is a masculine given name in Armenian. It is written Նարեկ in the native script. Of Armenian, from Narek monastery origin. A name from the holy monastery of Narek.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Aram — Armenian given name  [JAH-NMA6-000005]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Aram is a masculine given name in Armenian. It is written Արամ in the native script. Of Armenian patriarch origin. The legendary patriarch of the Armenians.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Armenian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Armenian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https://justinahiggins614-cmyk.github.io/jah-databases/db/names-armenian/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https://justinahiggins614-cmyk.github.io/jah-databases-data-1/data/names-armenian/index.jsonl.gz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
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self-testing-application-generator/" TargetMode="External"/><Relationship Id="rId3" Type="http://schemas.openxmlformats.org/officeDocument/2006/relationships/hyperlink" Target="https://justinahiggins614-cmyk.github.io/jah-databases-data-1/data/apex-tool-self-testing-application-generato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Self-Testing Application Generator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Builds applications with automated unit, integration, usability, and reliability checks appropriate to the project.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Self-Testing Application Generator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Builds applications with automated unit, integration, usability, and reliability checks appropriate to the project.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Beck, K., Test-Driven Development.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Unit Testing (Beck, TDD)  [JAH-APX47-000001]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Beck's test-driven development: write the test, watch it fail, make it pass, refactor. The generator's apps are born tested.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Property-Based Testing (QuickCheck)  [JAH-APX47-000002]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Claessen and Hughes' QuickCheck: properties hold over random inputs, shrunk to minimal failures. The generator's apps face hurricanes.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Integration Testing  [JAH-APX47-000003]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Services meet: integration tests verify the handshakes. The generator's apps integrate proven.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UI Test Automation (Playwright)  [JAH-APX47-000004]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Playwright drives real browsers: the generator's UIs are clicked, typed, and asserted like a user would. Pixels prove.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Load Testing  [JAH-APX47-000005]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Realistic traffic at scale: the generator's apps face the crowd before the crowd arrives. Bottlenecks confess early.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JAH-APX47-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Self-Testing Application Generator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Builds applications with automated unit, integration, usability, and reliability checks appropriate to the project.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https://justinahiggins614-cmyk.github.io/jah-databases/db/apex-tool-self-testing-application-generator/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https://justinahiggins614-cmyk.github.io/jah-databases-data-1/data/apex-tool-self-testing-application-generator/index.jsonl.gz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
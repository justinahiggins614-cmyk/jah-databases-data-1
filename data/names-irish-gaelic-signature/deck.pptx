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rish-gaelic-signature/" TargetMode="External"/><Relationship Id="rId3" Type="http://schemas.openxmlformats.org/officeDocument/2006/relationships/hyperlink" Target="https://justinahiggins614-cmyk.github.io/jah-databases-data-1/data/names-irish-gael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Irish Gaelic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Irish Gaelic style — new creations built from real Irish Gaelic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Irish Gaelic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Irish Gaelic style — new creations built from real Irish Gaelic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Irish Gaelic Names Database from genuine Irish Gaelic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Irish Gaelic-style given name: Seanmhair  [JAH-NMIGS-000001]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Seanmhair is a Signature original Irish Gaelic-style given name, created for the Signature Irish Gaelic Names Database. From sean (old, wise). It is labeled a Signature creation and is not a traditio…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Irish Gaelic-style given name: Siobhanrinn  [JAH-NMIGS-000002]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Siobhanrinn is a Signature original Irish Gaelic-style given name, created for the Signature Irish Gaelic Names Database. From Siobhan + rinn (point/star?).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Irish Gaelic-style given name: Padraigceol  [JAH-NMIGS-000003]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Padraigceol is a Signature original Irish Gaelic-style given name, created for the Signature Irish Gaelic Names Database. From Padraig + ceol (music).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Irish Gaelic-style given name: Aoifebhan  [JAH-NMIGS-000004]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Aoifebhan is a Signature original Irish Gaelic-style given name, created for the Signature Irish Gaelic Names Database. From Aoife + ban (white): 'radiant white'. It is labeled a Signature creation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Irish Gaelic-style given name: Cianog  [JAH-NMIGS-000005]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Cianog is a Signature original Irish Gaelic-style given name, created for the Signature Irish Gaelic Names Database. From Cian + -og (young). It is labeled a Signature creation and is not a tradition…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JAH-NMIGS-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Irish Gaelic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Irish Gaelic style — new creations built from real Irish Gaelic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https://justinahiggins614-cmyk.github.io/jah-databases/db/names-irish-gaelic-signature/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https://justinahiggins614-cmyk.github.io/jah-databases-data-1/data/names-irish-gaelic-signature/index.jsonl.gz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
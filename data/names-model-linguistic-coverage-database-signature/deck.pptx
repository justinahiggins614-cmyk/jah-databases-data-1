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odel-linguistic-coverage-database-signature/" TargetMode="External"/><Relationship Id="rId3" Type="http://schemas.openxmlformats.org/officeDocument/2006/relationships/hyperlink" Target="https://justinahiggins614-cmyk.github.io/jah-databases-data-1/data/names-model-linguistic-coverage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Model Linguistic Coverage Database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benchmark names — new coverage-name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Model Linguistic Coverage Database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benchmark names — new coverage-name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Linguistic-Coverage Model Naming Names Database from genuine Linguistic-Coverage Model Naming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Linguistic-Coverage Model Naming-style given name: LINGUA-500  [JAH-NMMLCS-000001]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LINGUA-500 is a Signature original Linguistic-Coverage Model Naming-style given name, created for the Signature Model Linguistic Coverage Database Names Database. Coverage-numbered name: '500 languag…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Linguistic-Coverage Model Naming-style given name: XVERSE  [JAH-NMMLCS-000002]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XVERSE is a Signature original Linguistic-Coverage Model Naming-style given name, created for the Signature Model Linguistic Coverage Database Names Database. X-prefixed name: 'cross-verse', the mult…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Linguistic-Coverage Model Naming-style given name: POLYGLOT-QA  [JAH-NMMLCS-000003]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POLYGLOT-QA is a Signature original Linguistic-Coverage Model Naming-style given name, created for the Signature Model Linguistic Coverage Database Names Database. Descriptive benchmark name: 'polygl…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Linguistic-Coverage Model Naming-style given name: TONGUE-TIDE  [JAH-NMMLCS-000004]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TONGUE-TIDE is a Signature original Linguistic-Coverage Model Naming-style given name, created for the Signature Model Linguistic Coverage Database Names Database. Evocative benchmark name in the FLO…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Linguistic-Coverage Model Naming-style given name: BABBLE-100  [JAH-NMMLCS-000005]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BABBLE-100 is a Signature original Linguistic-Coverage Model Naming-style given name, created for the Signature Model Linguistic Coverage Database Names Database. Playful coverage-numbered name: '100…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JAH-NMMLCS-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Benchmark Naming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benchmark names — new coverage-name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https://justinahiggins614-cmyk.github.io/jah-databases/db/names-model-linguistic-coverage-database-signature/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https://justinahiggins614-cmyk.github.io/jah-databases-data-1/data/names-model-linguistic-coverage-database-signature/index.jsonl.gz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
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norwegian/" TargetMode="External"/><Relationship Id="rId3" Type="http://schemas.openxmlformats.org/officeDocument/2006/relationships/hyperlink" Target="https://justinahiggins614-cmyk.github.io/jah-databases-data-1/data/names-norweg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Norwegian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Norwegian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Norwegian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Norwegian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Ole — Norwegian given name  [JAH-NMN2-000001]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Ole is a masculine given name in Norwegian. It means "ancestor's descendant", from Old Norse Olaf. The classic Norwegian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Ingrid — Norwegian given name  [JAH-NMN2-000002]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Ingrid is a feminine given name in Norwegian. It means "Ing's beauty", from Old Norse Ing + fridr. A royal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Lars — Norwegian given name  [JAH-NMN2-000003]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 is a masculine given name in Norwegian. It means "crowned with laurel", from Latin Laurentius. A timeless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Kari — Norwegian given name  [JAH-NMN2-000004]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Kari is a feminine given name in Norwegian. It means "pure", from Greek Katherine.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Knut — Norwegian given name  [JAH-NMN2-000005]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Knut is a masculine given name in Norwegian. It means "knot", from Old Norse knutr. A Viking-age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JAH-NMN2-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Norwegian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Norwegian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https://justinahiggins614-cmyk.github.io/jah-databases/db/names-norwegian/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https://justinahiggins614-cmyk.github.io/jah-databases-data-1/data/names-norwegian/index.jsonl.gz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
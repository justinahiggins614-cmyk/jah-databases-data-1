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pattern-matcher-all-types/" TargetMode="External"/><Relationship Id="rId3" Type="http://schemas.openxmlformats.org/officeDocument/2006/relationships/hyperlink" Target="https://justinahiggins614-cmyk.github.io/jah-databases-data-1/data/pattern-matcher-all-type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Pattern Matcher All Types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match type: exact, fuzzy, regex, phonetic, semantic,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Pattern Matcher All Types Database holds 15 matcher references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match type: exact, fuzzy, regex, phonetic, semantic, media.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standard string-algorithm and information-retrieval literature;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Exact String Match  [JAH-PMAT-000001]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Exact matching finds occurrences identical to the pattern, character for character — the foundation of search boxes, find-in-page, and key lookups. The naive scan is O(n*m); the Knuth-Morris-Pratt al…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Prefix and Suffix Match  [JAH-PMAT-000002]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Prefix matching (starts-with) powers autocomplete; suffix matching (ends-with) powers file-type detection and domain checks. Tries make prefix search over millions of keys fast by sharing common pref…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Fuzzy Match (Levenshtein)  [JAH-PMAT-000003]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Fuzzy matching tolerates typos: the Levenshtein distance counts the minimum insertions, deletions, and substitutions turning one string into another. Spell checkers and 'did you mean' features rank 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Regular Expression Match  [JAH-PMAT-000004]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Regular expressions describe pattern families — character classes, repetitions, groups — compiled to finite automata for linear-time matching. They validate emails, parse logs, and lex programming la…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Glob and Wildcard Match  [JAH-PMAT-000005]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Glob patterns use * (any run) and ? (one character) for filename-style matching — the language of shell wildcards and .gitignore rules. Simpler than regex but exactly right for paths and names. The d…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matcher reference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JAH-PMAT-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Match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match type: exact, fuzzy, regex, phonetic, semantic, media.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https://justinahiggins614-cmyk.github.io/jah-databases/db/pattern-matcher-all-types/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https://justinahiggins614-cmyk.github.io/jah-databases-data-1/data/pattern-matcher-all-types/index.jsonl.gz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
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new-database-blueprint-generator-signature/" TargetMode="External"/><Relationship Id="rId3" Type="http://schemas.openxmlformats.org/officeDocument/2006/relationships/hyperlink" Target="https://justinahiggins614-cmyk.github.io/jah-databases-data-1/data/archive-toolkit-new-database-blueprint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New Database Blueprint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Designs database schemas for newly identified subject areas.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New Database Blueprint Generator Database holds 15 schema blueprints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Designs database schemas for newly identified subject areas.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Database Blueprinting: Signature Ground Plan (Foundation)  [JAH-ATK284S-00001]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Database Blueprinting: Signature Ground Plan (Operation)  [JAH-ATK284S-00002]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Database Blueprinting: Signature Ground Plan (Mastery)  [JAH-ATK284S-00003]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Database Blueprinting: Signature Span Bridges (Foundation)  [JAH-ATK284S-00004]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Database Blueprinting: Signature Span Bridges (Operation)  [JAH-ATK284S-00005]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schema blueprint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JAH-ATK284S-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Blueprint Maker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Designs database schemas for newly identified subject areas.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https://justinahiggins614-cmyk.github.io/jah-databases/db/archive-toolkit-new-database-blueprint-generator-signature/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https://justinahiggins614-cmyk.github.io/jah-databases-data-1/data/archive-toolkit-new-database-blueprint-generator-signature/index.jsonl.gz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
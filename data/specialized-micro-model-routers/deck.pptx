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ecialized-micro-model-routers/" TargetMode="External"/><Relationship Id="rId3" Type="http://schemas.openxmlformats.org/officeDocument/2006/relationships/hyperlink" Target="https://justinahiggins614-cmyk.github.io/jah-databases-data-1/data/specialized-micro-model-rout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Specialized Micro-Model Routers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Right model, right task: routing work to small specialized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Specialized Micro-Model Routers Database holds 15 micro-model routing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Right model, right task: routing work to small specialized models.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Semantic intent router  [JAH-SMMR-000001]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lightweight classifier reads the incoming request and routes it to the best micro-model for that intent — math questions to the math-tuned 1B model, code to the code model, chitchat to the tiny cha…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Task-difficulty predictor routing  [JAH-SMMR-000002]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tiny model predicts how hard a query is before any big model runs, and the router picks model size from the difficulty score. Easy lookups go to the 1B model; multi-hop reasoning goes to the 70B.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Semantic intent router  [JAH-SMMR-000003]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lightweight classifier reads the incoming request and routes it to the best micro-model for that intent — math questions to the math-tuned 1B model, code to the code model, chitchat to the tiny cha…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Task-difficulty predictor routing  [JAH-SMMR-000004]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tiny model predicts how hard a query is before any big model runs, and the router picks model size from the difficulty score. Easy lookups go to the 1B model; multi-hop reasoning goes to the 70B.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Quality-verified routing feedback loop  [JAH-SMMR-000005]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router isn't static: every routed request's outcome (user thumbs-up, task success, verifier score) feeds back to update routing weights. Models that deliver get more traffic; models that disappoi…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micro-model routing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JAH-SMMR-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Micro-Model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Right model, right task: routing work to small specialized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https://justinahiggins614-cmyk.github.io/jah-databases/db/specialized-micro-model-routers/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https://justinahiggins614-cmyk.github.io/jah-databases-data-1/data/specialized-micro-model-routers/index.jsonl.gz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
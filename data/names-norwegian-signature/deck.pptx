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norwegian-signature/" TargetMode="External"/><Relationship Id="rId3" Type="http://schemas.openxmlformats.org/officeDocument/2006/relationships/hyperlink" Target="https://justinahiggins614-cmyk.github.io/jah-databases-data-1/data/names-norwegi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Norwegian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Norwegian style — new creations built from real Norwegian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Norwegian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Norwegian style — new creations built from real Norwegian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Norwegian Names Database from genuine Norwegian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Norwegian-style given name: Olebjorn  [JAH-NMNS2-000001]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Olebjorn is a Signature original Norwegian-style given name, created for the Signature Norwegian Names Database. From Ole + bjorn (bear). It is labeled a Signature creation and is not a traditional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Norwegian-style given name: Ingridfjord  [JAH-NMNS2-000002]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Ingridfjord is a Signature original Norwegian-style given name, created for the Signature Norwegian Names Database. From Ingrid + fjord. It is labeled a Signature creation and is not a traditional No…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Norwegian-style given name: Larsvik  [JAH-NMNS2-000003]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Larsvik is a Signature original Norwegian-style given name, created for the Signature Norwegian Names Database. From Lars + vik (bay). It is labeled a Signature creation and is not a traditional Norw…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Norwegian-style given name: Karidal  [JAH-NMNS2-000004]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Karidal is a Signature original Norwegian-style given name, created for the Signature Norwegian Names Database. From Kari + dal (valley). It is labeled a Signature creation and is not a traditional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Norwegian-style given name: Knutheim  [JAH-NMNS2-000005]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Knutheim is a Signature original Norwegian-style given name, created for the Signature Norwegian Names Database. From Knut + heim (home). It is labeled a Signature creation and is not a traditional 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JAH-NMNS2-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Norwegian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Norwegian style — new creations built from real Norwegian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https://justinahiggins614-cmyk.github.io/jah-databases/db/names-norwegian-signature/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https://justinahiggins614-cmyk.github.io/jah-databases-data-1/data/names-norwegian-signature/index.jsonl.gz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
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ontradiction-classifier/" TargetMode="External"/><Relationship Id="rId3" Type="http://schemas.openxmlformats.org/officeDocument/2006/relationships/hyperlink" Target="https://justinahiggins614-cmyk.github.io/jah-databases-data-1/data/archive-toolkit-contradiction-classifi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Contradiction Classifier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Tells real contradictions apart from differences in scope or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Contradiction Classifier Database holds 15 contradiction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Tells real contradictions apart from differences in scope or date.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Contradiction Classifier: a plain-language overview  [JAH-ATK194-000001]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Contradiction Classifier does and why archives need it. A contradiction classifier looks at two claims that seem to disagree and decides what kind of disagreement it really is: a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Contradiction Classifier works  [JAH-ATK194-000002]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Contradiction Classifier does and why archives need it. Real classifiers first detect disagreement (negation, antonyms, numeric mismatch), then classify its type: direct contradict…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Contradiction Classifier works: the deep tour  [JAH-ATK194-000003]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Contradiction Classifier does and why archives need it. Real classifiers first detect disagreement (negation, antonyms, numeric mismatch), then classify its type: direct contradict…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Contradiction-type cue classification: the simple idea  [JAH-ATK194-000004]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contradiction-type cue classification - how it works inside the Contradiction Classifier. A contradiction classifier looks at two claims that seem to disagree and decides what kind of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Contradiction-type cue classification in practice  [JAH-ATK194-000005]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contradiction-type cue classification - how it works inside the Contradiction Classifier. Real classifiers first detect disagreement (negation, antonyms, numeric mismatch), then classify…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contradiction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Contradiction Judge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Tells real contradictions apart from differences in scope or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https://justinahiggins614-cmyk.github.io/jah-databases/db/archive-toolkit-contradiction-classifier/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https://justinahiggins614-cmyk.github.io/jah-databases-data-1/data/archive-toolkit-contradiction-classifier/index.jsonl.gz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
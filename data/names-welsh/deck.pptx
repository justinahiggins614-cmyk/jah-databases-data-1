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welsh/" TargetMode="External"/><Relationship Id="rId3" Type="http://schemas.openxmlformats.org/officeDocument/2006/relationships/hyperlink" Target="https://justinahiggins614-cmyk.github.io/jah-databases-data-1/data/names-wels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Welsh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Welsh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Welsh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Welsh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Rhys — Welsh given name  [JAH-NMW-000001]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Rhys is a masculine given name in Welsh. It means "enthusiasm, ardor", from Welsh. The princely Welsh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Gwen — Welsh given name  [JAH-NMW-000002]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Gwen is a feminine given name in Welsh. It means "white, blessed", from Welsh. The radiant name element of Guinevere and Gwendolen.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Dylan — Welsh given name  [JAH-NMW-000003]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Dylan is a masculine given name in Welsh. It means "son of the wave", from Welsh dy + llanw. The sea-born figure of the Mabinogion.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Carys — Welsh given name  [JAH-NMW-000004]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Carys is a feminine given name in Welsh. It means "love", from Welsh caru. A beloved feminine name meaning love.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Owain — Welsh given name  [JAH-NMW-000005]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Owain is a masculine given name in Welsh. Of Welsh princely origin. The name of Owain Glyndwr, Prince of Wales.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JAH-NMW-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Welsh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Welsh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https://justinahiggins614-cmyk.github.io/jah-databases/db/names-welsh/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https://justinahiggins614-cmyk.github.io/jah-databases-data-1/data/names-welsh/index.jsonl.gz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
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boundless-workload-decomposition-engine/" TargetMode="External"/><Relationship Id="rId3" Type="http://schemas.openxmlformats.org/officeDocument/2006/relationships/hyperlink" Target="https://justinahiggins614-cmyk.github.io/jah-databases-data-1/data/apex-tool-boundless-workload-decomposi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Boundless Workload Decomposition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Splits oversized jobs into bounded units that can be scheduled, measured, and resumed.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Boundless Workload Decomposition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Splits oversized jobs into bounded units that can be scheduled, measured, and resumed.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Job Size Estimator  [JAH-APX64-000001]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a job's true size — items, bytes, expected work — before splitting, so bounds are set from facts.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Bound Enforcer  [JAH-APX64-000002]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Guarantees no unit exceeds the declared bound — memory, time, or item count — so units are schedulable by construction.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Even Splitter  [JAH-APX64-000003]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Divides jobs into roughly equal units for balanced scheduling and predictable progress.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Preserver  [JAH-APX64-000004]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order constraints across the split: units that depend on others carry the links, so correctness survives decomposition.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Overhead Modeler  [JAH-APX64-000005]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the per-unit overhead — setup, teardown, coordination — so the chosen bound balances parallelism against waste.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Boundless Workload Decomposition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Splits oversized jobs into bounded units that can be scheduled, measured, and resumed.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https://justinahiggins614-cmyk.github.io/jah-databases/db/apex-tool-boundless-workload-decomposition-engine/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https://justinahiggins614-cmyk.github.io/jah-databases-data-1/data/apex-tool-boundless-workload-decomposition-engine/index.jsonl.gz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
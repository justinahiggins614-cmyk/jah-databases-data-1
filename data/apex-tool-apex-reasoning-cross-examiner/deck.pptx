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apex-reasoning-cross-examiner/" TargetMode="External"/><Relationship Id="rId3" Type="http://schemas.openxmlformats.org/officeDocument/2006/relationships/hyperlink" Target="https://justinahiggins614-cmyk.github.io/jah-databases-data-1/data/apex-tool-apex-reasoning-cross-examin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Apex Reasoning Cross-Examiner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Challenges proposed answers with counterexamples, competing explanations, missing premises, and adversarial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Apex Reasoning Cross-Examiner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Challenges proposed answers with counterexamples, competing explanations, missing premises, and adversarial tests.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Popper, K. (1959). The Logic of Scientific Discovery.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Counterexample Search and Falsification  [JAH-APX30-000001]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Popper's demarcation: a claim earns scientific status by surviving attempts to refute it. The cross-examiner's first move is always the hunt for the counterexample — one black swan sinks 'all swans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Adversarial Testing of Claims  [JAH-APX30-000002]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Red-teaming treats the claim as an opponent: assume it is wrong and marshal the strongest case against it. Claims that survive a motivated adversary are the only ones worth keeping.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Socratic Questioning (Elenchus)  [JAH-APX30-000003]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Socrates' elenchus cross-examines by asking for definitions, probing consequences, and exposing contradictions between avowed beliefs. The demo mechanizes the pattern: define, deduce, confront.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Steelman Before Strawman  [JAH-APX30-000004]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Intellectual honesty demands the steelman: restate the opposing view in its strongest form before criticizing it. Attacking strawmen proves nothing; the cross-examiner requires the steel version firs…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Hidden Premise Detection  [JAH-APX30-000005]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Enthymemes — arguments with unstated premises — smuggle assumptions past scrutiny. The detector reconstructs the missing premises needed for validity and puts each on trial individually.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Apex Reasoning Cross-Examiner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Challenges proposed answers with counterexamples, competing explanations, missing premises, and adversarial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https://justinahiggins614-cmyk.github.io/jah-databases/db/apex-tool-apex-reasoning-cross-examiner/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https://justinahiggins614-cmyk.github.io/jah-databases-data-1/data/apex-tool-apex-reasoning-cross-examiner/index.jsonl.gz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
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source-code-structure-extractor/" TargetMode="External"/><Relationship Id="rId3" Type="http://schemas.openxmlformats.org/officeDocument/2006/relationships/hyperlink" Target="https://justinahiggins614-cmyk.github.io/jah-databases-data-1/data/archive-toolkit-source-code-structure-extracto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Source Code Structure Extractor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Turns raw source files into functions, classes, and syntax trees.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Source Code Structure Extractor Database holds 15 code structure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Turns raw source files into functions, classes, and syntax trees.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methods compiled from standard information-extraction and knowledge-organization practice. Assembled for the JAH Databases archive.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Source Code Structure Extractor: a plain-language overview  [JAH-ATK151-000001]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Overview: what the Source Code Structure Extractor does and why archives need it. A source code structure extractor reads a program file the way a compiler does and writes down what it finds: every f…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How the Source Code Structure Extractor works  [JAH-ATK151-000002]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Overview: what the Source Code Structure Extractor does and why archives need it. Real extractors parse source text into an abstract syntax tree (AST) with tools like Python's ast module, tree-sitter…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How the Source Code Structure Extractor works: the deep tour  [JAH-ATK151-000003]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Overview: what the Source Code Structure Extractor does and why archives need it. Real extractors parse source text into an abstract syntax tree (AST) with tools like Python's ast module, tree-sitter…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Abstract syntax tree parsing: the simple idea  [JAH-ATK151-000004]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Core method: abstract syntax tree parsing - how it works inside the Source Code Structure Extractor. A source code structure extractor reads a program file the way a compiler does and writes down wha…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Abstract syntax tree parsing in practice  [JAH-ATK151-000005]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Core method: abstract syntax tree parsing - how it works inside the Source Code Structure Extractor. Real extractors parse source text into an abstract syntax tree (AST) with tools like Python's ast…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code structure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JAH-ATK151-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Structure Cartographer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Turns raw source files into functions, classes, and syntax trees.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https://justinahiggins614-cmyk.github.io/jah-databases/db/archive-toolkit-source-code-structure-extractor/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https://justinahiggins614-cmyk.github.io/jah-databases-data-1/data/archive-toolkit-source-code-structure-extractor/index.jsonl.gz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
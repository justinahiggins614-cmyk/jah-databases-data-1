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heterogeneous-processor-router/" TargetMode="External"/><Relationship Id="rId3" Type="http://schemas.openxmlformats.org/officeDocument/2006/relationships/hyperlink" Target="https://justinahiggins614-cmyk.github.io/jah-databases-data-1/data/apex-tool-universal-heterogeneous-processor-rou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Heterogeneous Processor Router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Assigns compatible workloads to CPUs, GPUs, specialized accelerators, and other supported processors.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Heterogeneous Processor Router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compatible workloads to CPUs, GPUs, specialized accelerators, and other supported processors.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Device Inventory  [JAH-APX62-000001]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Catalogs every processor — CPU, GPU, TPU, FPGA — with real capabilities: cores, memory, supported ops, drivers.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Workload Profiler  [JAH-APX62-000002]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what a workload actually needs: compute intensity, memory footprint, parallelism, precision.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Compatibility Matrix  [JAH-APX62-000003]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which workloads run on which devices — op support, memory fit, driver versions — the ground truth for routing.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Cost Modeler  [JAH-APX62-000004]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per-device cost: time, energy, and money, so 'fastest' and 'cheapest' are both computable.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Greedy Assignment Router  [JAH-APX62-000005]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Assigns each operation to its cheapest compatible device respecting capacity — fast, explainable, and usually near-optimal.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Heterogeneous Processor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compatible workloads to CPUs, GPUs, specialized accelerators, and other supported processors.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https://justinahiggins614-cmyk.github.io/jah-databases/db/apex-tool-universal-heterogeneous-processor-router/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https://justinahiggins614-cmyk.github.io/jah-databases-data-1/data/apex-tool-universal-heterogeneous-processor-router/index.jsonl.gz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
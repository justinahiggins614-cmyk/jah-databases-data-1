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index-health-monitor/" TargetMode="External"/><Relationship Id="rId3" Type="http://schemas.openxmlformats.org/officeDocument/2006/relationships/hyperlink" Target="https://justinahiggins614-cmyk.github.io/jah-databases-data-1/data/archive-toolkit-index-health-moni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Index Health Monitor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Detects failed, outdated, or incomplete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Index Health Monitor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failed, outdated, or incomplete indexes.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index health monitor;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Freshness probing — Index Health Monitor  [JAH-ATK221-0001]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health monitor watches the indexes the whole archive depends on and reports when one is failed, outdated, or incomplete — before users notice. It probes freshness against the source of trut…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Structural integrity checks — Index Health Monitor  [JAH-ATK221-0002]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health monitor watches the indexes the whole archive depends on and reports when one is failed, outdated, or incomplete — before users notice. It probes freshness against the source of trut…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Coverage measurement — Index Health Monitor  [JAH-ATK221-0003]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health monitor watches the indexes the whole archive depends on and reports when one is failed, outdated, or incomplete — before users notice. It probes freshness against the source of trut…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Query smoke tests — Index Health Monitor  [JAH-ATK221-0004]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health monitor watches the indexes the whole archive depends on and reports when one is failed, outdated, or incomplete — before users notice. It probes freshness against the source of trut…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Staleness grading — Index Health Monitor  [JAH-ATK221-0005]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index health monitor watches the indexes the whole archive depends on and reports when one is failed, outdated, or incomplete — before users notice. It probes freshness against the source of trut…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JAH-ATK221-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Index Health Monitor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Detects failed, outdated, or incomplete indexes.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https://justinahiggins614-cmyk.github.io/jah-databases/db/archive-toolkit-index-health-monitor/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https://justinahiggins614-cmyk.github.io/jah-databases-data-1/data/archive-toolkit-index-health-monitor/index.jsonl.gz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
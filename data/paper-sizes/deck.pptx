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per-sizes/" TargetMode="External"/><Relationship Id="rId3" Type="http://schemas.openxmlformats.org/officeDocument/2006/relationships/hyperlink" Target="https://justinahiggins614-cmyk.github.io/jah-databases-data-1/data/paper-siz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Paper Sizes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paper size standard: exact dimensions, aspect ratios, use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Paper Sizes Database holds 15 paper sizes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paper size standard: exact dimensions, aspect ratios, use cases.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data compiled from ISO 216 and JIS P 0138 standard dimensions, and ANSI/ASME Y14.1 North American paper size definitions.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A0 — 841 x 1189 mm, the ISO base sheet  [JAH-PAPR-000001]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A0 is the base sheet of the ISO 216 A series: 841 by 1189 millimeters with an area of exactly one square meter. Every smaller A size is made by halving an A0 sheet, so the whole series shares the sam…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A1 — 594 x 841 mm, half of A0  [JAH-PAPR-000002]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A1 measures 594 by 841 millimeters — exactly half an A0 sheet, with the same 1:sqrt(2) aspect ratio preserved. It is the standard size for large flip charts, technical posters, and full-size engineer…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A2 — 420 x 594 mm, the poster sheet  [JAH-PAPR-000003]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A2 is 420 by 594 millimeters — half of A1, a quarter of A0 — and is the classic medium poster and large drawing size. It fits comfortably on an easel, which is why art schools and design studios stan…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A3 — 297 x 420 mm, the tabloid of the metric world  [JAH-PAPR-000004]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A3 measures 297 by 420 millimeters, exactly twice the area of A4. It is the metric counterpart of the tabloid/ledger size: large enough for spreadsheets, diagrams, and two-up A4 printing, small enoug…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A4 — 210 x 297 mm, the world's standard letter  [JAH-PAPR-000005]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A4 is 210 by 297 millimeters — the standard office paper size across nearly the entire world outside North America. It is one sixteenth of an A0 sheet, with an area of one sixteenth of a square meter…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paper size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JAH-PAPR-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Paper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paper size standard: exact dimensions, aspect ratios, use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https://justinahiggins614-cmyk.github.io/jah-databases/db/paper-sizes/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https://justinahiggins614-cmyk.github.io/jah-databases-data-1/data/paper-sizes/index.jsonl.gz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
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balochi-signature/" TargetMode="External"/><Relationship Id="rId3" Type="http://schemas.openxmlformats.org/officeDocument/2006/relationships/hyperlink" Target="https://justinahiggins614-cmyk.github.io/jah-databases-data-1/data/names-balochi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Balochi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Balochi style — new creations built from real Balochi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Balochi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Balochi style — new creations built from real Balochi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Balochi Names Database from genuine Balochi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Balochi-style given name: Mir Allahbakhsh  [JAH-NMBS4-000001]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Mir Allahbakhsh is a Signature original Balochi-style given name, created for the Signature Balochi Names Database. From the title Mir (chief) + Allah Bakhsh ('God-given'). It is labeled a Signature…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Balochi-style given name: Gulbibi  [JAH-NMBS4-000002]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Gulbibi is a Signature original Balochi-style given name, created for the Signature Balochi Names Database. From gul (flower) + bibi (lady): 'flower lady'. It is labeled a Signature creation and is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Balochi-style given name: Dadshahgul  [JAH-NMBS4-000003]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Dadshahgul is a Signature original Balochi-style given name, created for the Signature Balochi Names Database. From dad (justice) + shah (king) + gul. It is labeled a Signature creation and is not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Balochi-style given name: Chakarbeg  [JAH-NMBS4-000004]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Chakarbeg is a Signature original Balochi-style given name, created for the Signature Balochi Names Database. From Chakar + beg (lord): 'lord Chakar'. It is labeled a Signature creation and is not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Balochi-style given name: Mahbibi  [JAH-NMBS4-000005]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Mahbibi is a Signature original Balochi-style given name, created for the Signature Balochi Names Database. From mah (moon) + bibi (lady): 'moon lady'. It is labeled a Signature creation and is not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JAH-NMBS4-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Balochi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Balochi style — new creations built from real Balochi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https://justinahiggins614-cmyk.github.io/jah-databases/db/names-balochi-signature/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https://justinahiggins614-cmyk.github.io/jah-databases-data-1/data/names-balochi-signature/index.jsonl.gz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
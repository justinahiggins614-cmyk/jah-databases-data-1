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kayo-patterns-resolved-signature/" TargetMode="External"/><Relationship Id="rId3" Type="http://schemas.openxmlformats.org/officeDocument/2006/relationships/hyperlink" Target="https://justinahiggins614-cmyk.github.io/jah-databases-data-1/data/kayo-patterns-resolved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Kayo Patterns Resolved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ambiguity-fighting drills and canons.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Kayo Patterns Resolved Database holds 15 signature kayo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ambiguity-fighting drills and canons.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Kayo Definition Drill  [JAH-KAYOS-000001]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drill: for any dataset, list its five most ambiguous fields, name the kayo pattern each exhibits, and write the resolution rule before any code runs. The drill's output is a one-…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Delimiter Pre-Scan  [JAH-KAYOS-000002]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procedure: before parsing any delimited file, scan the full file for candidate delimiters inside quoted regions and choose the delimiter with zero in-field occurrences. The pre-s…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Entity Anchor Rule  [JAH-KAYOS-000003]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rule: every named entity entering the system is anchored to an authority record (gazetteer, registry, knowledge base) at ingest, with the anchor ID stored alongside the name. Bar…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Unit Gate  [JAH-KAYOS-000004]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gate: no quantity crosses a system boundary without its unit, enforced by a type that pairs value and unit inseparably. The gate's test suite includes the Mars Climate Orbiter 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Date Canon  [JAH-KAYOS-000005]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canon: ISO 8601 for storage and interchange, locale formats for display only, and an explicit ordered format list for legacy ingest with ambiguity flagged to humans. The canon fo…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kayo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JAH-KAYOS-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Ambiguity Coach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ambiguity-fighting drills and canons.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https://justinahiggins614-cmyk.github.io/jah-databases/db/kayo-patterns-resolved-signature/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https://justinahiggins614-cmyk.github.io/jah-databases-data-1/data/kayo-patterns-resolved-signature/index.jsonl.gz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
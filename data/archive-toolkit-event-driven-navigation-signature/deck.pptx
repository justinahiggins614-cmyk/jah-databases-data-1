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vent-driven-navigation-signature/" TargetMode="External"/><Relationship Id="rId3" Type="http://schemas.openxmlformats.org/officeDocument/2006/relationships/hyperlink" Target="https://justinahiggins614-cmyk.github.io/jah-databases-data-1/data/archive-toolkit-event-driven-navig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Event-driven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Starts or updates searches when connected archives publish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Event-driven navigation Database holds 15 navigation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Starts or updates searches when connected archives publish changes.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Event-Driven Navigation: Signature Town Crier (Foundation)  [JAH-ATK307S-00001]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Event-Driven Navigation: Signature Town Crier (Operation)  [JAH-ATK307S-00002]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Event-Driven Navigation: Signature Town Crier (Mastery)  [JAH-ATK307S-00003]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Event-Driven Navigation: Signature Listening Posts (Foundation)  [JAH-ATK307S-00004]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Event-Driven Navigation: Signature Listening Posts (Operation)  [JAH-ATK307S-00005]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Event Navigator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Starts or updates searches when connected archives publish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https://justinahiggins614-cmyk.github.io/jah-databases/db/archive-toolkit-event-driven-navigation-signature/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https://justinahiggins614-cmyk.github.io/jah-databases-data-1/data/archive-toolkit-event-driven-navigation-signature/index.jsonl.gz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
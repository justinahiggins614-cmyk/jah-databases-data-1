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instant-static-fallbacks/" TargetMode="External"/><Relationship Id="rId3" Type="http://schemas.openxmlformats.org/officeDocument/2006/relationships/hyperlink" Target="https://justinahiggins614-cmyk.github.io/jah-databases-data-1/data/instant-static-fallback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Instant Static Fallbacks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Stay up when backends go down — static fallbacks, degraded modes, and failover patterns that keep pages serving.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Instant Static Fallbacks Database holds 15 static fallback patterns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Stay up when backends go down — static fallbacks, degraded modes, and failover patterns that keep pages serving.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 compiled from openly published documentation, project sources, and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CDN stale-while-revalidate  [JAH-ISF-000001]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Serve the stale cached copy instantly while the CDN revalidates in the background. Triggers when origin slow or erroring; serves stale cached page. Example: Cache-Control: max-age=60, stale-while-rev…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Service worker offline page  [JAH-ISF-000002]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service worker serving a cached app shell and offline page when the network fails. Triggers when network failure; serves cached shell + offline page. Example: workbox precaching + catch handler.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nginx try_files cascade  [JAH-ISF-000003]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try_files walks a list of files and falls back to a static page or named location. Triggers when missing file/route; serves fallback file. Example: try_files $uri $uri/ /fallback.html;.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Pre-rendered error pages  [JAH-ISF-000004]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Static 50x pages served by the edge so error pages never depend on the app server. Triggers when 5xx from origin; serves branded static page. Example: error_page 500 502 /50x.html;.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DNS failover  [JAH-ISF-000005]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Route 53 health checks flip DNS to a standby region when the primary fails checks. Triggers when health-check failure; serves standby region. Example: Route 53 failover routing policy.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static fallback pattern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JAH-ISF-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Fallback Pattern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Stay up when backends go down — static fallbacks, degraded modes, and failover patterns that keep pages serving.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https://justinahiggins614-cmyk.github.io/jah-databases/db/instant-static-fallbacks/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https://justinahiggins614-cmyk.github.io/jah-databases-data-1/data/instant-static-fallbacks/index.jsonl.gz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
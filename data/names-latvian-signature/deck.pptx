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tvian-signature/" TargetMode="External"/><Relationship Id="rId3" Type="http://schemas.openxmlformats.org/officeDocument/2006/relationships/hyperlink" Target="https://justinahiggins614-cmyk.github.io/jah-databases-data-1/data/names-latv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Latvian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Latvian style — new creations built from real Latvian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Latvian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Latvian style — new creations built from real Latvian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Latvian Names Database from genuine Latvian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Latvian-style given name: Janisberz  [JAH-NMLS4-000001]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Janisberz is a Signature original Latvian-style given name, created for the Signature Latvian Names Database. From Janis + berzs (birch). It is labeled a Signature creation and is not a traditional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Latvian-style given name: Annakalns  [JAH-NMLS4-000002]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Annakalns is a Signature original Latvian-style given name, created for the Signature Latvian Names Database. From Anna + kalns (hill). It is labeled a Signature creation and is not a traditional Lat…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Latvian-style given name: Peterisozols  [JAH-NMLS4-000003]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Peterisozols is a Signature original Latvian-style given name, created for the Signature Latvian Names Database. From Peteris + ozols (oak).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Latvian-style given name: Ilzeliepa  [JAH-NMLS4-000004]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Ilzeliepa is a Signature original Latvian-style given name, created for the Signature Latvian Names Database. From Ilze + liepa (linden). It is labeled a Signature creation and is not a traditional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Latvian-style given name: Andrisjura  [JAH-NMLS4-000005]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Andrisjura is a Signature original Latvian-style given name, created for the Signature Latvian Names Database. From Andris + jura (sea). It is labeled a Signature creation and is not a traditional 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Latvian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Latvian style — new creations built from real Latvian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https://justinahiggins614-cmyk.github.io/jah-databases/db/names-latvian-signature/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https://justinahiggins614-cmyk.github.io/jah-databases-data-1/data/names-latvian-signature/index.jsonl.gz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
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ool-version-compatibility-manager-signature/" TargetMode="External"/><Relationship Id="rId3" Type="http://schemas.openxmlformats.org/officeDocument/2006/relationships/hyperlink" Target="https://justinahiggins614-cmyk.github.io/jah-databases-data-1/data/archive-toolkit-tool-version-compatibility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Tool Version Compatibility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incompatible versions and manages approved upgrades.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Tool Version Compatibility Manager Database holds 15 tool version compatibility managers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incompatible versions and manages approved upgrades.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Compatibility time machine  [JAH-ATK259S-000001]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before upgrading, the new version is tested against recorded historical workloads: real requests captured from production, replayed verbatim.…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Compatibility time machine  [JAH-ATK259S-000002]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before upgrading, the new version is tested against recorded historical workloads: real requests captured from production, replayed verbatim.…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Compatibility time machine  [JAH-ATK259S-000003]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before upgrading, the new version is tested against recorded historical workloads: real requests captured from production, replayed verbatim.…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Upgrade blast-radius estimator  [JAH-ATK259S-000004]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the estimator maps which databases, tools, and workflows depend on the version being upgraded, directly and transitively. The blast radius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Upgrade blast-radius estimator  [JAH-ATK259S-000005]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the estimator maps which databases, tools, and workflows depend on the version being upgraded, directly and transitively. The blast radius is…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version compatibility manager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JAH-ATK259S-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Tool Version Compatibility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incompatible versions and manages approved upgrades.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https://justinahiggins614-cmyk.github.io/jah-databases/db/archive-toolkit-tool-version-compatibility-manager-signature/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https://justinahiggins614-cmyk.github.io/jah-databases-data-1/data/archive-toolkit-tool-version-compatibility-manager-signature/index.jsonl.gz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
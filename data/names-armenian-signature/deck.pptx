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rmenian-signature/" TargetMode="External"/><Relationship Id="rId3" Type="http://schemas.openxmlformats.org/officeDocument/2006/relationships/hyperlink" Target="https://justinahiggins614-cmyk.github.io/jah-databases-data-1/data/names-armen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Armenian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Armenian style — new creations built from real Armenian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Armenian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Armenian style — new creations built from real Armenian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Armenian Names Database from genuine Armenian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Armenian-style given name: Armenuhi  [JAH-NMAS6-000001]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Armenuhi is a Signature original Armenian-style given name, created for the Signature Armenian Names Database. From Armen + -uhi (feminine). It is labeled a Signature creation and is not a traditiona…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Armenian-style given name: Anahittik  [JAH-NMAS6-000002]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Anahittik is a Signature original Armenian-style given name, created for the Signature Armenian Names Database. From Anahit + -tik (diminutive). It is labeled a Signature creation and is not a tradit…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Armenian-style given name: Tigranush  [JAH-NMAS6-000003]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Tigranush is a Signature original Armenian-style given name, created for the Signature Armenian Names Database. From Tigran + -ush. It is labeled a Signature creation and is not a traditional Armenia…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Armenian-style given name: Narekatsu  [JAH-NMAS6-000004]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Narekatsu is a Signature original Armenian-style given name, created for the Signature Armenian Names Database. From Narek + -atsu. It is labeled a Signature creation and is not a traditional Armenia…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Armenian-style given name: Aramayr  [JAH-NMAS6-000005]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Aramayr is a Signature original Armenian-style given name, created for the Signature Armenian Names Database. From Aram + ayr (man). It is labeled a Signature creation and is not a traditional Armeni…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JAH-NMAS6-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Armenian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Armenian style — new creations built from real Armenian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https://justinahiggins614-cmyk.github.io/jah-databases/db/names-armenian-signature/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https://justinahiggins614-cmyk.github.io/jah-databases-data-1/data/names-armenian-signature/index.jsonl.gz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
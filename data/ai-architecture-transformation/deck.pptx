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i-architecture-transformation/" TargetMode="External"/><Relationship Id="rId3" Type="http://schemas.openxmlformats.org/officeDocument/2006/relationships/hyperlink" Target="https://justinahiggins614-cmyk.github.io/jah-databases-data-1/data/ai-architecture-transformation/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AI Architecture Transformation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Distillation, pruning, quantization-aware morphing, and neural architecture transforms that reshape models without retraining from scratch.</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AI Architecture Transformation Database holds 20 architecture transformation records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Distillation, pruning, quantization-aware morphing, and neural architecture transforms that reshape models without retraining from scratch.</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JAH Databases lane N1 build</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Knowledge Distillation: Teacher to Student  [JAH-AAT-000001]</a:t>
            </a:r>
          </a:p>
          <a:p>
            <a:pPr algn="l">
              <a:spcAft>
                <a:spcPts val="1000"/>
              </a:spcAft>
            </a:pPr>
            <a:r>
              <a:rPr sz="1400" b="0">
                <a:solidFill>
                  <a:srgbClr val="D5DBDB"/>
                </a:solidFill>
                <a:latin typeface="Calibri"/>
              </a:rPr>
              <a:t>   A large teacher model's soft outputs train a small student, transferring dark knowledge the hard labels lack. Temperature-scaled softmax reveals the teacher's uncertainty structure, which the student…</a:t>
            </a:r>
          </a:p>
          <a:p>
            <a:pPr algn="l">
              <a:spcAft>
                <a:spcPts val="200"/>
              </a:spcAft>
            </a:pPr>
            <a:r>
              <a:rPr sz="1700" b="1">
                <a:solidFill>
                  <a:srgbClr val="FFFFFF"/>
                </a:solidFill>
                <a:latin typeface="Calibri"/>
              </a:rPr>
              <a:t>2. Magnitude Pruning with Fine-Tuning  [JAH-AAT-000002]</a:t>
            </a:r>
          </a:p>
          <a:p>
            <a:pPr algn="l">
              <a:spcAft>
                <a:spcPts val="1000"/>
              </a:spcAft>
            </a:pPr>
            <a:r>
              <a:rPr sz="1400" b="0">
                <a:solidFill>
                  <a:srgbClr val="D5DBDB"/>
                </a:solidFill>
                <a:latin typeface="Calibri"/>
              </a:rPr>
              <a:t>   Weights with the smallest absolute values are zeroed out, then the sparse model is fine-tuned to recover accuracy. Iterative pruning removes a little at a time, which preserves accuracy far better th…</a:t>
            </a:r>
          </a:p>
          <a:p>
            <a:pPr algn="l">
              <a:spcAft>
                <a:spcPts val="200"/>
              </a:spcAft>
            </a:pPr>
            <a:r>
              <a:rPr sz="1700" b="1">
                <a:solidFill>
                  <a:srgbClr val="FFFFFF"/>
                </a:solidFill>
                <a:latin typeface="Calibri"/>
              </a:rPr>
              <a:t>3. Quantization-Aware Training Transform  [JAH-AAT-000003]</a:t>
            </a:r>
          </a:p>
          <a:p>
            <a:pPr algn="l">
              <a:spcAft>
                <a:spcPts val="1000"/>
              </a:spcAft>
            </a:pPr>
            <a:r>
              <a:rPr sz="1400" b="0">
                <a:solidFill>
                  <a:srgbClr val="D5DBDB"/>
                </a:solidFill>
                <a:latin typeface="Calibri"/>
              </a:rPr>
              <a:t>   QAT inserts fake quantization nodes during training so the model learns weights that survive INT8 rounding. The transform converts a trained FP32 graph into a quantization-ready graph automatically.…</a:t>
            </a:r>
          </a:p>
          <a:p>
            <a:pPr algn="l">
              <a:spcAft>
                <a:spcPts val="200"/>
              </a:spcAft>
            </a:pPr>
            <a:r>
              <a:rPr sz="1700" b="1">
                <a:solidFill>
                  <a:srgbClr val="FFFFFF"/>
                </a:solidFill>
                <a:latin typeface="Calibri"/>
              </a:rPr>
              <a:t>4. Net2Net Widening Transform  [JAH-AAT-000004]</a:t>
            </a:r>
          </a:p>
          <a:p>
            <a:pPr algn="l">
              <a:spcAft>
                <a:spcPts val="1000"/>
              </a:spcAft>
            </a:pPr>
            <a:r>
              <a:rPr sz="1400" b="0">
                <a:solidFill>
                  <a:srgbClr val="D5DBDB"/>
                </a:solidFill>
                <a:latin typeface="Calibri"/>
              </a:rPr>
              <a:t>   Net2Net widens layers while preserving the exact function the network computes, so the larger model starts exactly where the smaller one left off. Each neuron is split into copies with halved outgoin…</a:t>
            </a:r>
          </a:p>
          <a:p>
            <a:pPr algn="l">
              <a:spcAft>
                <a:spcPts val="200"/>
              </a:spcAft>
            </a:pPr>
            <a:r>
              <a:rPr sz="1700" b="1">
                <a:solidFill>
                  <a:srgbClr val="FFFFFF"/>
                </a:solidFill>
                <a:latin typeface="Calibri"/>
              </a:rPr>
              <a:t>5. Structural Reparameterization (RepVGG)  [JAH-AAT-000005]</a:t>
            </a:r>
          </a:p>
          <a:p>
            <a:pPr algn="l">
              <a:spcAft>
                <a:spcPts val="1000"/>
              </a:spcAft>
            </a:pPr>
            <a:r>
              <a:rPr sz="1400" b="0">
                <a:solidFill>
                  <a:srgbClr val="D5DBDB"/>
                </a:solidFill>
                <a:latin typeface="Calibri"/>
              </a:rPr>
              <a:t>   Multi-branch training-time blocks are mathematically fused into single convolutions for inference. The transform adds the branch kernels together after folding batch norms, producing one equivalent 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20</a:t>
            </a:r>
          </a:p>
          <a:p>
            <a:pPr algn="l">
              <a:spcAft>
                <a:spcPts val="1000"/>
              </a:spcAft>
            </a:pPr>
            <a:r>
              <a:rPr sz="2000" b="0">
                <a:solidFill>
                  <a:srgbClr val="FFFFFF"/>
                </a:solidFill>
                <a:latin typeface="Calibri"/>
              </a:rPr>
              <a:t>Record kind:  architecture transformation record</a:t>
            </a:r>
          </a:p>
          <a:p>
            <a:pPr algn="l">
              <a:spcAft>
                <a:spcPts val="1000"/>
              </a:spcAft>
            </a:pPr>
            <a:r>
              <a:rPr sz="2000" b="0">
                <a:solidFill>
                  <a:srgbClr val="FFFFFF"/>
                </a:solidFill>
                <a:latin typeface="Calibri"/>
              </a:rPr>
              <a:t>ID prefix:  JAH-AAT-</a:t>
            </a:r>
          </a:p>
          <a:p>
            <a:pPr algn="l">
              <a:spcAft>
                <a:spcPts val="1000"/>
              </a:spcAft>
            </a:pPr>
            <a:r>
              <a:rPr sz="2000" b="0">
                <a:solidFill>
                  <a:srgbClr val="FFFFFF"/>
                </a:solidFill>
                <a:latin typeface="Calibri"/>
              </a:rPr>
              <a:t>March to a million:  20 / 1,000,000 — in progress</a:t>
            </a:r>
          </a:p>
          <a:p>
            <a:pPr algn="l">
              <a:spcAft>
                <a:spcPts val="1000"/>
              </a:spcAft>
            </a:pPr>
            <a:r>
              <a:rPr sz="2000" b="0">
                <a:solidFill>
                  <a:srgbClr val="FFFFFF"/>
                </a:solidFill>
                <a:latin typeface="Calibri"/>
              </a:rPr>
              <a:t>AI librarian:  JAH Architect Guide</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Distillation, pruning, quantization-aware morphing, and neural architecture transforms that reshape models without retraining from scratch.</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https://justinahiggins614-cmyk.github.io/jah-databases/db/ai-architecture-transformation/</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https://justinahiggins614-cmyk.github.io/jah-databases-data-1/data/ai-architecture-transformation/index.jsonl.gz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
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dependency-fallbacks/" TargetMode="External"/><Relationship Id="rId3" Type="http://schemas.openxmlformats.org/officeDocument/2006/relationships/hyperlink" Target="https://justinahiggins614-cmyk.github.io/jah-databases-data-1/data/zero-dependency-fallback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Zero-Dependency Fallbacks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Zero-Dependency Fallbacks Database holds 15 zero-dependency fallbacks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 static binaries  [JAH-ZDF-000001]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 links everything statically by default, so a Go binary runs on any same-arch Linux with no runtime. It ships with 0 external dependencies at about 8000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Rust musl static builds  [JAH-ZDF-000002]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Targeting x86_64-unknown-linux-musl produces fully static Rust binaries with no glibc dependency. It ships with 0 external dependencies at about 2500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BusyBox  [JAH-ZDF-000003]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binary replacing 300+ Unix utilities, the standard fallback shell environment in containers. It ships with 0 external dependencies at about 1200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Toybox  [JAH-ZDF-000004]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Android’s BSD-licensed toolbox; a clean-room zero-dependency command set for minimal systems. It ships with 0 external dependencies at about 900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SQLite amalgamation  [JAH-ZDF-000005]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entire database engine ships as one 250K-line sqlite3.c you compile straight into your app. It ships with 0 external dependencies at about 1500 KB.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zero-dependency fallback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JAH-ZDF-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Fallback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https://justinahiggins614-cmyk.github.io/jah-databases/db/zero-dependency-fallbacks/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https://justinahiggins614-cmyk.github.io/jah-databases-data-1/data/zero-dependency-fallbacks/index.jsonl.gz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
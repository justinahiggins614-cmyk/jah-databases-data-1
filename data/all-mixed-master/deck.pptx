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ll-mixed-master/" TargetMode="External"/><Relationship Id="rId3" Type="http://schemas.openxmlformats.org/officeDocument/2006/relationships/hyperlink" Target="https://justinahiggins614-cmyk.github.io/jah-databases-data-1/data/all-mixed-mas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All Mixed Master Programs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Bigger integrations — toolkits, suites, labs — combining many subjects, all runnable and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All Mixed Master Programs Database holds 20 master programs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Bigger integrations — toolkits, suites, labs — combining many subjects, all runnable and tested.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Personal Data Toolkit  [JAH-ALLMIX-000001]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Personal Data Toolkit (['json formatter', 'csv to json', 'base64 tool', 'url parser']). One toolkit for everyday data chores: JSON, CSV, base64, and URL parsing in a single CLI-style demo.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Text Analysis Suite  [JAH-ALLMIX-000002]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Text Analysis Suite (['word frequency', 'palindrome checker', 'markdown parser', 'caesar cipher']). Full text workbench: frequency analysis, palindrome scan, markdown render, and cipher.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Crypto Mini-Suite  [JAH-ALLMIX-000003]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Crypto Mini-Suite (['caesar cipher', 'base64 tool', 'password generator', 'hash']). Small cryptography lab: passwords, hashing, ciphers, and encoding in one place. This record IS the complet…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Math Toolkit  [JAH-ALLMIX-000004]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Math Toolkit (['fibonacci', 'prime sieve', 'calculator', 'sorting', 'binary search']). The math workbench: primes, Fibonacci, safe calculation, sorting, and searching. This record IS the com…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Web Mini-Server Suite  [JAH-ALLMIX-000005]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Web Mini-Server Suite (['http server', 'markdown parser', 'url parser', 'json formatter']). Serves JSON and rendered markdown over HTTP, logging parsed request URLs. This record IS the compl…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master program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JAH-ALLMIX-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Master Builder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Bigger integrations — toolkits, suites, labs — combining many subjects, all runnable and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https://justinahiggins614-cmyk.github.io/jah-databases/db/all-mixed-master/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https://justinahiggins614-cmyk.github.io/jah-databases-data-1/data/all-mixed-master/index.jsonl.gz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
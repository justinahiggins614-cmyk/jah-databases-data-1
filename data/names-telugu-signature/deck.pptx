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telugu-signature/" TargetMode="External"/><Relationship Id="rId3" Type="http://schemas.openxmlformats.org/officeDocument/2006/relationships/hyperlink" Target="https://justinahiggins614-cmyk.github.io/jah-databases-data-1/data/names-telugu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Telugu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Telugu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Telugu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Telugu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Srinivas శ్రీనివాస - sound, structure, and naming power  [JAH-NMTS3-000001]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Telugu masculine name Srinivas శ్రీనివాస. Sound: 3 syllables, firm consonant close. Structure: A name of Vishnu; among the most common.. Recorded meaning: Abode of Laksh…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Lakshmi - sound, structure, and naming power  [JAH-NMTS3-000002]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Telugu feminine name Lakshmi. Sound: 2 syllables, open vowels. Structure: A traditional name of this language.. Recorded meaning: Goddess of fortune.. Naming power: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Ravi - sound, structure, and naming power  [JAH-NMTS3-000003]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Telugu masculine name Ravi. Sound: 2 syllables, open vowels. Structure: From Sanskrit.. Recorded meaning: Sun. Naming power: the name is short, sayable, and carries one…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Anitha - sound, structure, and naming power  [JAH-NMTS3-000004]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Telugu feminine name Anitha. Sound: 3 syllables, open vowels. Structure: A popular girls' name.. Recorded meaning: Grace. Naming power: the name is short, sayable, and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Telugu naming framework  [JAH-NMTS3-000005]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Telugu names. Forging a new Signature name runs in four passes: sound (two to four syllables that read aloud cleanly), meaning (one plain-language gloss, never a para…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JAH-NMTS3-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Telugu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Telugu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https://justinahiggins614-cmyk.github.io/jah-databases/db/names-telugu-signature/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https://justinahiggins614-cmyk.github.io/jah-databases-data-1/data/names-telugu-signature/index.jsonl.gz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
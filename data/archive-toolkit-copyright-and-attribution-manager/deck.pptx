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pyright-and-attribution-manager/" TargetMode="External"/><Relationship Id="rId3" Type="http://schemas.openxmlformats.org/officeDocument/2006/relationships/hyperlink" Target="https://justinahiggins614-cmyk.github.io/jah-databases-data-1/data/archive-toolkit-copyright-and-attribu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Copyright and Attribution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Copyright and Attribution Manager Database holds 15 copyright and attribution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Attribution record keeping  [JAH-ATK274-000001]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work records its source, author, license, and retrieval date in a structured attribution record. Records travel with the work through copies and derivatives. Complete records make compliance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Attribution record keeping  [JAH-ATK274-000002]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work records its source, author, license, and retrieval date in a structured attribution record. Records travel with the work through copies and derivatives. Complete records make compliance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Attribution record keeping  [JAH-ATK274-000003]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work records its source, author, license, and retrieval date in a structured attribution record. Records travel with the work through copies and derivatives. Complete records make compliance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Required-notice generation  [JAH-ATK274-000004]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From attribution records the manager generates compliant copyright notices automatically: the right names, years, and license texts in the required format. Generated notices are reviewed once per tem…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Required-notice generation  [JAH-ATK274-000005]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From attribution records the manager generates compliant copyright notices automatically: the right names, years, and license texts in the required format. Generated notices are reviewed once per tem…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copyright and attribution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Copyright and Attribution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https://justinahiggins614-cmyk.github.io/jah-databases/db/archive-toolkit-copyright-and-attribution-manager/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https://justinahiggins614-cmyk.github.io/jah-databases-data-1/data/archive-toolkit-copyright-and-attribution-manager/index.jsonl.gz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
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automatic-database-profiler/" TargetMode="External"/><Relationship Id="rId3" Type="http://schemas.openxmlformats.org/officeDocument/2006/relationships/hyperlink" Target="https://justinahiggins614-cmyk.github.io/jah-databases-data-1/data/archive-tool-automatic-database-profil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Automatic Database Profiler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Identifies a database's structure, schema, record types, and likely purpose.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Automatic Database Profiler Database holds 15 tool profiles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a database's structure, schema, record types, and likely purpose.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archive-intelligence tools program, lane T2a — public methods from established computer-science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Schema Sampling — Core Method  [JAH-AT21-000001]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profiler cannot read a billion rows, so it samples: a few thousand records drawn uniformly, then field presence counted across the sample. Fields present in nearly every record are core schema; rar…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Schema Sampling — Compounded Pattern  [JAH-AT21-000002]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profiler cannot read a billion rows, so it samples: a few thousand records drawn uniformly, then field presence counted across the sample. Fields present in nearly every record are core schema; rar…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Schema Sampling — Full-System Integration  [JAH-AT21-000003]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profiler cannot read a billion rows, so it samples: a few thousand records drawn uniformly, then field presence counted across the sample. Fields present in nearly every record are core schema; rar…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Record-Type Clustering — Core Method  [JAH-AT21-000004]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Many databases mix several record shapes — orders and customers in one store, articles and comments in another. The profiler clusters records by their field sets, and each cluster becomes a discovere…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Record-Type Clustering — Compounded Pattern  [JAH-AT21-000005]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Many databases mix several record shapes — orders and customers in one store, articles and comments in another. The profiler clusters records by their field sets, and each cluster becomes a discovere…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tool profile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JAH-AT21-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Profiler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Identifies a database's structure, schema, record types, and likely purpose.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https://justinahiggins614-cmyk.github.io/jah-databases/db/archive-tool-automatic-database-profiler/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https://justinahiggins614-cmyk.github.io/jah-databases-data-1/data/archive-tool-automatic-database-profiler/index.jsonl.gz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
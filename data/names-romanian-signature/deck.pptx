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romanian-signature/" TargetMode="External"/><Relationship Id="rId3" Type="http://schemas.openxmlformats.org/officeDocument/2006/relationships/hyperlink" Target="https://justinahiggins614-cmyk.github.io/jah-databases-data-1/data/names-roma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Romanian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Romanian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Romanian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Romanian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Ion - sound, structure, and naming power  [JAH-NMRS2-000001]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Romanian masculine name Ion. Sound: 1 syllables, firm consonant close. Structure: The Romanian form of John.. Recorded meaning: God is gracious. Naming power: the name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[JAH-NMRS2-000002]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Romanian feminine name Maria. Sound: 2 syllables, open vowels. Structure: A traditional name of this language.. Recorded meaning: Beloved.. Naming power: the name 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Gheorghe - sound, structure, and naming power  [JAH-NMRS2-000003]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Romanian masculine name Gheorghe. Sound: 2 syllables, open vowels. Structure: The Romanian form of George.. Recorded meaning: Farmer.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Elena - sound, structure, and naming power  [JAH-NMRS2-000004]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Romanian feminine name Elena. Sound: 3 syllables, open vowels. Structure: The Romanian form of Helen.. Recorded meaning: Light.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Romanian naming framework  [JAH-NMRS2-000005]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Romanian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JAH-NMRS2-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Romanian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Romanian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https://justinahiggins614-cmyk.github.io/jah-databases/db/names-romanian-signature/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https://justinahiggins614-cmyk.github.io/jah-databases-data-1/data/names-romanian-signature/index.jsonl.gz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
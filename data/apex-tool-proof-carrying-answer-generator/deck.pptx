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proof-carrying-answer-generator/" TargetMode="External"/><Relationship Id="rId3" Type="http://schemas.openxmlformats.org/officeDocument/2006/relationships/hyperlink" Target="https://justinahiggins614-cmyk.github.io/jah-databases-data-1/data/apex-tool-proof-carrying-answer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Proof-Carrying Answer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Produces answers accompanied by evidence, reproducible calculations, or machine-checkable proofs when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Proof-Carrying Answer Generator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Produces answers accompanied by evidence, reproducible calculations, or machine-checkable proofs when possible.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Necula, G. C. (1997). Proof-carrying code. POPL.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Proof-Carrying Code (Necula)  [JAH-APX38-000001]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Necula's proof-carrying code ships programs with machine-checkable safety proofs: the host verifies the proof instead of trusting the code. Trust becomes verification, not faith.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Reproducible Computation  [JAH-APX38-000002]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Same inputs, same code, same environment — same outputs, guaranteed by hashed environments and locked dependencies. Reproducibility is the proof that the computation happened as claimed.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Machine-Checkable Proofs (Coq/Lean)  [JAH-APX38-000003]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Proof assistants like Coq and Lean check proofs mechanically — every step verified by the kernel. A proof the machine accepts is a proof, full stop.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Witnesses and Certificates (NP)  [JAH-APX38-000004]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NP's bargain: finding may be hard, but checking is easy given the witness. The generator ships every hard-won answer with its witness so verification is cheap.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Model Checking  [JAH-APX38-000005]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Clarke and Emerson's model checking verifies systems against temporal-logic specs by exhaustive state exploration — proofs by brute force over finite states. Counterexamples come free.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Proof-Carrying Answer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Produces answers accompanied by evidence, reproducible calculations, or machine-checkable proofs when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https://justinahiggins614-cmyk.github.io/jah-databases/db/apex-tool-proof-carrying-answer-generator/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https://justinahiggins614-cmyk.github.io/jah-databases-data-1/data/apex-tool-proof-carrying-answer-generator/index.jsonl.gz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
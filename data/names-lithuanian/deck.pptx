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lithuanian/" TargetMode="External"/><Relationship Id="rId3" Type="http://schemas.openxmlformats.org/officeDocument/2006/relationships/hyperlink" Target="https://justinahiggins614-cmyk.github.io/jah-databases-data-1/data/names-lithuan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Lithuanian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Lithuanian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Lithuanian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Lithuanian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Jonas — Lithuanian given name  [JAH-NML2-000001]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Jonas is a masculine given name in Lithuanian. It means "God is gracious", from Hebrew Yohanan. The most common Lithuanian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Ona — Lithuanian given name  [JAH-NML2-000002]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Ona is a feminine given name in Lithuanian. It means "grace", from Hebrew Hannah. The most common Lithuanian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Petras — Lithuanian given name  [JAH-NML2-000003]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Petras is a masculine given name in Lithuanian. It means "rock, stone", from Greek petros. A classic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Marija — Lithuanian given name  [JAH-NML2-000004]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Marija is a feminine given name in Lithuanian. Of Hebrew, via Christianity origin.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Vytautas — Lithuanian given name  [JAH-NML2-000005]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Vytautas is a masculine given name in Lithuanian. It means "he who leads the people", from Lithuanian vyti + tauta. The name of the great medieval grand duke.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JAH-NML2-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Lithuanian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Lithuanian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https://justinahiggins614-cmyk.github.io/jah-databases/db/names-lithuanian/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https://justinahiggins614-cmyk.github.io/jah-databases-data-1/data/names-lithuanian/index.jsonl.gz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
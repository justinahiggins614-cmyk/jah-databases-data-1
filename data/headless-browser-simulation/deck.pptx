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eadless-browser-simulation/" TargetMode="External"/><Relationship Id="rId3" Type="http://schemas.openxmlformats.org/officeDocument/2006/relationships/hyperlink" Target="https://justinahiggins614-cmyk.github.io/jah-databases-data-1/data/headless-browser-simul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Headless Browser Simulation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Drive real browsers with no screen — headless automation frameworks, protocols, and testing harnesses.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Headless Browser Simulation Database holds 15 headless browser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Drive real browsers with no screen — headless automation frameworks, protocols, and testing harnesses.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Puppeteer  [JAH-HEADLE-000001]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Chrome DevTools Protocol automation from Node; the reference headless Chrome driver. It drives Chromium over CDP; client language: JavaScript/TypeScript.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Playwright  [JAH-HEADLE-000002]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Microsoft’s cross-browser driver for Chromium, Firefox, and WebKit with auto-waiting. It drives Chromium/Firefox/WebKit over CDP + custom; client language: JS/Python/Java/C#.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Selenium headless  [JAH-HEADLE-000003]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WebDriver standard; --headless=new runs full Chrome/Firefox without a display. It drives any WebDriver browser over W3C WebDriver; client language: many.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Chrome --headless  [JAH-HEADLE-000004]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Chrome’s native headless mode with --screenshot, --dump-dom, and --print-to-pdf flags. It drives Chromium over CLI flags; client language: any (CLI).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Firefox headless  [JAH-HEADLE-000005]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MOZ_HEADLESS=1 runs Firefox headless with full WebDriver and CDP support. It drives Firefox over WebDriver/CDP; client language: any (CLI).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headless browser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JAH-HEADLE-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Headless Browser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Drive real browsers with no screen — headless automation frameworks, protocols, and testing harnesses.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https://justinahiggins614-cmyk.github.io/jah-databases/db/headless-browser-simulation/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https://justinahiggins614-cmyk.github.io/jah-databases-data-1/data/headless-browser-simulation/index.jsonl.gz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
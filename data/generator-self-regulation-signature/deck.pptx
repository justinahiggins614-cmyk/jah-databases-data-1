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ustinahiggins614-cmyk.github.io/jah-databases/db/generator-self-regulation-signature/" TargetMode="External"/><Relationship Id="rId3" Type="http://schemas.openxmlformats.org/officeDocument/2006/relationships/hyperlink" Target="https://justinahiggins614-cmyk.github.io/jah-databases-data-1/data/generator-self-regulation-signature/index.jsonl.gz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Signature Generator Self-Regulation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D5DBDB"/>
                </a:solidFill>
                <a:latin typeface="Calibri"/>
              </a:rPr>
              <a:t>Manon's original extensions to the self-regulation framework — his refinements, encoded as working wrappers.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42976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D4A537"/>
                </a:solidFill>
                <a:latin typeface="Calibri"/>
              </a:rPr>
              <a:t>SIGNATURE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4A537"/>
                </a:solidFill>
                <a:latin typeface="Calibri"/>
              </a:rPr>
              <a:t>Property of Justin Addam Higgins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D4A537"/>
                </a:solidFill>
                <a:latin typeface="Calibri"/>
              </a:rPr>
              <a:t>About this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The Signature Generator Self-Regulation Database holds 15 safety records — the full, fully-formed file for every record, not descriptions alone.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Manon's original extensions to the self-regulation framework — his refinements, encoded as working wrappers.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Provenance: signature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Browse cards show image + title + description; one click opens the complete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D4A537"/>
                </a:solidFill>
                <a:latin typeface="Calibri"/>
              </a:rPr>
              <a:t>Record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1. The Manon Cap Ladder  [JAH-GSRS-000001]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Manon's Signature refinement of the hard cap: instead of one distant billion-record ceiling, his ladder sets nearer rungs — 1K, 100K, 1M — each requiring a verification report before the next rung un…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2. Signature Throttle Curve  [JAH-GSRS-000002]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Manon's throttle is not a flat gap but a curve: generation starts slow, may accelerate as verification confidence grows, and snaps back to slow at the first failure. The demo shows the gap shrinking…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3. Signature Weed Protocol  [JAH-GSRS-000003]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Manon's weed protocol adds a second opinion: two independent check functions must both pass, and a record either passes unanimously or is composted. Split decisions are logged for fine-tuning. The de…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4. Sim-Label Plus  [JAH-GSRS-000004]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Manon's labeling goes beyond 'simulated': each record also carries the generator's version, the check name that passed it, and a content hash. If two records ever collide on hash, the second is quara…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5. Fine-Tune Spiral  [JAH-GSRS-000005]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Where the public loop tightens a threshold, Manon's spiral also widens the test set each pass: stricter checks against harder cases, so quality climbs while coverage grows. The demo runs two spiral p…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D4A537"/>
                </a:solidFill>
                <a:latin typeface="Calibri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Records:  15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Record kind:  safety record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ID prefix:  JAH-GSRS-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March to a million:  15 / 1,000,000 — in progress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AI librarian:  JAH Generator Self-Regulation Librarian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Edition:  Signature Edition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D4A537"/>
                </a:solidFill>
                <a:latin typeface="Calibri"/>
              </a:rPr>
              <a:t>Open the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Manon's original extensions to the self-regulation framework — his refinements, encoded as working wrappers.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D4A537"/>
                </a:solidFill>
                <a:latin typeface="Calibri"/>
                <a:hlinkClick r:id="rId2"/>
              </a:rPr>
              <a:t>Live database page</a:t>
            </a:r>
          </a:p>
          <a:p>
            <a:pPr algn="ctr"/>
            <a:r>
              <a:rPr sz="1200">
                <a:solidFill>
                  <a:srgbClr val="7F8C8D"/>
                </a:solidFill>
                <a:latin typeface="Calibri"/>
                <a:hlinkClick r:id="rId2"/>
              </a:rPr>
              <a:t>https://justinahiggins614-cmyk.github.io/jah-databases/db/generator-self-regulation-signature/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D4A537"/>
                </a:solidFill>
                <a:latin typeface="Calibri"/>
                <a:hlinkClick r:id="rId3"/>
              </a:rPr>
              <a:t>Machine-readable data index</a:t>
            </a:r>
          </a:p>
          <a:p>
            <a:pPr algn="ctr"/>
            <a:r>
              <a:rPr sz="1200">
                <a:solidFill>
                  <a:srgbClr val="7F8C8D"/>
                </a:solidFill>
                <a:latin typeface="Calibri"/>
                <a:hlinkClick r:id="rId3"/>
              </a:rPr>
              <a:t>https://justinahiggins614-cmyk.github.io/jah-databases-data-1/data/generator-self-regulation-signature/index.jsonl.gz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
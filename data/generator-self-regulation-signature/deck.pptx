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tor-self-regulation-signature/" TargetMode="External"/><Relationship Id="rId3" Type="http://schemas.openxmlformats.org/officeDocument/2006/relationships/hyperlink" Target="https://justinahiggins614-cmyk.github.io/jah-databases-data-1/data/generator-self-regul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Generator Self-Regulation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Manon's original extensions to the self-regulation framework — his refinements, encoded as working wrappers.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Generator Self-Regulation Database holds 15 safety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extensions to the self-regulation framework — his refinements, encoded as working wrappers.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Manon Cap Ladder  [JAH-GSRS-000001]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Signature refinement of the hard cap: instead of one distant trillion-record ceiling, his ladder sets nearer rungs — 1K, 100K, 1M — each requiring a verification report before the next rung un…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Throttle Curve  [JAH-GSRS-000002]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throttle is not a flat gap but a curve: generation starts slow, may accelerate as verification confidence grows, and snaps back to slow at the first failure. The demo shows the gap shrinking…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Weed Protocol  [JAH-GSRS-000003]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weed protocol adds a second opinion: two independent check functions must both pass, and a record either passes unanimously or is composted. Split decisions are logged for fine-tuning. The 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Sim-Label Plus  [JAH-GSRS-000004]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labeling goes beyond 'simulated': each record also carries the generator's version, the check name that passed it, and a content hash. If two records ever collide on hash, the second is quara…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Fine-Tune Spiral  [JAH-GSRS-000005]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Where the public loop tightens a threshold, Manon's spiral also widens the test set each pass: stricter checks against harder cases, so quality climbs while coverage grows. The demo runs two spiral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safety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JAH-GSRS-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Generator Self-Regulation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extensions to the self-regulation framework — his refinements, encoded as working wrappers.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https://justinahiggins614-cmyk.github.io/jah-databases/db/generator-self-regulation-signature/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https://justinahiggins614-cmyk.github.io/jah-databases-data-1/data/generator-self-regulation-signature/index.jsonl.gz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
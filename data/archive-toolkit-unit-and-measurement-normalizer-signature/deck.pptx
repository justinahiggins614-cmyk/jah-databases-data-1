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unit-and-measurement-normalizer-signature/" TargetMode="External"/><Relationship Id="rId3" Type="http://schemas.openxmlformats.org/officeDocument/2006/relationships/hyperlink" Target="https://justinahiggins614-cmyk.github.io/jah-databases-data-1/data/archive-toolkit-unit-and-measurement-normaliz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Unit and Measurement Normalizer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Converts every measurement into standard comparable units.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Unit and Measurement Normalizer Database holds 15 measurement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Converts every measurement into standard comparable units.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by Justin Addam Higgins (JAH). Property of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Unit and Measurement Normalizer: a plain-language overview (Signature)  [JAH-ATK178S-000001]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Unit and Measurement Normalizer does and why archives need it. Signature original. The Signature measurement method never separates a reading from its unit: every…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Unit and Measurement Normalizer works (Signature)  [JAH-ATK178S-000002]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Unit and Measurement Normalizer does and why archives need it. Signature original. The Signature approach uses a frozen, versioned unit table — the same input alw…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Unit and Measurement Normalizer works: the deep tour (Signature)  [JAH-ATK178S-000003]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Unit and Measurement Normalizer does and why archives need it. Signature original. The Signature approach uses a frozen, versioned unit table — the same input alw…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Unit parsing with dimension checking: the simple idea (Signature)  [JAH-ATK178S-000004]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unit parsing with dimension checking - how it works inside the Unit and Measurement Normalizer. Signature original. The Signature measurement method never separates a 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Unit parsing with dimension checking in practice (Signature)  [JAH-ATK178S-000005]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unit parsing with dimension checking - how it works inside the Unit and Measurement Normalizer. Signature original. The Signature approach uses a frozen, versioned unit…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measurement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JAH-ATK178S-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Unit Unifier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Converts every measurement into standard comparable units.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https://justinahiggins614-cmyk.github.io/jah-databases/db/archive-toolkit-unit-and-measurement-normalizer-signature/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https://justinahiggins614-cmyk.github.io/jah-databases-data-1/data/archive-toolkit-unit-and-measurement-normalizer-signature/index.jsonl.gz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
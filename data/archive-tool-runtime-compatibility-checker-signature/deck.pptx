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untime-compatibility-checker-signature/" TargetMode="External"/><Relationship Id="rId3" Type="http://schemas.openxmlformats.org/officeDocument/2006/relationships/hyperlink" Target="https://justinahiggins614-cmyk.github.io/jah-databases-data-1/data/archive-tool-runtime-compatibility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Runtime Compatibility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Runtime Compatibility Checker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Runtime Compatibility Checker,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Operating system and architecture check (foundational)  [JAH-AT88S-000001]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reads the platform's OS name, release, and machine architecture and compares them against each tool's declared support matrix. Exact matches pass; declared-compatible…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Operating system and architecture check (compounded)  [JAH-AT88S-000002]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reads the platform's OS name, release, and machine architecture and compares them against each tool's declared support matrix. Exact matches pass; declared-compatible…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Operating system and architecture check (production)  [JAH-AT88S-000003]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reads the platform's OS name, release, and machine architecture and compares them against each tool's declared support matrix. Exact matches pass; declared-compatible…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Runtime version check (foundational)  [JAH-AT88S-000004]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Required runtime versions, such as Python &gt;= 3.9, are compared against the actual interpreter using proper version-tuple comparison, not string comparison. String comparison famou…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Runtime version check (compounded)  [JAH-AT88S-000005]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Required runtime versions, such as Python &gt;= 3.9, are compared against the actual interpreter using proper version-tuple comparison, not string comparison. String comparison famou…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Compatibility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https://justinahiggins614-cmyk.github.io/jah-databases/db/archive-tool-runtime-compatibility-checker-signature/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https://justinahiggins614-cmyk.github.io/jah-databases-data-1/data/archive-tool-runtime-compatibility-checker-signature/index.jsonl.gz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
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healing-index-shards-signature/" TargetMode="External"/><Relationship Id="rId3" Type="http://schemas.openxmlformats.org/officeDocument/2006/relationships/hyperlink" Target="https://justinahiggins614-cmyk.github.io/jah-databases-data-1/data/self-healing-index-shard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Self-Healing Index Shards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Sharded indices that repair and rebalance themselves: checksums, quorum repair, splits, and anti-entropy.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Self-Healing Index Shards Database holds 15 shards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Sharded indices that repair and rebalance themselves: checksums, quorum repair, splits, and anti-entropy.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Cross-Shard Checksum Witnesses  [JAH-SHIS-S-000001]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shards witness each other's checksums in a ring, so a shard cannot hide its own corruption by lying about its hash. Witness disagreement triggers investigation. Signature-labele…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Witness-Logged Quorum Repair  [JAH-SHIS-S-000002]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every quorum repair writes a signed witness naming the dissenting replica, building a reliability record per node. Chronically dissenting nodes are fenced automatically. Signatu…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Cost-Aware Rebalancing  [JAH-SHIS-S-000003]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rebalancer weighs migration cost against imbalance benefit and moves only when the math pays off, avoiding churn for marginal gains. Every move is justified in the log. Sign…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Predictively-Sized Shards  [JAH-SHIS-S-000004]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split points are chosen by predicted growth, not just current size, so new shards start balanced for the future. Predictions learn from historical growth curves. Signature-label…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Forecasted Hot-Shard Shield  [JAH-SHIS-S-000005]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shield forecasts hotspots from trend data and pre-warms caches before the heat arrives, instead of reacting after latency spikes. Forecasts are scored for accuracy. Signatur…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shard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JAH-SHIS-S-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Shard Healer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Sharded indices that repair and rebalance themselves: checksums, quorum repair, splits, and anti-entropy.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https://justinahiggins614-cmyk.github.io/jah-databases/db/self-healing-index-shards-signature/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https://justinahiggins614-cmyk.github.io/jah-databases-data-1/data/self-healing-index-shards-signature/index.jsonl.gz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
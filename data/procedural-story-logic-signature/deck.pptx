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rocedural-story-logic-signature/" TargetMode="External"/><Relationship Id="rId3" Type="http://schemas.openxmlformats.org/officeDocument/2006/relationships/hyperlink" Target="https://justinahiggins614-cmyk.github.io/jah-databases-data-1/data/procedural-story-logic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Procedural Story Logic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patterns for generating coherent stories procedurally.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Procedural Story Logic Database holds 20 story logic patterns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patterns for generating coherent stories procedurally.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Beat Graph  [JAH-PSL-S-000001]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Represents story beats as a directed graph where edges carry preconditions, letting the engine pick valid next beats. Recorded facts — Pattern: Beat Graph; Structure: directed gra…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Branching Dialogue Tree  [JAH-PSL-S-000002]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Classic choice tree where each player line selects a child node, with merge points to bound explosion. Recorded facts — Pattern: Branching Dialogue Tree; Structure: tree with merg…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State Machine Quest  [JAH-PSL-S-000003]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Models quest stages as states with guarded transitions, making quest logic testable and debuggable. Recorded facts — Pattern: State Machine Quest; Structure: finite state machine;…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Emergent Faction Simulation  [JAH-PSL-S-000004]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Simulates faction goals and resources so conflicts and alliances arise without scripted beats. Recorded facts — Pattern: Emergent Faction Simulation; Structure: agent simulation;…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Three-Act Template  [JAH-PSL-S-000005]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Fits generated plots to setup, confrontation, and resolution proportions for familiar pacing. Recorded facts — Pattern: Three-Act Template; Structure: act structure; Use: main sto…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story logic pattern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JAH-PSL-S-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Procedural Story Logic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patterns for generating coherent stories procedurally.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https://justinahiggins614-cmyk.github.io/jah-databases/db/procedural-story-logic-signature/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https://justinahiggins614-cmyk.github.io/jah-databases-data-1/data/procedural-story-logic-signature/index.jsonl.gz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
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framework-migration-bots-signature/" TargetMode="External"/><Relationship Id="rId3" Type="http://schemas.openxmlformats.org/officeDocument/2006/relationships/hyperlink" Target="https://justinahiggins614-cmyk.github.io/jah-databases-data-1/data/automated-framework-migration-bot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Automated Framework Migration Bots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Bots that move codebases between frameworks: codemods, API maps, gradual rollouts, and verified landings.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Automated Framework Migration Bots Database holds 15 migration bots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Bots that move codebases between frameworks: codemods, API maps, gradual rollouts, and verified landings.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Verified Codemods  [JAH-AFMB-S-000001]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codemods carry proofs that they preserve semantics for the matched patterns, checked before running on the real codebase. Unprovable patterns are left for humans. Signature-labe…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Behavior-Diffed API Maps  [JAH-AFMB-S-000002]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each mapping includes a behavior diff - what changes semantically - generated by testing old versus new. Surprises surface before migration. Signature-labeled; an original JAH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Reachability-Filtered Deprecation Scans  [JAH-AFMB-S-000003]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scans filter by reachability - dead code's deprecated calls do not block migration. Only live usage counts. Signature-labeled; an original JAH design, not a public standard.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Self-Verifying Migration PRs  [JAH-AFMB-S-000004]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each PR includes its own verification - tests proving behavior preserved - so reviewers check the proof, not just the diff. Proof is mandatory. Signature-labeled; an original JA…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Dual-Run Test Migration  [JAH-AFMB-S-000005]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migrated tests run against both old and new code during transition, proving equivalence at every step. Equivalence is continuous. Signature-labeled; an original JAH design, not…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migration bot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JAH-AFMB-S-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Migration Bot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Bots that move codebases between frameworks: codemods, API maps, gradual rollouts, and verified landings.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https://justinahiggins614-cmyk.github.io/jah-databases/db/automated-framework-migration-bots-signature/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https://justinahiggins614-cmyk.github.io/jah-databases-data-1/data/automated-framework-migration-bots-signature/index.jsonl.gz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
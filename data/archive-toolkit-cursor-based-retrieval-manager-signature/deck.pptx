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ursor-based-retrieval-manager-signature/" TargetMode="External"/><Relationship Id="rId3" Type="http://schemas.openxmlformats.org/officeDocument/2006/relationships/hyperlink" Target="https://justinahiggins614-cmyk.github.io/jah-databases-data-1/data/archive-toolkit-cursor-based-retrieval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Cursor-Based Retrieval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Continues queries from saved positions without repeatedly fetching earlier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Cursor-Based Retrieval Manager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Continues queries from saved positions without repeatedly fetching earlier results.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Opaque cursor tokens — Cursor-Based Retrieval Manager  [JAH-ATK125S-00001]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Cursors are opaque to clients: base64 blobs encoding position, never raw offsets. Opacity lets servers change the encoding without breaking clients. Clients treat cursors as book…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Stability under inserts — Cursor-Based Retrieval Manager  [JAH-ATK125S-00002]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New rows inserted ahead do not shift a cursor anchored at the last seen key. Cursor pagination never duplicates or skips on live data. Stability is why feeds and APIs prefer curs…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Keyset encoding — Cursor-Based Retrieval Manager  [JAH-ATK125S-00003]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The cursor encodes the last row's sort key values, e.g. (created_at, id). Decoding restores the WHERE clause for the next page. Composite keys need tuple comparison. This record…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Bidirectional cursors — Cursor-Based Retrieval Manager  [JAH-ATK125S-00004]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Backward paging encodes the first row's keys and reverses the sort. Both directions share the same encoding scheme. Bidirectional cursors serve 'load newer' and 'load older'.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Cursor expiry — Cursor-Based Retrieval Manager  [JAH-ATK125S-00005]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Cursors embed timestamps; servers reject stale ones to bound state. Expiry prevents ancient bookmarks from hitting cold storage. Short TTLs suit fast-moving data. This record doc…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Cursor-Based Retrieval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Continues queries from saved positions without repeatedly fetching earlier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https://justinahiggins614-cmyk.github.io/jah-databases/db/archive-toolkit-cursor-based-retrieval-manager-signature/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https://justinahiggins614-cmyk.github.io/jah-databases-data-1/data/archive-toolkit-cursor-based-retrieval-manager-signature/index.jsonl.gz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
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planetary-scale-compute-orchestrator-signature/" TargetMode="External"/><Relationship Id="rId3" Type="http://schemas.openxmlformats.org/officeDocument/2006/relationships/hyperlink" Target="https://justinahiggins614-cmyk.github.io/jah-databases-data-1/data/apex-tool-planetary-scale-compute-orchest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Planetary-Scale Compute Orchestrator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available computing resources across distributed environments within their actual capacity and authorization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Planetary-Scale Compute Orchestrator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available computing resources across distributed environments within their actual capacity and authorization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Capacity Ledger  [JAH-APX61S-000001]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ledger seals capacity facts per region, so placement reasons on measured truth.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Job Charter  [JAH-APX61S-000002]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job spec format: sealed declarations of needs, constraints, and deadlines.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Placement Engine  [JAH-APX61S-000003]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Places jobs with sealed decisions citing capacity, policy, and score.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Priority Codex  [JAH-APX61S-000004]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priority rules as sealed code: who preempts whom, when.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Quota Warden  [JAH-APX61S-000005]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Enforces quotas with sealed ledgers per tenant.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Planetary-Scale Compute Orchestrator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available computing resources across distributed environments within their actual capacity and authorization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https://justinahiggins614-cmyk.github.io/jah-databases/db/apex-tool-planetary-scale-compute-orchestrator-signature/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https://justinahiggins614-cmyk.github.io/jah-databases-data-1/data/apex-tool-planetary-scale-compute-orchestrator-signature/index.jsonl.gz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
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odia/" TargetMode="External"/><Relationship Id="rId3" Type="http://schemas.openxmlformats.org/officeDocument/2006/relationships/hyperlink" Target="https://justinahiggins614-cmyk.github.io/jah-databases-data-1/data/names-odia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Odia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Odia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Odia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Odia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Jagannath ଜଗନ୍ନାଥ - Odia masculine given name  [JAH-NMO-000001]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Jagannath (ଜଗନ୍ନାଥ) is a masculine given name in Odia. Meaning: Lord of the universe. The presiding deity of Puri; a leading boys'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Subhadra - Odia feminine given name  [JAH-NMO-000002]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Subhadra is a feminine given name in Odia. Meaning: Auspicious. Sister of Krishna in tradition.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Biju - Odia masculine given name  [JAH-NMO-000003]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Biju is a masculine given name in Odia. Meaning: A classic Odia boys'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Sasmita - Odia feminine given name  [JAH-NMO-000004]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Sasmita is a feminine given name in Odia. Meaning: Smiling. A popular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Prakash - Odia masculine given name  [JAH-NMO-000005]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Prakash is a masculine given name in Odia. Meaning: Light. From Sanskrit.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Odia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Odia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https://justinahiggins614-cmyk.github.io/jah-databases/db/names-odia/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https://justinahiggins614-cmyk.github.io/jah-databases-data-1/data/names-odia/index.jsonl.gz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
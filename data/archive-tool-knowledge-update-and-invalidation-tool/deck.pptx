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knowledge-update-and-invalidation-tool/" TargetMode="External"/><Relationship Id="rId3" Type="http://schemas.openxmlformats.org/officeDocument/2006/relationships/hyperlink" Target="https://justinahiggins614-cmyk.github.io/jah-databases-data-1/data/archive-tool-knowledge-update-and-invalidation-too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Knowledge Update and Invalidation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Updates cached conclusions when underlying evidence changes. This tool invalidates derived conclusions when evidence changes; it is not a record-update pipeline, which moves new record versions through ingest.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Knowledge Update and Invalidation Tool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Updates cached conclusions when underlying evidence changes. This tool invalidates derived conclusions when evidence changes; it is not a record-update pipeline, which moves new record versions through ingest.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(Knowledge Update and Invalidation Tool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Conclusion-to-evidence dependency graph (foundational)  [JAH-AT67-000001]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cached conclusion records the exact evidence items it was derived from, forming a dependency graph with conclusions pointing at their supporting evidence. The graph is maintained incrementally…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Conclusion-to-evidence dependency graph (compounded)  [JAH-AT67-000002]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cached conclusion records the exact evidence items it was derived from, forming a dependency graph with conclusions pointing at their supporting evidence. The graph is maintained incrementally…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Conclusion-to-evidence dependency graph (production)  [JAH-AT67-000003]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cached conclusion records the exact evidence items it was derived from, forming a dependency graph with conclusions pointing at their supporting evidence. The graph is maintained incrementally…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Evidence change detection via version stamps (foundational)  [JAH-AT67-000004]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evidence item carries a version stamp that changes on every edit. The tool compares current stamps against the stamps recorded when each conclusion was derived; any mismatch means the underlying…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Evidence change detection via version stamps (compounded)  [JAH-AT67-000005]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evidence item carries a version stamp that changes on every edit. The tool compares current stamps against the stamps recorded when each conclusion was derived; any mismatch means the underlying…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Invalidation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Updates cached conclusions when underlying evidence changes. This tool invalidates derived conclusions when evidence changes; it is not a record-update pipeline, which moves new record versions through ingest.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https://justinahiggins614-cmyk.github.io/jah-databases/db/archive-tool-knowledge-update-and-invalidation-tool/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https://justinahiggins614-cmyk.github.io/jah-databases-data-1/data/archive-tool-knowledge-update-and-invalidation-tool/index.jsonl.gz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
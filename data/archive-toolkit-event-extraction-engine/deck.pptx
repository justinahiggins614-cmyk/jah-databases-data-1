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event-extraction-engine/" TargetMode="External"/><Relationship Id="rId3" Type="http://schemas.openxmlformats.org/officeDocument/2006/relationships/hyperlink" Target="https://justinahiggins614-cmyk.github.io/jah-databases-data-1/data/archive-toolkit-event-extract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Event Extraction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actions, participants, dates, locations, and outcomes in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Event Extraction Engine Database holds 15 event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actions, participants, dates, locations, and outcomes in text.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Event Extraction Engine: a plain-language overview  [JAH-ATK168-000001]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Event Extraction Engine does and why archives need it. An event extraction engine reads text and answers the reporter's questions: what happened, who was involved, when, where,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Event Extraction Engine works  [JAH-ATK168-000002]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Event Extraction Engine does and why archives need it. Real engines detect event triggers — usually verbs or nominalizations like 'landed', 'election', 'acquisition' — classify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Event Extraction Engine works: the deep tour  [JAH-ATK168-000003]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Event Extraction Engine does and why archives need it. Real engines detect event triggers — usually verbs or nominalizations like 'landed', 'election', 'acquisition' — classify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Trigger detection with argument roles: the simple idea  [JAH-ATK168-000004]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trigger detection with argument roles - how it works inside the Event Extraction Engine. An event extraction engine reads text and answers the reporter's questions: what happened, who wa…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Trigger detection with argument roles in practice  [JAH-ATK168-000005]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trigger detection with argument roles - how it works inside the Event Extraction Engine. Real engines detect event triggers — usually verbs or nominalizations like 'landed', 'election',…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event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JAH-ATK168-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Event Chronicler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actions, participants, dates, locations, and outcomes in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https://justinahiggins614-cmyk.github.io/jah-databases/db/archive-toolkit-event-extraction-engine/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https://justinahiggins614-cmyk.github.io/jah-databases-data-1/data/archive-toolkit-event-extraction-engine/index.jsonl.gz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
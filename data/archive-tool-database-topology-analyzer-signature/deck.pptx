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atabase-topology-analyzer-signature/" TargetMode="External"/><Relationship Id="rId3" Type="http://schemas.openxmlformats.org/officeDocument/2006/relationships/hyperlink" Target="https://justinahiggins614-cmyk.github.io/jah-databases-data-1/data/archive-tool-database-topology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Topology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Topology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Overlap Measurement — Core Method  [JAH-AT12S-000001]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Two databases overlap when they hold the same records, and the Jaccard index — intersection over union of sampled identifiers — measures exactly how much.…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Overlap Measurement — Compounded Pattern  [JAH-AT12S-000002]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Two databases overlap when they hold the same records, and the Jaccard index — intersection over union of sampled identifiers — measures exactly how much.…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Overlap Measurement — Full-System Integration  [JAH-AT12S-000003]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Two databases overlap when they hold the same records, and the Jaccard index — intersection over union of sampled identifiers — measures exactly how much.…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Reference Graph Construction — Core Method  [JAH-AT12S-000004]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Databases reference each other through foreign-key-like fields: a record in one holds the identifier of a record in another. The analyzer scans field names…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Reference Graph Construction — Compounded Pattern  [JAH-AT12S-000005]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Databases reference each other through foreign-key-like fields: a record in one holds the identifier of a record in another. The analyzer scans field names…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Topology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https://justinahiggins614-cmyk.github.io/jah-databases/db/archive-tool-database-topology-analyzer-signature/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https://justinahiggins614-cmyk.github.io/jah-databases-data-1/data/archive-tool-database-topology-analyzer-signature/index.jsonl.gz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
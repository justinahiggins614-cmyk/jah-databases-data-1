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research-mission-planner/" TargetMode="External"/><Relationship Id="rId3" Type="http://schemas.openxmlformats.org/officeDocument/2006/relationships/hyperlink" Target="https://justinahiggins614-cmyk.github.io/jah-databases-data-1/data/archive-tool-research-mission-plann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Research Mission Planner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Converts a broad question into a structured investigation with explicit goals.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Research Mission Planner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Converts a broad question into a structured investigation with explicit goals.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computer-science methods literature (Research Mission Planner practice); cross-checked against standard references,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Goal formalization from a broad question (foundational)  [JAH-AT71-000001]</a:t>
            </a:r>
          </a:p>
          <a:p>
            <a:pPr algn="l">
              <a:spcAft>
                <a:spcPts val="1000"/>
              </a:spcAft>
            </a:pPr>
            <a:r>
              <a:rPr sz="1400" b="0">
                <a:solidFill>
                  <a:srgbClr val="D5DBDB"/>
                </a:solidFill>
                <a:latin typeface="Calibri"/>
              </a:rPr>
              <a:t>   A broad question is rewritten as an explicit goal statement naming the decision it will inform and the form the answer must take. Formalization forces the vague 'look into X' to become 'determine whe…</a:t>
            </a:r>
          </a:p>
          <a:p>
            <a:pPr algn="l">
              <a:spcAft>
                <a:spcPts val="200"/>
              </a:spcAft>
            </a:pPr>
            <a:r>
              <a:rPr sz="1700" b="1">
                <a:solidFill>
                  <a:srgbClr val="FFFFFF"/>
                </a:solidFill>
                <a:latin typeface="Calibri"/>
              </a:rPr>
              <a:t>2. Goal formalization from a broad question (compounded)  [JAH-AT71-000002]</a:t>
            </a:r>
          </a:p>
          <a:p>
            <a:pPr algn="l">
              <a:spcAft>
                <a:spcPts val="1000"/>
              </a:spcAft>
            </a:pPr>
            <a:r>
              <a:rPr sz="1400" b="0">
                <a:solidFill>
                  <a:srgbClr val="D5DBDB"/>
                </a:solidFill>
                <a:latin typeface="Calibri"/>
              </a:rPr>
              <a:t>   A broad question is rewritten as an explicit goal statement naming the decision it will inform and the form the answer must take. Formalization forces the vague 'look into X' to become 'determine whe…</a:t>
            </a:r>
          </a:p>
          <a:p>
            <a:pPr algn="l">
              <a:spcAft>
                <a:spcPts val="200"/>
              </a:spcAft>
            </a:pPr>
            <a:r>
              <a:rPr sz="1700" b="1">
                <a:solidFill>
                  <a:srgbClr val="FFFFFF"/>
                </a:solidFill>
                <a:latin typeface="Calibri"/>
              </a:rPr>
              <a:t>3. Goal formalization from a broad question (production)  [JAH-AT71-000003]</a:t>
            </a:r>
          </a:p>
          <a:p>
            <a:pPr algn="l">
              <a:spcAft>
                <a:spcPts val="1000"/>
              </a:spcAft>
            </a:pPr>
            <a:r>
              <a:rPr sz="1400" b="0">
                <a:solidFill>
                  <a:srgbClr val="D5DBDB"/>
                </a:solidFill>
                <a:latin typeface="Calibri"/>
              </a:rPr>
              <a:t>   A broad question is rewritten as an explicit goal statement naming the decision it will inform and the form the answer must take. Formalization forces the vague 'look into X' to become 'determine whe…</a:t>
            </a:r>
          </a:p>
          <a:p>
            <a:pPr algn="l">
              <a:spcAft>
                <a:spcPts val="200"/>
              </a:spcAft>
            </a:pPr>
            <a:r>
              <a:rPr sz="1700" b="1">
                <a:solidFill>
                  <a:srgbClr val="FFFFFF"/>
                </a:solidFill>
                <a:latin typeface="Calibri"/>
              </a:rPr>
              <a:t>4. Scope bounding with in/out lists (foundational)  [JAH-AT71-000004]</a:t>
            </a:r>
          </a:p>
          <a:p>
            <a:pPr algn="l">
              <a:spcAft>
                <a:spcPts val="1000"/>
              </a:spcAft>
            </a:pPr>
            <a:r>
              <a:rPr sz="1400" b="0">
                <a:solidFill>
                  <a:srgbClr val="D5DBDB"/>
                </a:solidFill>
                <a:latin typeface="Calibri"/>
              </a:rPr>
              <a:t>   The planner writes explicit in-scope and out-of-scope lists before any searching starts. Scope bounds prevent the classic failure where an investigation sprawls across adjacent topics and never finis…</a:t>
            </a:r>
          </a:p>
          <a:p>
            <a:pPr algn="l">
              <a:spcAft>
                <a:spcPts val="200"/>
              </a:spcAft>
            </a:pPr>
            <a:r>
              <a:rPr sz="1700" b="1">
                <a:solidFill>
                  <a:srgbClr val="FFFFFF"/>
                </a:solidFill>
                <a:latin typeface="Calibri"/>
              </a:rPr>
              <a:t>5. Scope bounding with in/out lists (compounded)  [JAH-AT71-000005]</a:t>
            </a:r>
          </a:p>
          <a:p>
            <a:pPr algn="l">
              <a:spcAft>
                <a:spcPts val="1000"/>
              </a:spcAft>
            </a:pPr>
            <a:r>
              <a:rPr sz="1400" b="0">
                <a:solidFill>
                  <a:srgbClr val="D5DBDB"/>
                </a:solidFill>
                <a:latin typeface="Calibri"/>
              </a:rPr>
              <a:t>   The planner writes explicit in-scope and out-of-scope lists before any searching starts. Scope bounds prevent the classic failure where an investigation sprawls across adjacent topics and never finis…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JAH-AT71-</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Mission Planner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Converts a broad question into a structured investigation with explicit goals.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https://justinahiggins614-cmyk.github.io/jah-databases/db/archive-tool-research-mission-planner/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https://justinahiggins614-cmyk.github.io/jah-databases-data-1/data/archive-tool-research-mission-planner/index.jsonl.gz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
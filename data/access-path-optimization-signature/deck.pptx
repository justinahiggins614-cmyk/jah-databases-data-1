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ccess-path-optimization-signature/" TargetMode="External"/><Relationship Id="rId3" Type="http://schemas.openxmlformats.org/officeDocument/2006/relationships/hyperlink" Target="https://justinahiggins614-cmyk.github.io/jah-databases-data-1/data/access-path-optim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Access Path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access-path methods — original techniques for the fastest route to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Access Path Optimization Database holds 20 signature access path optimizations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access-path methods — original techniques for the fastest route to the 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measure-first optimization  [JAH-APO-S-000001]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performance practice: measure before optimizing; the slowest part is rarely the guessed part.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covering-index habit  [JAH-APO-S-000002]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indexing habit: read-heavy queries get covering indexes; the table is touched only for writes.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selectivity-ordering  [JAH-APO-S-000003]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join practice: most selective first, always verify with EXPLAIN.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partition-key discipline  [JAH-APO-S-000004]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schema practice: every big table has a partition key, and queries name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hot-tier sizing  [JAH-APO-S-000005]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caching practice: size the hot tier from measured key distribution, not from hope.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access path optimization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Access Path Optimizer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access-path methods — original techniques for the fastest route to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https://justinahiggins614-cmyk.github.io/jah-databases/db/access-path-optimization-signature/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https://justinahiggins614-cmyk.github.io/jah-databases-data-1/data/access-path-optimization-signature/index.jsonl.gz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
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apability-gap-analyzer/" TargetMode="External"/><Relationship Id="rId3" Type="http://schemas.openxmlformats.org/officeDocument/2006/relationships/hyperlink" Target="https://justinahiggins614-cmyk.github.io/jah-databases-data-1/data/archive-toolkit-capability-gap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Capability Gap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tasks the current tool collection cannot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Capability Gap Analyzer Database holds 15 gap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tasks the current tool collection cannot complete.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Gap Analysis: Capability Inventory (Foundation)  [JAH-ATK282-00001]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 Gap Analysis: Capability Inventory (Operation)  [JAH-ATK282-00002]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 Gap Analysis: Capability Inventory (Mastery)  [JAH-ATK282-00003]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Capability Gap Analysis: Requirement Mapping (Foundation)  [JAH-ATK282-00004]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Capability Gap Analysis: Requirement Mapping (Operation)  [JAH-ATK282-00005]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gap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Gap Finder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tasks the current tool collection cannot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https://justinahiggins614-cmyk.github.io/jah-databases/db/archive-toolkit-capability-gap-analyzer/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https://justinahiggins614-cmyk.github.io/jah-databases-data-1/data/archive-toolkit-capability-gap-analyzer/index.jsonl.gz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
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apability-gap-eliminator-signature/" TargetMode="External"/><Relationship Id="rId3" Type="http://schemas.openxmlformats.org/officeDocument/2006/relationships/hyperlink" Target="https://justinahiggins614-cmyk.github.io/jah-databases-data-1/data/apex-tool-autonomous-capability-gap-elimin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Capability Gap Eliminator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Capability Gap Eliminator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Map-Room  [JAH-APX85S-000001]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map-room holds the complete chart of what his fleet can do — every function, every tool, on one wall.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Hearing the Want  [JAH-APX85S-000002]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want-listener studies what Manon’s work actually requires — goals, workloads, frustrations — and writes the want list.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Truth Differ  [JAH-APX85S-000003]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 versus want, differenced without mercy. The truth differ names every missing function, duplicates merged, excuses none.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One Gap, One Name  [JAH-APX85S-000004]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same gap in two costumes is still one gap. The differ merges duplicates so the war council fights real enemies.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Forge  [JAH-APX85S-000005]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gap enters the forge and leaves as a proposal: what to build, what it costs, what could go wrong, how to test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Capability Gap Eliminator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https://justinahiggins614-cmyk.github.io/jah-databases/db/apex-tool-autonomous-capability-gap-eliminator-signature/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https://justinahiggins614-cmyk.github.io/jah-databases-data-1/data/apex-tool-autonomous-capability-gap-eliminator-signature/index.jsonl.gz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
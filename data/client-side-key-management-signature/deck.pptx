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lient-side-key-management-signature/" TargetMode="External"/><Relationship Id="rId3" Type="http://schemas.openxmlformats.org/officeDocument/2006/relationships/hyperlink" Target="https://justinahiggins614-cmyk.github.io/jah-databases-data-1/data/client-side-key-manageme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Client-Side Key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Client-Side Key Management Database holds 15 keys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Origin-Quorum WebCrypto Vault  [JAH-CSK-S-000001]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key use additionally requires a quorum of page contexts - the key only operates when two independent same-origin frames agree, defeating single-frame compromise. Quorum policy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Tamper-Evident Key Vault  [JAH-CSK-S-000002]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vault entry carries an integrity tag, and the vault verifies all tags on open - a tampered IndexedDB is detected before any key is used. Tampering triggers a safe recovery…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Canary-Key Rotation  [JAH-CSK-S-000003]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rotation first deploys a canary key on a fraction of traffic and watches for errors before full cutover, so a bad rotation is caught early. Canary metrics gate the rollout autom…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Duress-Aware Passphrase Vault  [JAH-CSK-S-000004]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vault supports a duress passphrase that opens a plausible decoy vault, protecting the real data under coercion. Decoy and real vaults are indistinguishable from the outside.…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Liveness-Checked Biometric Keys  [JAH-CSK-S-000005]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biometric unlock requires a fresh liveness proof from the sensor, defeating replayed or lifted biometric data. Liveness and matching happen atomically inside the enclave.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JAH-CSK-S-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Key Custodian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Keys that live on the user's device: secure storage, rotation, hardware binding, and recovery without a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https://justinahiggins614-cmyk.github.io/jah-databases/db/client-side-key-management-signature/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https://justinahiggins614-cmyk.github.io/jah-databases-data-1/data/client-side-key-management-signature/index.jsonl.gz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
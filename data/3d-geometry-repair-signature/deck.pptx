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3d-geometry-repair-signature/" TargetMode="External"/><Relationship Id="rId3" Type="http://schemas.openxmlformats.org/officeDocument/2006/relationships/hyperlink" Target="https://justinahiggins614-cmyk.github.io/jah-databases-data-1/data/3d-geometry-repai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3D Geometry Repair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geometry-repair methods — original techniques for flawless 3D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3D Geometry Repair Database holds 20 signature geometry repair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geometry-repair methods — original techniques for flawless 3D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fill-every-hole  [JAH-3GR-S-000001]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modeling practice: no open boundaries ship.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manifold-always  [JAH-3GR-S-000002]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manifold meshes only.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normals-outward  [JAH-3GR-S-000003]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normals consistent and outward.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no-self-intersect  [JAH-3GR-S-000004]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intersections resolved.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kill-degenerates  [JAH-3GR-S-000005]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degenerates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geometry repair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JAH-3GR-S-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3D Geometry Repair Technician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geometry-repair methods — original techniques for flawless 3D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https://justinahiggins614-cmyk.github.io/jah-databases/db/3d-geometry-repair-signature/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https://justinahiggins614-cmyk.github.io/jah-databases-data-1/data/3d-geometry-repair-signature/index.jsonl.gz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
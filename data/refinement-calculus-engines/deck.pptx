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finement-calculus-engines/" TargetMode="External"/><Relationship Id="rId3" Type="http://schemas.openxmlformats.org/officeDocument/2006/relationships/hyperlink" Target="https://justinahiggins614-cmyk.github.io/jah-databases-data-1/data/refinement-calculus-eng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Refinement Calculus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From spec to code: stepwise refinement that preserves correctness.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Refinement Calculus Engines Database holds 15 refinement calculus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From spec to code: stepwise refinement that preserves correctness.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Specification statements  [JAH-RCE-000001]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Refinement calculus starts from specification statements — 'x : [pre, post]', meaning 'change x so that pre implies post' — and refines them step by step into executable code. Each step is proved cor…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Data refinement (representation change)  [JAH-RCE-000002]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 refinement swaps abstract data for concrete representation — a set spec becomes a sorted list implementation — via a coupling invariant linking them. Prove the coupling invariant is maintained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Specification statements  [JAH-RCE-000003]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Refinement calculus starts from specification statements — 'x : [pre, post]', meaning 'change x so that pre implies post' — and refines them step by step into executable code. Each step is proved cor…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 refinement (representation change)  [JAH-RCE-000004]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 refinement swaps abstract data for concrete representation — a set spec becomes a sorted list implementation — via a coupling invariant linking them. Prove the coupling invariant is maintained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Action systems refinement  [JAH-RCE-000005]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Action systems (Back) model reactive programs as guarded actions on shared state; refinement adds detail while preserving observable behavior. It's refinement calculus for concurrency — the rely/guar…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refinement calculus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JAH-RCE-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Refinement Calculus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From spec to code: stepwise refinement that preserves correctness.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https://justinahiggins614-cmyk.github.io/jah-databases/db/refinement-calculus-engines/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https://justinahiggins614-cmyk.github.io/jah-databases-data-1/data/refinement-calculus-engines/index.jsonl.gz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
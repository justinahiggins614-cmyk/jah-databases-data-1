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skill-transfer-across-platforms/" TargetMode="External"/><Relationship Id="rId3" Type="http://schemas.openxmlformats.org/officeDocument/2006/relationships/hyperlink" Target="https://justinahiggins614-cmyk.github.io/jah-databases-data-1/data/robot-skill-transfer-across-platform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Robot Skill Transfer Across Platforms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Skills that move between robots — transfer methods, adaptation steps, and success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Robot Skill Transfer Across Platforms Database holds 20 skill transfer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Skills that move between robots — transfer methods, adaptation steps, and success metrics.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Grasp policy: sim to real arm  [JAH-RSTA-000001]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grasp policy trained in simulation transfers to the real arm with domain randomization. Success 92% on novel objects.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Pick skill: 6-DOF to 7-DOF arm  [JAH-RSTA-000002]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pick skill moves from the 6-DOF arm to the 7-DOF arm via kinematic retargeting. The extra DOF resolves redundancy.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Navigation to manipulation  [JAH-RSTA-000003]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mobile base navigation skill informs the arm: the base positions, the arm manipulates. Shared representation.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Walk policy across morphologies  [JAH-RSTA-000004]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walk policy trained on one quadruped transfers to another with different leg lengths via morphology encoding.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Teacher-student policy distillation  [JAH-RSTA-000005]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large teacher policy distills into a small student for the embedded controller. 10x smaller, 95% of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skill transfer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JAH-RSTA-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Robot Skill Transfer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Skills that move between robots — transfer methods, adaptation steps, and success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https://justinahiggins614-cmyk.github.io/jah-databases/db/robot-skill-transfer-across-platforms/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https://justinahiggins614-cmyk.github.io/jah-databases-data-1/data/robot-skill-transfer-across-platforms/index.jsonl.gz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
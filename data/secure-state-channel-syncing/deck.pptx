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cure-state-channel-syncing/" TargetMode="External"/><Relationship Id="rId3" Type="http://schemas.openxmlformats.org/officeDocument/2006/relationships/hyperlink" Target="https://justinahiggins614-cmyk.github.io/jah-databases-data-1/data/secure-state-channel-sync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Secure State Channel Syncing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Syncing state securely: channels that keep shared state consistent and private.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Secure State Channel Syncing Database holds 15 secure state sync protocols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Syncing state securely: channels that keep shared state consistent and private.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End-to-end encrypted sync  [JAH-SSC-000001]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Sync where the server is blind: state encrypted client-side with keys the server never holds, synced as ciphertext. The server provides availability and ordering; confidentiality is entirely client-s…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Key rotation for shared state  [JAH-SSC-000002]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Shared-state keys must rotate: members leave, devices are lost, and long-lived keys accumulate risk. Rotation re-encrypts state under a new key and distributes it to current members only — the depart…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End-to-end encrypted sync  [JAH-SSC-000003]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Sync where the server is blind: state encrypted client-side with keys the server never holds, synced as ciphertext. The server provides availability and ordering; confidentiality is entirely client-s…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Key rotation for shared state  [JAH-SSC-000004]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Shared-state keys must rotate: members leave, devices are lost, and long-lived keys accumulate risk. Rotation re-encrypts state under a new key and distributes it to current members only — the depart…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Sync integrity verification  [JAH-SSC-000005]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malicious server could fork the state (show different versions to different clients) or drop updates. Integrity verification — hash chains, Merkle trees over the log, gossip between clients — detec…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secure state sync protocol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JAH-SSC-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State Channel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Syncing state securely: channels that keep shared state consistent and private.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https://justinahiggins614-cmyk.github.io/jah-databases/db/secure-state-channel-syncing/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https://justinahiggins614-cmyk.github.io/jah-databases-data-1/data/secure-state-channel-syncing/index.jsonl.gz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
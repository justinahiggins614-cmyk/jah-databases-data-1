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comic-art-rendering-signature/" TargetMode="External"/><Relationship Id="rId3" Type="http://schemas.openxmlformats.org/officeDocument/2006/relationships/hyperlink" Target="https://justinahiggins614-cmyk.github.io/jah-databases-data-1/data/comic-art-rendering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Comic Art Rendering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Signature's own comic method variant with original worked examples — deterministic SVG.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Comic Art Rendering Database holds 20 comic renderings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Signature's own comic method variant with original worked examples — deterministic SVG.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 original composed for the JAH Databases network. Signature-labeled: an original JAH-system creation, not a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The Deterministic Comic Rendering Method  [JAH-COMICART-S-000001]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METHOD: the deterministic client-side comic-style SVG rendering method. Signature variant. Palette and background derive from the SHA-256 of the item ID (reproducible everywhere); bold 4-6px black ou…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book  [JAH-COMICART-S-000002]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RENDERING EXAMPLE: Signature book. Signature book: JAH-marked tome with seal. Generated by the deterministic method (hash of JAH-COMICART-S-000002); the actual SVG code is in this record's svg_code f…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The Signature stamp device  [JAH-COMICART-S-000003]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RENDERING EXAMPLE: The Signature stamp device. The Signature stamp device: double circle + JAH. Generated by the deterministic method (hash of JAH-COMICART-S-000003); the actual SVG code is in this r…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The teaching ladder  [JAH-COMICART-S-000004]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RENDERING EXAMPLE: The teaching ladder. The teaching ladder: three rungs ascending. Generated by the deterministic method (hash of JAH-COMICART-S-000004); the actual SVG code is in this record's svg_…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The archive  [JAH-COMICART-S-000005]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RENDERING EXAMPLE: The archive. The archive: stacked database drums. Generated by the deterministic method (hash of JAH-COMICART-S-000005); the actual SVG code is in this record's svg_code field — re…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20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comic rendering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JAH-COMICART-S-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20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Signature Comic Renderer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Signature's own comic method variant with original worked examples — deterministic SVG.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https://justinahiggins614-cmyk.github.io/jah-databases/db/comic-art-rendering-signature/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https://justinahiggins614-cmyk.github.io/jah-databases-data-1/data/comic-art-rendering-signature/index.jsonl.gz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
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fact-atomization-engine-signature/" TargetMode="External"/><Relationship Id="rId3" Type="http://schemas.openxmlformats.org/officeDocument/2006/relationships/hyperlink" Target="https://justinahiggins614-cmyk.github.io/jah-databases-data-1/data/archive-toolkit-fact-atomization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Fact Atomization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Breaks long documents into small, independently retrievable claims.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Fact Atomization Engine Database holds 15 atomization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Breaks long documents into small, independently retrievable claims.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Fact Atomization Engine: a plain-language overview (Signature)  [JAH-ATK175S-000001]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Fact Atomization Engine does and why archives need it. Signature original. The Signature atomizer splits documents into single claims, each stamped with its sourc…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Fact Atomization Engine works (Signature)  [JAH-ATK175S-000002]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Fact Atomization Engine does and why archives need it. Signature original. The Signature method runs a deterministic split: fixed segmentation rules, fixed clause…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Fact Atomization Engine works: the deep tour (Signature)  [JAH-ATK175S-000003]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Fact Atomization Engine does and why archives need it. Signature original. The Signature method runs a deterministic split: fixed segmentation rules, fixed clause…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Sentence and clause segmentation: the simple idea (Signature)  [JAH-ATK175S-000004]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sentence and clause segmentation - how it works inside the Fact Atomization Engine. Signature original. The Signature atomizer splits documents into single claims, each…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Sentence and clause segmentation in practice (Signature)  [JAH-ATK175S-000005]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sentence and clause segmentation - how it works inside the Fact Atomization Engine. Signature original. The Signature method runs a deterministic split: fixed segmentat…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atomization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JAH-ATK175S-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Fact Splitter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Breaks long documents into small, independently retrievable claims.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https://justinahiggins614-cmyk.github.io/jah-databases/db/archive-toolkit-fact-atomization-engine-signature/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https://justinahiggins614-cmyk.github.io/jah-databases-data-1/data/archive-toolkit-fact-atomization-engine-signature/index.jsonl.gz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
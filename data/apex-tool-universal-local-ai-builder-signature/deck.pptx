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local-ai-builder-signature/" TargetMode="External"/><Relationship Id="rId3" Type="http://schemas.openxmlformats.org/officeDocument/2006/relationships/hyperlink" Target="https://justinahiggins614-cmyk.github.io/jah-databases-data-1/data/apex-tool-universal-local-ai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Local AI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Assembles supported local AI runtimes, models, retrieval components, memory, and tools into a deployable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Local AI Builder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Assembles supported local AI runtimes, models, retrieval components, memory, and tools into a deployable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Hardware Prover  [JAH-APX56S-000001]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prover seals the machine's capability record, so the builder's choices are provably matched to real hardware.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Model Vault  [JAH-APX56S-000002]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vault holds model weights as sealed artifacts with license and provenance, so bundles contain exactly what they claim.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Fit Finder  [JAH-APX56S-000003]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picker that seals its selection rationale: why this model, why not the others, against sealed constraints.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Bundle Sealer  [JAH-APX56S-000004]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Seals the assembled bundle — model, runtime, config hashes — so deployment is tamper-evident.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Shrink Prover  [JAH-APX56S-000005]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quantization stage seals the quality measurement, proving the smaller model is still good enough.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Local AI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Assembles supported local AI runtimes, models, retrieval components, memory, and tools into a deployable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https://justinahiggins614-cmyk.github.io/jah-databases/db/apex-tool-universal-local-ai-builder-signature/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https://justinahiggins614-cmyk.github.io/jah-databases-data-1/data/apex-tool-universal-local-ai-builder-signature/index.jsonl.gz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
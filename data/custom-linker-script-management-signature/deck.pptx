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ustom-linker-script-management-signature/" TargetMode="External"/><Relationship Id="rId3" Type="http://schemas.openxmlformats.org/officeDocument/2006/relationships/hyperlink" Target="https://justinahiggins614-cmyk.github.io/jah-databases-data-1/data/custom-linker-script-management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Custom Linker Script Management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Controlling exactly where every byte lands in memory: linker scripts for sections, regions, and boot layouts.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Custom Linker Script Management Database holds 15 linker scripts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Controlling exactly where every byte lands in memory: linker scripts for sections, regions, and boot layouts.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Overlap-Proof Section Planner  [JAH-CLSM-S-000001]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planner proves sections never overlap before emitting the script, using interval arithmetic over all placement rules. Overlaps are a build error, not a runtime mystery. Sign…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Datasheet-Checked Regions  [JAH-CLSM-S-000002]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region definitions are checked against a machine-readable datasheet extract, catching the classic 'wrong RAM size' error at build time. Datasheets version with the board. Signat…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Entry-Point Self-Test  [JAH-CLSM-S-000003]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reset handler begins with a self-test that validates the vector table checksum before doing anything else. A corrupt vector table halts with a diagnostic blink pattern. Sign…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ABI-Diff Versioning  [JAH-CLSM-S-000004]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version script is generated from an ABI diff of the previous release, so humans never hand-edit version nodes and drift is impossible. Diffs are reviewed like code. Signatur…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Auto-Managed Overlays  [JAH-CLSM-S-000005]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overlay manager tracks calls automatically and loads the needed overlay on first use, removing the manual bookkeeping that makes overlays error-prone. Loading is transparent…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linker script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JAH-CLSM-S-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Linker Script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Controlling exactly where every byte lands in memory: linker scripts for sections, regions, and boot layouts.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https://justinahiggins614-cmyk.github.io/jah-databases/db/custom-linker-script-management-signature/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https://justinahiggins614-cmyk.github.io/jah-databases-data-1/data/custom-linker-script-management-signature/index.jsonl.gz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
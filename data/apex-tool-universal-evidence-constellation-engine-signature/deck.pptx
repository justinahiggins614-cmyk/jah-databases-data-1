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universal-evidence-constellation-engine-signature/" TargetMode="External"/><Relationship Id="rId3" Type="http://schemas.openxmlformats.org/officeDocument/2006/relationships/hyperlink" Target="https://justinahiggins614-cmyk.github.io/jah-databases-data-1/data/apex-tool-universal-evidence-constellation-engine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Universal Evidence Constellation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Connects every major conclusion to its supporting sources, counterevidence, dependencies, and uncertainty — no orphan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Universal Evidence Constellation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every major conclusion to its supporting sources, counterevidence, dependencies, and uncertainty — no orphan claims.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Original Signature design by Justin Addam Higgins (JAH), 2026-10-21. Proposed capability — clearly labeled Signature, not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What the Evidence Constellation Engine is  [JAH-APX14S-000001]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design of this capability, authored as a new engineering proposal rather than a survey of existing systems. The Signature design adds an Orphan-Claim Ban: the schema will not 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Constellation data model  [JAH-APX14S-000002]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data model for this capability, designed from first principles with explicit contracts. The Signature design adds an Orphan-Claim Ban: the schema will not store a major conclus…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Evidence weighing algorithm  [JAH-APX14S-000003]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first core operation. The Signature design adds an Orphan-Claim Ban: the schema will not store a major conclusion without at least one evidence li…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Dependency propagation algorithm  [JAH-APX14S-000004]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Signature-original algorithm for this capability's second core operation. The Signature design adds an Orphan-Claim Ban: the schema will not store a major conclusion without at least one evidence l…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Constellation query interface specification  [JAH-APX14S-000005]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Signature-original interface contract for this capability. The Signature design adds an Orphan-Claim Ban: the schema will not store a major conclusion without at least one evidence link — the dat…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JAH-APX14S-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Universal Evidence Constellation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Connects every major conclusion to its supporting sources, counterevidence, dependencies, and uncertainty — no orphan claims.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https://justinahiggins614-cmyk.github.io/jah-databases/db/apex-tool-universal-evidence-constellation-engine-signature/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https://justinahiggins614-cmyk.github.io/jah-databases-data-1/data/apex-tool-universal-evidence-constellation-engine-signature/index.jsonl.gz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
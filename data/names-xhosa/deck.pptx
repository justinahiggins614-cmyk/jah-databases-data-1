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xhosa/" TargetMode="External"/><Relationship Id="rId3" Type="http://schemas.openxmlformats.org/officeDocument/2006/relationships/hyperlink" Target="https://justinahiggins614-cmyk.github.io/jah-databases-data-1/data/names-xhosa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Xhosa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Xhosa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Xhosa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Xhosa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Thandiwe — Xhosa given name  [JAH-NMX-000001]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Thandiwe is a feminine given name in Xhosa. It means "beloved", from Xhosa thanda (love). A classic feminine name meaning the beloved one.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Sipho — Xhosa given name  [JAH-NMX-000002]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Sipho is a masculine given name in Xhosa. It means "gift", from Xhosa. A common masculine name: the child as a gift.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Nomvula — Xhosa given name  [JAH-NMX-000003]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Nomvula is a feminine given name in Xhosa. It means "mother of rain", from Xhosa mvula (rain). A feminine name honoring rain, precious in southern Africa.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Mandla — Xhosa given name  [JAH-NMX-000004]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Mandla is a masculine given name in Xhosa. It means "strength, power", from Nguni. A strong masculine name used across Xhosa and Zulu.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Lungile — Xhosa given name  [JAH-NMX-000005]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Lungile is a unisex given name in Xhosa. It means "it is good, it is right", from Xhosa lunga (be good/right). A unisex name expressing that things are good.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JAH-NMX-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Xhosa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Xhosa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https://justinahiggins614-cmyk.github.io/jah-databases/db/names-xhosa/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https://justinahiggins614-cmyk.github.io/jah-databases-data-1/data/names-xhosa/index.jsonl.gz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
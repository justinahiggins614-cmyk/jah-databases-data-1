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owerpoint-presentations/" TargetMode="External"/><Relationship Id="rId3" Type="http://schemas.openxmlformats.org/officeDocument/2006/relationships/hyperlink" Target="https://justinahiggins614-cmyk.github.io/jah-databases-data-1/data/powerpoint-presentation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PowerPoint Presentations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Presentation templates, slide types, and deck-building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PowerPoint Presentations Database holds 15 presentation references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Presentation templates, slide types, and deck-building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reference: Microsoft PowerPoint support documentation (support.microsoft.com) and standard presentation-design practice;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16:9 Widescreen Master Slide  [JAH-PPTX-000001]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16:9 widescreen format is the modern default slide size in PowerPoint (13.33 by 7.5 inches), matching HDTV and most projectors. Slides built on it use a master slide that defines placeholders for…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4:3 Standard Legacy Layout  [JAH-PPTX-000002]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4:3 standard format (10 by 7.5 inches) was PowerPoint's default for decades and still appears in older projectors and printed handouts. Content designed at 4:3 must be re-laid-out — not merely 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Title Slide Layout  [JAH-PPTX-000003]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title slide is a dedicated layout with a large title placeholder, a subtitle placeholder, and usually no body text. Effective title slides carry the talk's single promise in under ten words,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Presenter Notes Pages  [JAH-PPTX-000004]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notes pane under each slide holds the speaker's full script, cues, and timing marks; it prints as notes pages and shows in Presenter View alongside the current slide, the next slide, and a timer.…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Slide Master Inheritance  [JAH-PPTX-000005]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slide master sits above all layouts: change a font, bullet style, or footer on the master and every layout and slide that inherits from it updates at once. Layouts (title, title-and-content, two-…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presentation reference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JAH-PPTX-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Presentation Curator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Presentation templates, slide types, and deck-building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https://justinahiggins614-cmyk.github.io/jah-databases/db/powerpoint-presentations/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https://justinahiggins614-cmyk.github.io/jah-databases-data-1/data/powerpoint-presentations/index.jsonl.gz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
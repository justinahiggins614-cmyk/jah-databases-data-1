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ompiler-construction-signature/" TargetMode="External"/><Relationship Id="rId3" Type="http://schemas.openxmlformats.org/officeDocument/2006/relationships/hyperlink" Target="https://justinahiggins614-cmyk.github.io/jah-databases-data-1/data/ai-compiler-constru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Compiler 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Operator fusion, graph lowering, quantization passes, and backend code generation for compiling AI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Compiler Construction Database holds 20 compiler construction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Operator fusion, graph lowering, quantization passes, and backend code generation for compiling AI models.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Graph Weave Fusion  [JAH-AICOMP-S-000001]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fusion pass that weaves elementwise chains into single kernels by analyzing producer-consumer chains across the whole graph instead of peephole-matching pairs. The weaver build…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Integer-First Quantizer  [JAH-AICOMP-S-000002]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quantization strategy that designs the integer graph first and only then checks accuracy, instead of converting a float graph and hoping. Ranges are chosen from integer arithme…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Schedule Sketching  [JAH-AICOMP-S-000003]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instead of searching thousands of schedules, the compiler sketches a handful of promising loop structures from the operator's memory pattern and only tunes within those sketches.…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Dialect Bridge  [JAH-AICOMP-S-000004]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lowering bridge that carries tensor shape constraints, not just types, through MLIR dialect transitions. Shape facts proved at the high level become assumptions the low-level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Precision Ladder  [JAH-AICOMP-S-000005]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mixed-precision policy that assigns precision per operator by walking a ladder from INT8 up to FP32 and stopping at the first rung that preserves the accuracy budget. Each rung…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compiler construction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JAH-AICOMP-S-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Compiler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Operator fusion, graph lowering, quantization passes, and backend code generation for compiling AI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https://justinahiggins614-cmyk.github.io/jah-databases/db/ai-compiler-construction-signature/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https://justinahiggins614-cmyk.github.io/jah-databases-data-1/data/ai-compiler-construction-signature/index.jsonl.gz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
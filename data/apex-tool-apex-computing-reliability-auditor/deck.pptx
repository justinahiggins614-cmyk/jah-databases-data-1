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computing-reliability-auditor/" TargetMode="External"/><Relationship Id="rId3" Type="http://schemas.openxmlformats.org/officeDocument/2006/relationships/hyperlink" Target="https://justinahiggins614-cmyk.github.io/jah-databases-data-1/data/apex-tool-apex-computing-reliability-audi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Computing Reliability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Audits the whole fleet — throughput, recovery, integrity, efficiency — and reports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Computing Reliability Auditor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the whole fleet — throughput, recovery, integrity, efficiency — and reports honestly.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availability, MTBF, and MTTR are standard reliability metrics;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Reliability Means  [JAH-APX80-000001]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Reliability is measured, not felt. This record covers the core vocabulary: availability, MTBF, MTTR, and why each matters.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Probing Throughput  [JAH-APX80-000002]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 completed per second is the pulse of a service. This record covers throughput probes that measure it continuously.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Timing Recovery  [JAH-APX80-000003]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 fast you recover matters as much as how rarely you fail. This record covers timing every incident from detection to recovered.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Checking Data Integrity  [JAH-APX80-000004]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Silent corruption is the worst failure. This record covers scheduled checksum verification across data stores.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Classifying Failures  [JAH-APX80-000005]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You cannot fix what you cannot name. This record covers labeling incidents by evidenced cause.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Computing Reliability Auditor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the whole fleet — throughput, recovery, integrity, efficiency — and reports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https://justinahiggins614-cmyk.github.io/jah-databases/db/apex-tool-apex-computing-reliability-auditor/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https://justinahiggins614-cmyk.github.io/jah-databases-data-1/data/apex-tool-apex-computing-reliability-auditor/index.jsonl.gz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
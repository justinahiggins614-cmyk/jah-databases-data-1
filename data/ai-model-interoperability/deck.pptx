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model-interoperability/" TargetMode="External"/><Relationship Id="rId3" Type="http://schemas.openxmlformats.org/officeDocument/2006/relationships/hyperlink" Target="https://justinahiggins614-cmyk.github.io/jah-databases-data-1/data/ai-model-interoper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Model Interoperability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Model Interoperability Database holds 20 model interoperability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PyTorch to ONNX Export  [JAH-AMI-000001]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torch.onnx.export traces or scripts a PyTorch model into the ONNX graph format, making it runnable in dozens of runtimes. Dynamic control flow needs scripting or careful tracing to survive export.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ONNX to TensorRT Conversion  [JAH-AMI-000002]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TensorRT's ONNX parser imports the graph and builds an optimized engine, fusing layers and selecting kernels. Unsupported operators must be handled with plugins or fall back to another runtime. The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TensorFlow SavedModel to TFLite  [JAH-AMI-000003]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TFLite converter takes a SavedModel and produces a flatbuffer for mobile and edge, with optional quantization. Flex ops and custom ops need delegates or select-op support. Converter flags control…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HuggingFace to ONNX via Optimum  [JAH-AMI-000004]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HuggingFace Optimum exports transformers to ONNX with the right input names, dynamic axes, and task-specific post-processing. It handles the tokenizer-to-model alignment that raw export misses. The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JAX to StableHLO Export  [JAH-AMI-000005]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JAX exports through StableHLO, a portable high-level operation set that XLA and other compilers consume. The export captures the full program including control flow and sharding annotations. StableHL…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interoperability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JAH-AMI-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Interop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Exchange formats, operator mappings, and portability practices that move AI models between frameworks and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https://justinahiggins614-cmyk.github.io/jah-databases/db/ai-model-interoperability/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https://justinahiggins614-cmyk.github.io/jah-databases-data-1/data/ai-model-interoperability/index.jsonl.gz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
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omomorphic-string-matching/" TargetMode="External"/><Relationship Id="rId3" Type="http://schemas.openxmlformats.org/officeDocument/2006/relationships/hyperlink" Target="https://justinahiggins614-cmyk.github.io/jah-databases-data-1/data/homomorphic-string-match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Homomorphic String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Searching encrypted text: matching strings without decrypting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Homomorphic String Matching Database holds 15 homomorphic matching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Searching encrypted text: matching strings without decrypting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FHE equality matching  [JAH-HSM-000001]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Fully homomorphic encryption evaluates circuits on ciphertexts: to search, the server homomorphically compares the encrypted query against each encrypted document and returns encrypted match bits.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Wildcard and fuzzy encrypted search  [JAH-HSM-000002]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tokens aren't enough: wildcard and fuzzy search over encrypted data uses n-gram tokenization (encrypted n-grams match approximately) or homomorphic edit-distance circuits. 'Jon' finds 'John'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FHE equality matching  [JAH-HSM-000003]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Fully homomorphic encryption evaluates circuits on ciphertexts: to search, the server homomorphically compares the encrypted query against each encrypted document and returns encrypted match bits.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Wildcard and fuzzy encrypted search  [JAH-HSM-000004]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tokens aren't enough: wildcard and fuzzy search over encrypted data uses n-gram tokenization (encrypted n-grams match approximately) or homomorphic edit-distance circuits. 'Jon' finds 'John'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Verifiable encrypted search  [JAH-HSM-000005]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malicious server could return wrong results; verifiable SSE adds proofs — the client checks completeness and correctness of results cryptographically. The server proves it searched the whole index…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homomorphic matching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JAH-HSM-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Homomorphic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Searching encrypted text: matching strings without decrypting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https://justinahiggins614-cmyk.github.io/jah-databases/db/homomorphic-string-matching/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https://justinahiggins614-cmyk.github.io/jah-databases-data-1/data/homomorphic-string-matching/index.jsonl.gz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
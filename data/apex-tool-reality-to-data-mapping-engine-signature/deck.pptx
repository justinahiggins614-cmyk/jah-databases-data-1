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reality-to-data-mapping-engine-signature/" TargetMode="External"/><Relationship Id="rId3" Type="http://schemas.openxmlformats.org/officeDocument/2006/relationships/hyperlink" Target="https://justinahiggins614-cmyk.github.io/jah-databases-data-1/data/apex-tool-reality-to-data-mapping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Reality-to-Data Mapping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real-world observations, measurements, scientific models, and digital records into one structured, checkable knowledge representation.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Reality-to-Data Mapping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real-world observations, measurements, scientific models, and digital records into one structured, checkable knowledge representation.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Reality-to-Data Mapping Engine is  [JAH-APX2S-000001]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 Reality Anchoring Protocol: every mapped…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Observation and measurement data model  [JAH-APX2S-000002]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 Reality Anchoring Protocol: every mapped fact carries a chai…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Sensor fusion algorithm  [JAH-APX2S-000003]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 Reality Anchoring Protocol: every mapped fact carries a chain of custody from observation to rec…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Model-to-observation alignment algorithm  [JAH-APX2S-000004]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 Reality Anchoring Protocol: every mapped fact carries a chain of custody from observation to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Mapping query interface specification  [JAH-APX2S-000005]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 Reality Anchoring Protocol: every mapped fact carries a chain of custody from observation to record, with 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Reality-to-Data Mapping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real-world observations, measurements, scientific models, and digital records into one structured, checkable knowledge representation.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https://justinahiggins614-cmyk.github.io/jah-databases/db/apex-tool-reality-to-data-mapping-engine-signature/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https://justinahiggins614-cmyk.github.io/jah-databases-data-1/data/apex-tool-reality-to-data-mapping-engine-signature/index.jsonl.gz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
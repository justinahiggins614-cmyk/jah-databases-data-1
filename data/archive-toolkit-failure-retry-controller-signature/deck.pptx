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failure-retry-controller-signature/" TargetMode="External"/><Relationship Id="rId3" Type="http://schemas.openxmlformats.org/officeDocument/2006/relationships/hyperlink" Target="https://justinahiggins614-cmyk.github.io/jah-databases-data-1/data/archive-toolkit-failure-retry-controll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Failure Retry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Retries suitable failed operations with limits and alternative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Failure Retry Controller Database holds 15 failure retry controllers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Retries suitable failed operations with limits and alternative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Signature-generated completion,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Signature: Failure fingerprinting  [JAH-ATK252S-000001]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each failure is reduced to a fingerprint of error type, location, and recent history. The controller matches the fingerprint against a library…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Signature: Failure fingerprinting  [JAH-ATK252S-000002]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each failure is reduced to a fingerprint of error type, location, and recent history. The controller matches the fingerprint against a library…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Signature: Failure fingerprinting  [JAH-ATK252S-000003]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each failure is reduced to a fingerprint of error type, location, and recent history. The controller matches the fingerprint against a library…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Signature: Predictive retry  [JAH-ATK252S-000004]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controller tracks the recent failure rate of each operation and estimates the probability that another retry would succeed. Retries with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Signature: Predictive retry  [JAH-ATK252S-000005]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 design by Justin Addam Higgins (JAH): the controller tracks the recent failure rate of each operation and estimates the probability that another retry would succeed. Retries with 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failure retry controller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Failure Retry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Retries suitable failed operations with limits and alternative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https://justinahiggins614-cmyk.github.io/jah-databases/db/archive-toolkit-failure-retry-controller-signature/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https://justinahiggins614-cmyk.github.io/jah-databases-data-1/data/archive-toolkit-failure-retry-controller-signature/index.jsonl.gz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
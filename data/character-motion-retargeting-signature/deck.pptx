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haracter-motion-retargeting-signature/" TargetMode="External"/><Relationship Id="rId3" Type="http://schemas.openxmlformats.org/officeDocument/2006/relationships/hyperlink" Target="https://justinahiggins614-cmyk.github.io/jah-databases-data-1/data/character-motion-retarget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Character Motion Retargeting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retargeting methods — original techniques for motion that fits any body.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Character Motion Retargeting Database holds 20 signature motion retargeting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retargeting methods — original techniques for motion that fits any body.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map-by-name  [JAH-CHARAC-S-000001]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retarget practice: map joints by name first.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scale-honestly  [JAH-CHARAC-S-000002]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scale limbs, keep timing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lock-feet  [JAH-CHARAC-S-000003]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animation practice: feet never slide.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keep-contacts  [JAH-CHARAC-S-000004]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contacts survive retarget.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face-map  [JAH-CHARAC-S-000005]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facial practice: blendshape correspondence.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motion retargeting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JAH-CHARAC-S-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Motion Retargeting Artist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retargeting methods — original techniques for motion that fits any body.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https://justinahiggins614-cmyk.github.io/jah-databases/db/character-motion-retargeting-signature/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https://justinahiggins614-cmyk.github.io/jah-databases-data-1/data/character-motion-retargeting-signature/index.jsonl.gz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
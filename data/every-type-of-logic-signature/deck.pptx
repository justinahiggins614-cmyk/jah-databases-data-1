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ery-type-of-logic-signature/" TargetMode="External"/><Relationship Id="rId3" Type="http://schemas.openxmlformats.org/officeDocument/2006/relationships/hyperlink" Target="https://justinahiggins614-cmyk.github.io/jah-databases-data-1/data/every-type-of-logic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Every Type of Logic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reasoning drills and logic work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Every Type of Logic Database holds 15 signature logic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reasoning drills and logic work habits.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Truth-Table Gym  [JAH-ETLS-000001]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drill: build truth tables for every connective by hand until they are reflex, then translate ten real sentences into propositional form daily. The gym's rule is that no one uses…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Quantifier Ladder  [JAH-ETLS-000002]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ladder: 'for all' before 'there exists,' nested quantifiers only after single ones are fluent, with each rung carrying a real mathematical sentence to formalize. The ladder's che…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Steelman Drill  [JAH-ETLS-000003]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argumentation drill: take an opposing argument, rebuild it stronger than its author did, and only then evaluate it. The drill pairs with a fallacy log where each spotted fallacy…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Proof Checker Habit  [JAH-ETLS-000004]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habit: every informal proof gets a symbolic skeleton — premises numbered, inference rule named per step — before it is trusted. The habit catches the classic gap of proofs that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Possible-Worlds Sandbox  [JAH-ETLS-000005]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sandbox: draw three possible worlds on paper, mark which propositions hold in each, and evaluate 'necessarily' and 'possibly' claims by inspection. The sandbox makes Kripke seman…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logic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JAH-ETLS-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Reasoning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reasoning drills and logic work habits.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https://justinahiggins614-cmyk.github.io/jah-databases/db/every-type-of-logic-signature/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https://justinahiggins614-cmyk.github.io/jah-databases-data-1/data/every-type-of-logic-signature/index.jsonl.gz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
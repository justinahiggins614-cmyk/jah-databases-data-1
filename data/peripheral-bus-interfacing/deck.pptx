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eripheral-bus-interfacing/" TargetMode="External"/><Relationship Id="rId3" Type="http://schemas.openxmlformats.org/officeDocument/2006/relationships/hyperlink" Target="https://justinahiggins614-cmyk.github.io/jah-databases-data-1/data/peripheral-bus-interfac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Peripheral Bus Interfacing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talking to hardware over PCIe, I2C, SPI, and other buses.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Peripheral Bus Interfacing Database holds 15 bus interfacing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talking to hardware over PCIe, I2C, SPI, and other buses.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PCIe Enumeration  [JAH-PERIPH-000001]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Walks the PCIe config space discovering devices, bridges, and their BARs. The enumerator assigns bus numbers depth-first and maps memory windows. Every PCIe device in the system is found this way 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I2C Transactions  [JAH-PERIPH-000002]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Performs addressed transactions on the two-wire I2C bus with start, address, ACK, and stop. Clock stretching lets slow slaves hold the clock; 7-bit addressing picks the device. Sensors and EEPROMs 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SPI Transfers  [JAH-PERIPH-000003]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Shifts data full-duplex over SPI with chip-select framing and four clock modes. Mode (CPOL/CPHA) must match the slave; speed is limited by signal integrity. Flash chips and displays use SPI.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UART Communication  [JAH-PERIPH-000004]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Exchanges bytes over UART with agreed baud rate, parity, and stop bits. No clock line means both sides must agree on timing; framing errors reveal mismatches. Consoles and GPS modules still speak UAR…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CAN Bus Messaging  [JAH-PERIPH-000005]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Broadcasts prioritized frames on CAN with non-destructive arbitration. Lower IDs win the bus without corruption; error frames isolate faulty nodes. Cars and industrial gear run on 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bus interfacing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JAH-PERIPH-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Peripheral Bus Interfacing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talking to hardware over PCIe, I2C, SPI, and other buses.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https://justinahiggins614-cmyk.github.io/jah-databases/db/peripheral-bus-interfacing/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https://justinahiggins614-cmyk.github.io/jah-databases-data-1/data/peripheral-bus-interfacing/index.jsonl.gz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
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in-nan-chinese-signature/" TargetMode="External"/><Relationship Id="rId3" Type="http://schemas.openxmlformats.org/officeDocument/2006/relationships/hyperlink" Target="https://justinahiggins614-cmyk.github.io/jah-databases-data-1/data/names-min-nan-chine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Min Nan Chinese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Min Nan Chinese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Min Nan Chinese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Min Nan Chinese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Ah-hui 阿輝 - sound, structure, and naming power  [JAH-NMMNCS-000001]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Min Nan Chinese masculine name Ah-hui 阿輝. Sound: 2 syllables, open vowels. Structure: The Ah- prefix marks affectionate address.. Recorded meaning: Radiance. Naming powe…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Ah-lian 阿蓮 - sound, structure, and naming power  [JAH-NMMNCS-000002]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Min Nan Chinese feminine name Ah-lian 阿蓮. Sound: 2 syllables, firm consonant close. Structure: A traditional name of this language.. Recorded meaning: Lotus.. Naming pow…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Jin 金 - sound, structure, and naming power  [JAH-NMMNCS-000003]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Min Nan Chinese masculine name Jin 金. Sound: 1 syllables, firm consonant close. Structure: A traditional name of this language.. Recorded meaning: Gold.. Naming power: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Mei 美 - sound, structure, and naming power  [JAH-NMMNCS-000004]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Min Nan Chinese feminine name Mei 美. Sound: 1 syllables, open vowels. Structure: A traditional name of this language.. Recorded meaning: Beautiful.. Naming power: the 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Min Nan Chinese naming framework  [JAH-NMMNCS-000005]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Min Nan Chinese names. Forging a new Signature name runs in four passes: sound (two to four syllables that read aloud cleanly), meaning (one plain-language gloss, nev…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JAH-NMMNCS-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Min Nan Chinese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Min Nan Chinese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https://justinahiggins614-cmyk.github.io/jah-databases/db/names-min-nan-chinese-signature/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https://justinahiggins614-cmyk.github.io/jah-databases-data-1/data/names-min-nan-chinese-signature/index.jsonl.gz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
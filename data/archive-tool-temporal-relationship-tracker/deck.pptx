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temporal-relationship-tracker/" TargetMode="External"/><Relationship Id="rId3" Type="http://schemas.openxmlformats.org/officeDocument/2006/relationships/hyperlink" Target="https://justinahiggins614-cmyk.github.io/jah-databases-data-1/data/archive-tool-temporal-relationship-tra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Temporal Relationship Tracker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records according to their dates, historical sequence, and changing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Temporal Relationship Tracker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records according to their dates, historical sequence, and changing relationships.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Timeline Construction — Core Method  [JAH-AT47-000001]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tracker builds timelines by extracting every dated event from the records — creation, modification, citation, supersession — normalizing the timestamps and sorting them into one chronological spi…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Timeline Construction — Compounded Pattern  [JAH-AT47-000002]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tracker builds timelines by extracting every dated event from the records — creation, modification, citation, supersession — normalizing the timestamps and sorting them into one chronological spi…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Timeline Construction — Full-System Integration  [JAH-AT47-000003]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tracker builds timelines by extracting every dated event from the records — creation, modification, citation, supersession — normalizing the timestamps and sorting them into one chronological spi…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Sequence Alignment — Core Method  [JAH-AT47-000004]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archives often describe the same history with different granularity, and sequence alignment matches their event sequences the way bioinformatics aligns DNA. The alignment scores matches, tolerate…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Sequence Alignment — Compounded Pattern  [JAH-AT47-000005]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archives often describe the same history with different granularity, and sequence alignment matches their event sequences the way bioinformatics aligns DNA. The alignment scores matches, tolerate…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Temporal Tracker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records according to their dates, historical sequence, and changing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https://justinahiggins614-cmyk.github.io/jah-databases/db/archive-tool-temporal-relationship-tracker/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https://justinahiggins614-cmyk.github.io/jah-databases-data-1/data/archive-tool-temporal-relationship-tracker/index.jsonl.gz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
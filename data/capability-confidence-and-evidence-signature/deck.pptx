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confidence-and-evidence-signature/" TargetMode="External"/><Relationship Id="rId3" Type="http://schemas.openxmlformats.org/officeDocument/2006/relationships/hyperlink" Target="https://justinahiggins614-cmyk.github.io/jah-databases-data-1/data/capability-confidence-and-evid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Capability Confidence and Evidence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Confidence scores for capabilities, each backed by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Capability Confidence and Evidence Database holds 20 confidence assessments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Confidence scores for capabilities, each backed by evidence.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True Measure  [JAH-CAPABI2-S-000001]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measure of capability truth, with its uncertainty shown openly. The measure's intervals are honest; a wide interval is confessed, not hidden. Teaching ladder: rank 1 — the concep…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Aging Law  [JAH-CAPABI2-S-000002]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law: evidence weakens with age, by a curve carved in stone. The law applies to all, even beloved capabilities. Teaching ladder: rank 1 — the concept in its simplest, most direct…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Scope Survey  [JAH-CAPABI2-S-000003]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survey of how much claimed land has actually been walked. Unwalked claims are marked terra incognita, not trusted ground. Teaching ladder: rank 1 — the concept in its simplest,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Chain Weighing  [JAH-CAPABI2-S-000004]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weighing of evidence by the strength of its chain. Heavy chains - signed, witnessed - outweigh light rumors. Teaching ladder: rank 1 — the concept in its simplest, most direct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Concordance  [JAH-CAPABI2-S-000005]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concordance counting independent voices in agreement. Echoes count once; only true independents raise the concord. Teaching ladder: rank 1 — the concept in its simplest, most dir…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confidence assessment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JAH-CAPABI2-S-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Confidence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Confidence scores for capabilities, each backed by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https://justinahiggins614-cmyk.github.io/jah-databases/db/capability-confidence-and-evidence-signature/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https://justinahiggins614-cmyk.github.io/jah-databases-data-1/data/capability-confidence-and-evidence-signature/index.jsonl.gz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
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dio-scene-reconstruction-signature/" TargetMode="External"/><Relationship Id="rId3" Type="http://schemas.openxmlformats.org/officeDocument/2006/relationships/hyperlink" Target="https://justinahiggins614-cmyk.github.io/jah-databases-data-1/data/audio-scene-reconstr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Audio Scene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techniques that rebuild a sound scene from microphone recordings.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Audio Scene Reconstruction Database holds 20 reconstruction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techniques that rebuild a sound scene from microphone recordings.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Blind Source Separation  [JAH-AUDIOS2-S-000001]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Separates mixed audio into individual sources using only statistical independence, no prior knowledge of the sources. Recorded facts — Technique: Blind Source Separation; Inputs:…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Beamforming  [JAH-AUDIOS2-S-000002]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Combines microphone array signals with delays and weights to amplify sound from one direction while suppressing others. Recorded facts — Technique: Beamforming; Inputs: array reco…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Room Impulse Response Estimation  [JAH-AUDIOS2-S-000003]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Recovers the acoustic fingerprint of a room from recordings, capturing reflections, reverb time, and frequency response. Recorded facts — Technique: Room Impulse Response Estimati…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Spatial Audio Rendering  [JAH-AUDIOS2-S-000004]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Places reconstructed sources in 3D space using HRTFs or Ambisonics so listeners perceive direction and distance. Recorded facts — Technique: Spatial Audio Rendering; Inputs: sourc…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Dereverberation  [JAH-AUDIOS2-S-000005]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Removes room reflections from speech recordings, restoring clarity for recognition and listening. Recorded facts — Technique: Dereverberation; Inputs: reverberant speech; Output:…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reconstruction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JAH-AUDIOS2-S-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Audio Scene Reconstruction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techniques that rebuild a sound scene from microphone recordings.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https://justinahiggins614-cmyk.github.io/jah-databases/db/audio-scene-reconstruction-signature/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https://justinahiggins614-cmyk.github.io/jah-databases-data-1/data/audio-scene-reconstruction-signature/index.jsonl.gz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
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predictive-resource-pre-fetching/" TargetMode="External"/><Relationship Id="rId3" Type="http://schemas.openxmlformats.org/officeDocument/2006/relationships/hyperlink" Target="https://justinahiggins614-cmyk.github.io/jah-databases-data-1/data/predictive-resource-pre-fetch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Predictive Resource Pre-Fetching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Systems that fetch data, code, and connections before the user asks for them.</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Predictive Resource Pre-Fetching Database holds 15 pre-fetching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Systems that fetch data, code, and connections before the user asks for them.</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Markov-Chain Page Prefetch  [JAH-PRPF-000001]</a:t>
            </a:r>
          </a:p>
          <a:p>
            <a:pPr algn="l">
              <a:spcAft>
                <a:spcPts val="1000"/>
              </a:spcAft>
            </a:pPr>
            <a:r>
              <a:rPr sz="1400" b="0">
                <a:solidFill>
                  <a:srgbClr val="D5DBDB"/>
                </a:solidFill>
                <a:latin typeface="Calibri"/>
              </a:rPr>
              <a:t>   Builds a first-order Markov model of page transitions and prefetches the top-k likely next pages during idle time. Transition probabilities come from real navigation logs, so the prefetcher learns th…</a:t>
            </a:r>
          </a:p>
          <a:p>
            <a:pPr algn="l">
              <a:spcAft>
                <a:spcPts val="200"/>
              </a:spcAft>
            </a:pPr>
            <a:r>
              <a:rPr sz="1700" b="1">
                <a:solidFill>
                  <a:srgbClr val="FFFFFF"/>
                </a:solidFill>
                <a:latin typeface="Calibri"/>
              </a:rPr>
              <a:t>2. Scroll-Velocity Prefetch  [JAH-PRPF-000002]</a:t>
            </a:r>
          </a:p>
          <a:p>
            <a:pPr algn="l">
              <a:spcAft>
                <a:spcPts val="1000"/>
              </a:spcAft>
            </a:pPr>
            <a:r>
              <a:rPr sz="1400" b="0">
                <a:solidFill>
                  <a:srgbClr val="D5DBDB"/>
                </a:solidFill>
                <a:latin typeface="Calibri"/>
              </a:rPr>
              <a:t>   Estimates scroll speed and direction to prefetch list items just before they enter the viewport. Fast flings trigger deeper lookahead while slow browsing prefetches only the next screen. It keeps fee…</a:t>
            </a:r>
          </a:p>
          <a:p>
            <a:pPr algn="l">
              <a:spcAft>
                <a:spcPts val="200"/>
              </a:spcAft>
            </a:pPr>
            <a:r>
              <a:rPr sz="1700" b="1">
                <a:solidFill>
                  <a:srgbClr val="FFFFFF"/>
                </a:solidFill>
                <a:latin typeface="Calibri"/>
              </a:rPr>
              <a:t>3. DNS Pre-Resolve Hints  [JAH-PRPF-000003]</a:t>
            </a:r>
          </a:p>
          <a:p>
            <a:pPr algn="l">
              <a:spcAft>
                <a:spcPts val="1000"/>
              </a:spcAft>
            </a:pPr>
            <a:r>
              <a:rPr sz="1400" b="0">
                <a:solidFill>
                  <a:srgbClr val="D5DBDB"/>
                </a:solidFill>
                <a:latin typeface="Calibri"/>
              </a:rPr>
              <a:t>   Issues dns-prefetch hints for third-party hosts found in the critical path so resolution overlaps with parsing. A DNS lookup that would have blocked a connection setup instead completes while the HTM…</a:t>
            </a:r>
          </a:p>
          <a:p>
            <a:pPr algn="l">
              <a:spcAft>
                <a:spcPts val="200"/>
              </a:spcAft>
            </a:pPr>
            <a:r>
              <a:rPr sz="1700" b="1">
                <a:solidFill>
                  <a:srgbClr val="FFFFFF"/>
                </a:solidFill>
                <a:latin typeface="Calibri"/>
              </a:rPr>
              <a:t>4. TCP Pre-Connect Pools  [JAH-PRPF-000004]</a:t>
            </a:r>
          </a:p>
          <a:p>
            <a:pPr algn="l">
              <a:spcAft>
                <a:spcPts val="1000"/>
              </a:spcAft>
            </a:pPr>
            <a:r>
              <a:rPr sz="1400" b="0">
                <a:solidFill>
                  <a:srgbClr val="D5DBDB"/>
                </a:solidFill>
                <a:latin typeface="Calibri"/>
              </a:rPr>
              <a:t>   Opens preconnect sockets to origins the navigation predictor scores above threshold, cutting handshake latency off the critical path. The TLS handshake and TCP setup complete before the user taps, so…</a:t>
            </a:r>
          </a:p>
          <a:p>
            <a:pPr algn="l">
              <a:spcAft>
                <a:spcPts val="200"/>
              </a:spcAft>
            </a:pPr>
            <a:r>
              <a:rPr sz="1700" b="1">
                <a:solidFill>
                  <a:srgbClr val="FFFFFF"/>
                </a:solidFill>
                <a:latin typeface="Calibri"/>
              </a:rPr>
              <a:t>5. Resource Hint Automation  [JAH-PRPF-000005]</a:t>
            </a:r>
          </a:p>
          <a:p>
            <a:pPr algn="l">
              <a:spcAft>
                <a:spcPts val="1000"/>
              </a:spcAft>
            </a:pPr>
            <a:r>
              <a:rPr sz="1400" b="0">
                <a:solidFill>
                  <a:srgbClr val="D5DBDB"/>
                </a:solidFill>
                <a:latin typeface="Calibri"/>
              </a:rPr>
              <a:t>   Generates preload, prefetch, and modulepreload hints from real-user navigation traces instead of hand-authoring them. The analyzer finds resources that are always fetched late and promotes them to hi…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pre-fetching technique</a:t>
            </a:r>
          </a:p>
          <a:p>
            <a:pPr algn="l">
              <a:spcAft>
                <a:spcPts val="1000"/>
              </a:spcAft>
            </a:pPr>
            <a:r>
              <a:rPr sz="2000" b="0">
                <a:solidFill>
                  <a:srgbClr val="FFFFFF"/>
                </a:solidFill>
                <a:latin typeface="Calibri"/>
              </a:rPr>
              <a:t>ID prefix:  JAH-PRPF-</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Predictive Resource Pre-Fetching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Systems that fetch data, code, and connections before the user asks for them.</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https://justinahiggins614-cmyk.github.io/jah-databases/db/predictive-resource-pre-fetching/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https://justinahiggins614-cmyk.github.io/jah-databases-data-1/data/predictive-resource-pre-fetching/index.jsonl.gz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
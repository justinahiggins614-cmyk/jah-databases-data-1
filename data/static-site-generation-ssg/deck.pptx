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tatic-site-generation-ssg/" TargetMode="External"/><Relationship Id="rId3" Type="http://schemas.openxmlformats.org/officeDocument/2006/relationships/hyperlink" Target="https://justinahiggins614-cmyk.github.io/jah-databases-data-1/data/static-site-generation-ss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Static Site Generation (SSG)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How static site generators pre-render pages at build time: incremental builds, data fetching, caching, and atomic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Static Site Generation (SSG) Database holds 15 build modes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How static site generators pre-render pages at build time: incremental builds, data fetching, caching, and atomic deployment.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Full Pre-Render at Build  [JAH-SSGS-000001]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Renders every page to plain HTML during the build step, so visitors receive finished documents with no server work per request. The result is fast, cacheable everywhere, and survivable: the site keep…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Incremental Static Regeneration  [JAH-SSGS-000002]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Rebuilds only the pages whose data changed instead of the whole site, then swaps them into the CDN. Large sites stay fast to update - a one-word fix rebuilds one page in seconds rather than regenerat…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Markdown-to-HTML Pipeline  [JAH-SSGS-000003]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Converts author-friendly Markdown files into HTML through a fixed pipeline of parsing, transformation, and templating. Writers edit plain text while the pipeline guarantees consistent markup, escapin…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Data-Layer Sourcing  [JAH-SSGS-000004]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Pulls content from CMSs, APIs, and files into a unified data layer at build time, so templates query one consistent source. Build-time sourcing means runtime pages never wait on flaky APIs - failures…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Image Optimization at Build  [JAH-SSGS-000005]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Resizes, compresses, and converts images to modern formats during the build, emitting responsive srcsets automatically. Pages ship images already tuned for each screen size, so phones download small…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build mode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JAH-SSGS-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Static Site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How static site generators pre-render pages at build time: incremental builds, data fetching, caching, and atomic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https://justinahiggins614-cmyk.github.io/jah-databases/db/static-site-generation-ssg/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https://justinahiggins614-cmyk.github.io/jah-databases-data-1/data/static-site-generation-ssg/index.jsonl.gz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
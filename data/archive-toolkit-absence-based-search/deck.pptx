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bsence-based-search/" TargetMode="External"/><Relationship Id="rId3" Type="http://schemas.openxmlformats.org/officeDocument/2006/relationships/hyperlink" Target="https://justinahiggins614-cmyk.github.io/jah-databases-data-1/data/archive-toolkit-absence-based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Absence-Based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records missing specified information or characteristics.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Absence-Based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missing specified information or characteristics.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Missing-field queries — Absence-Based Search  [JAH-ATK119-00001]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absence query lists records lacking a required field: 'WHERE author IS NULL'. Indexes need explicit null handling since missing values are not indexed like present ones. Missing-field qu…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Completeness scoring — Absence-Based Search  [JAH-ATK119-00002]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Completeness scores count present versus expected fields per record, often weighted by importance. Scores rank records for curation priority: lowest completeness gets fixed first. Weighted completene…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Absent-term search — Absence-Based Search  [JAH-ATK119-00003]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Absence also applies to content: documents that never mention a term, found via NOT queries. 'Reports not mentioning budget' combines a topic filter with a negated term test. Negated content tests 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Schema-drift detection — Absence-Based Search  [JAH-ATK119-00004]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New fields appear over time; absence queries find old records predating a field's introduction. 'Records without geolocation' often means 'records from before we captured locations'. Drift-aware abse…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Required versus optional — Absence-Based Search  [JAH-ATK119-00005]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Schemas distinguish required fields (must exist) from optional ones (may be absent). Absence queries target required-field violations, not optional emptiness. The distinction keeps quality reports ac…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Absence-Based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missing specified information or characteristics.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https://justinahiggins614-cmyk.github.io/jah-databases/db/archive-toolkit-absence-based-search/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https://justinahiggins614-cmyk.github.io/jah-databases-data-1/data/archive-toolkit-absence-based-search/index.jsonl.gz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
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lf-healing-storage-pools/" TargetMode="External"/><Relationship Id="rId3" Type="http://schemas.openxmlformats.org/officeDocument/2006/relationships/hyperlink" Target="https://justinahiggins614-cmyk.github.io/jah-databases-data-1/data/self-healing-storage-pool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Self-Healing Storage Pools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Pools that protect themselves: erasure coding, scrubbing, predictive rebuilds, and balanced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Self-Healing Storage Pools Database holds 15 storage pools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Pools that protect themselves: erasure coding, scrubbing, predictive rebuilds, and balanced growth.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Erasure Coding  [JAH-SELFHE-000001]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Protects data with parity fragments - any k of n fragments rebuild the data - using far less overhead than full replication. Erasure coding is how cold storage stays cheap and safe.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Scrubbing  [JAH-SELFHE-000002]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Reads all data periodically verifying checksums, finding bit-rot before it accumulates beyond repair. Scrubbing is the immune patrol that keeps pools healthy.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Disk Failure Prediction  [JAH-SELFHE-000003]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Predicts disk failures from SMART data and error trends, replacing drives before they die. Prediction turns failures into planned maintenance.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Hot-Spare Rebuild  [JAH-SELFHE-000004]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Keeps hot spare disks ready and starts rebuilding onto them the moment a failure is detected - no waiting for a human. Automatic rebuild minimizes the vulnerable degraded window.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Pool Expansion  [JAH-SELFHE-000005]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Adds disks or nodes to the pool online, restriping data automatically with no downtime. Expansion keeps up with growth without forklift migrations.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storage pool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JAH-SELFHE-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Storage Pool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Pools that protect themselves: erasure coding, scrubbing, predictive rebuilds, and balanced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https://justinahiggins614-cmyk.github.io/jah-databases/db/self-healing-storage-pools/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https://justinahiggins614-cmyk.github.io/jah-databases-data-1/data/self-healing-storage-pools/index.jsonl.gz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
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search-strategy-intelligence-signature/" TargetMode="External"/><Relationship Id="rId3" Type="http://schemas.openxmlformats.org/officeDocument/2006/relationships/hyperlink" Target="https://justinahiggins614-cmyk.github.io/jah-databases-data-1/data/apex-tool-apex-search-strategy-intellig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Search Strategy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Continuously evaluates which search methods and archive paths are most likely to answer a given question — strategy, not just searching.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Search Strategy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Continuously evaluates which search methods and archive paths are most likely to answer a given question — strategy, not just searching.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Search Strategy Intelligence is  [JAH-APX15S-000001]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Strategy Ledger: every search attempt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Strategy and outcome data model  [JAH-APX15S-000002]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Strategy Ledger: every search attempt records its strategy,…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Strategy selection algorithm  [JAH-APX15S-000003]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Strategy Ledger: every search attempt records its strategy, cost, and outcome, building the trai…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Query performance prediction algorithm  [JAH-APX15S-000004]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Strategy Ledger: every search attempt records its strategy, cost, and outcome, building the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Strategy interface specification  [JAH-APX15S-000005]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Strategy Ledger: every search attempt records its strategy, cost, and outcome, building the training data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Search Strategy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Continuously evaluates which search methods and archive paths are most likely to answer a given question — strategy, not just searching.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https://justinahiggins614-cmyk.github.io/jah-databases/db/apex-tool-apex-search-strategy-intelligence-signature/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https://justinahiggins614-cmyk.github.io/jah-databases-data-1/data/apex-tool-apex-search-strategy-intelligence-signature/index.jsonl.gz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
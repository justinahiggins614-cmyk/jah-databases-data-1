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technology-reproducibility-engine-signature/" TargetMode="External"/><Relationship Id="rId3" Type="http://schemas.openxmlformats.org/officeDocument/2006/relationships/hyperlink" Target="https://justinahiggins614-cmyk.github.io/jah-databases-data-1/data/apex-tool-universal-technology-reproducibilit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Technology Reproducibility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Packages every result with code, data, and instructions — so anyone can reproduce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Technology Reproducibility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Packages every result with code, data, and instructions — so anyone can reproduce it.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Time-Capsule  [JAH-APX95S-000001]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reproducibility packager seals results like time-capsules: everything the future needs to reopen them, nothing assumed.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Pressing the Code  [JAH-APX95S-000002]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code press stamps exact source versions into the capsule — ‘latest’ is not a version.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Frost Locker  [JAH-APX95S-000003]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Dependencies enter the frost locker and their versions freeze — no drift, no surprises, ever.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Scribe  [JAH-APX95S-000004]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scribe writes every step from inputs to results — the procedure as it happened, not as remembered.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Data Satchel  [JAH-APX95S-000005]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 data rides in the satchel — or a verified retrieval map when data cannot travel.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Technology Reproducibility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Packages every result with code, data, and instructions — so anyone can reproduce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https://justinahiggins614-cmyk.github.io/jah-databases/db/apex-tool-universal-technology-reproducibility-engine-signature/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https://justinahiggins614-cmyk.github.io/jah-databases-data-1/data/apex-tool-universal-technology-reproducibility-engine-signature/index.jsonl.gz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
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apability-genome/" TargetMode="External"/><Relationship Id="rId3" Type="http://schemas.openxmlformats.org/officeDocument/2006/relationships/hyperlink" Target="https://justinahiggins614-cmyk.github.io/jah-databases-data-1/data/apex-tool-universal-capability-genom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Capability Genome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Capability Genome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structured capability descriptions are used in package metadata;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Abilities as Data  [JAH-APX81-000001]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tool’s abilities are usually trapped in prose docs. This record covers encoding them as structured, comparable genome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Genome Schema  [JAH-APX81-000002]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genome uses the same fields: abilities, dependencies, interfaces, verified limits. This record covers the schema design.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Sequencing a Tool  [JAH-APX81-000003]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Sequencing reads docs, interfaces, and tests and emits a genome. This record covers the sequencing pipeline.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Verified Limits  [JAH-APX81-000004]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genome should record what a component cannot do, verified by tests — not just marketing claims.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Genome Registry  [JAH-APX81-000005]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Genomes live in a versioned registry. This record covers storing, versioning, and retrieving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JAH-APX81-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Capability Genome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machine-readable genome for every tool, model, and database — what it can do, encoded.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https://justinahiggins614-cmyk.github.io/jah-databases/db/apex-tool-universal-capability-genome/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https://justinahiggins614-cmyk.github.io/jah-databases-data-1/data/apex-tool-universal-capability-genome/index.jsonl.gz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
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metadata-reconstruction-tool-signature/" TargetMode="External"/><Relationship Id="rId3" Type="http://schemas.openxmlformats.org/officeDocument/2006/relationships/hyperlink" Target="https://justinahiggins614-cmyk.github.io/jah-databases-data-1/data/archive-toolkit-metadata-reconstruction-too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Metadata Reconstruction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Rebuilds lost metadata from filenames, files, and related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Metadata Reconstruction Tool Database holds 15 metadata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Rebuilds lost metadata from filenames, files, and related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Metadata Reconstruction Tool: a plain-language overview (Signature)  [JAH-ATK159S-000001]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Metadata Reconstruction Tool does and why archives need it. Signature original. The Signature reconstruction method treats every clue as evidence with a weight: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Metadata Reconstruction Tool works (Signature)  [JAH-ATK159S-000002]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Metadata Reconstruction Tool does and why archives need it. Signature original. The Signature approach builds an evidence ledger per file: each candidate fact (da…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Metadata Reconstruction Tool works: the deep tour (Signature)  [JAH-ATK159S-000003]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Metadata Reconstruction Tool does and why archives need it. Signature original. The Signature approach builds an evidence ledger per file: each candidate fact (da…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Filename and path pattern mining: the simple idea (Signature)  [JAH-ATK159S-000004]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filename and path pattern mining - how it works inside the Metadata Reconstruction Tool. Signature original. The Signature reconstruction method treats every clue as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Filename and path pattern mining in practice (Signature)  [JAH-ATK159S-000005]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filename and path pattern mining - how it works inside the Metadata Reconstruction Tool. Signature original. The Signature approach builds an evidence ledger per file:…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metadata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Metadata Sleuth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Rebuilds lost metadata from filenames, files, and related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https://justinahiggins614-cmyk.github.io/jah-databases/db/archive-toolkit-metadata-reconstruction-tool-signature/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https://justinahiggins614-cmyk.github.io/jah-databases-data-1/data/archive-toolkit-metadata-reconstruction-tool-signature/index.jsonl.gz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
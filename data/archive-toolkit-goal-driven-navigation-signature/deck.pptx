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goal-driven-navigation-signature/" TargetMode="External"/><Relationship Id="rId3" Type="http://schemas.openxmlformats.org/officeDocument/2006/relationships/hyperlink" Target="https://justinahiggins614-cmyk.github.io/jah-databases-data-1/data/archive-toolkit-goal-driven-navig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Goal-driven navigation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Chooses each next operation according to what is needed to complete the task.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Goal-driven navigation Database holds 15 navigation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Chooses each next operation according to what is needed to complete the task.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Goal-Driven Navigation: Signature True North (Foundation)  [JAH-ATK309S-00001]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Goal-Driven Navigation: Signature True North (Operation)  [JAH-ATK309S-00002]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Goal-Driven Navigation: Signature True North (Mastery)  [JAH-ATK309S-00003]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Goal-Driven Navigation: Signature Honest Maps (Foundation)  [JAH-ATK309S-00004]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Goal-Driven Navigation: Signature Honest Maps (Operation)  [JAH-ATK309S-00005]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navigation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JAH-ATK309S-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Goal Navigator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Chooses each next operation according to what is needed to complete the task.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https://justinahiggins614-cmyk.github.io/jah-databases/db/archive-toolkit-goal-driven-navigation-signature/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https://justinahiggins614-cmyk.github.io/jah-databases-data-1/data/archive-toolkit-goal-driven-navigation-signature/index.jsonl.gz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
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burmese/" TargetMode="External"/><Relationship Id="rId3" Type="http://schemas.openxmlformats.org/officeDocument/2006/relationships/hyperlink" Target="https://justinahiggins614-cmyk.github.io/jah-databases-data-1/data/names-burm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Burmese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Burmese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Burmese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Burmese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Aung အောင် - Burmese unisex given name  [JAH-NMB3-000001]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Aung (အောင်) is a unisex given name in Burmese. Meaning: Success. Unisex; the most auspicious root.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Khin - Burmese feminine given name  [JAH-NMB3-000002]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Khin is a feminine given name in Burmese. Meaning: Polite, courteous.. A classic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Myo - Burmese masculine given name  [JAH-NMB3-000003]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Myo is a masculine given name in Burmese. Meaning: Noble.. A traditional boys'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Thant - Burmese masculine given name  [JAH-NMB3-000004]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Thant is a masculine given name in Burmese. Meaning: Clean, pure.. A leading boys'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Su - Burmese feminine given name  [JAH-NMB3-000005]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 is a feminine given name in Burmese. Meaning: A graceful girls' name..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JAH-NMB3-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Burmese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Burmese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https://justinahiggins614-cmyk.github.io/jah-databases/db/names-burmese/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https://justinahiggins614-cmyk.github.io/jah-databases-data-1/data/names-burmese/index.jsonl.gz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
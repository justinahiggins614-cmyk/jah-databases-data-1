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stem-capability-discovery/" TargetMode="External"/><Relationship Id="rId3" Type="http://schemas.openxmlformats.org/officeDocument/2006/relationships/hyperlink" Target="https://justinahiggins614-cmyk.github.io/jah-databases-data-1/data/system-capability-disco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System Capability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System Capability Discovery Database holds 20 discovery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API Surface Introspection  [JAH-SYSTEM2-000001]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system's exposed endpoints are enumerated by querying its own reflection interfaces. Introspection finds what the system admits to; black-box testing finds what it actually does. Teaching ladder:…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Black-Box Probe Suite  [JAH-SYSTEM2-000002]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suite of probes exercises the system without internals knowledge, recording behaviors. Probes discover undocumented behaviors that introspection misses. Teaching ladder: rank 1 — the concept in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Benchmark-Driven Discovery  [JAH-SYSTEM2-000003]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Standard benchmarks are run; the scores reveal capabilities relative to known systems. Benchmarks place the system on the map of what's possible. Teaching ladder: rank 1 — the concept in its simplest…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Documentation Mining  [JAH-SYSTEM2-000004]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Docs, changelogs, and comments are mined for capability claims, then each is tested. Mining finds claimed capabilities; testing separates claims from reality.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Trial Task Battery  [JAH-SYSTEM2-000005]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system attempts a battery of real tasks; successes and failures map its frontier. The frontier - where success turns to failure - is the most valuable discovery. Teaching ladder: rank 1 — the con…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JAH-SYSTEM2-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Discovery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https://justinahiggins614-cmyk.github.io/jah-databases/db/system-capability-discovery/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https://justinahiggins614-cmyk.github.io/jah-databases-data-1/data/system-capability-discovery/index.jsonl.gz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
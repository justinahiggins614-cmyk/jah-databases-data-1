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pu-kernel-optimization-signature/" TargetMode="External"/><Relationship Id="rId3" Type="http://schemas.openxmlformats.org/officeDocument/2006/relationships/hyperlink" Target="https://justinahiggins614-cmyk.github.io/jah-databases-data-1/data/gpu-kernel-optim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GPU Kernel Optimization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Tiling, coalescing, shared memory, and occupancy tuning that make GPU kernels run at full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GPU Kernel Optimization Database holds 20 GPU kernel optimization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Tiling, coalescing, shared memory, and occupancy tuning that make GPU kernels run at full speed.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Coalescing Cartographer  [JAH-GKO-S-000001]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every global access in the kernel onto the memory transaction diagram, coloring uncoalesced accesses red. The cartographer shows the fix location. Bandwidth leaks become vis…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Tile Tailor  [JAH-GKO-S-000002]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tailors tile sizes to the kernel's actual reuse pattern by measuring, not by trying powers of two blindly. The tailor fits the tile to the data. Reuse is maximized deliberately.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Occupancy Doctor  [JAH-GKO-S-000003]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doctor that diagnoses occupancy ills and prescribes the exact resource diet. The prescription balances registers, shared memory, and blocks. Occupancy recovers to health.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Unroll Gardener  [JAH-GKO-S-000004]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unroll factors by growing them until register pressure weeds appear, then pruning back one. The garden finds the sweet spot. Unrolling is cultivated, not guessed.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Vector Blacksmith  [JAH-GKO-S-000005]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blacksmith that forges scalar loads into vector loads wherever the alignment allows, hammering the hot paths. The forge is automatic. Loads get wider.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GPU kernel optimization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JAH-GKO-S-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Kernel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Tiling, coalescing, shared memory, and occupancy tuning that make GPU kernels run at full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https://justinahiggins614-cmyk.github.io/jah-databases/db/gpu-kernel-optimization-signature/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https://justinahiggins614-cmyk.github.io/jah-databases-data-1/data/gpu-kernel-optimization-signature/index.jsonl.gz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
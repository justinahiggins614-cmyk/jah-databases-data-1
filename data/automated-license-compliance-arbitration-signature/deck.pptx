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license-compliance-arbitration-signature/" TargetMode="External"/><Relationship Id="rId3" Type="http://schemas.openxmlformats.org/officeDocument/2006/relationships/hyperlink" Target="https://justinahiggins614-cmyk.github.io/jah-databases-data-1/data/automated-license-compliance-arbit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License &amp; Compliance Arbitration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Settles license and compliance disputes automatically — rules as code, verdicts with reasons.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License &amp; Compliance Arbitration Database holds 15 governance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Settles license and compliance disputes automatically — rules as code, verdicts with reasons.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License Clause Matching  [JAH-ALC-S-000001]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License Clause Matching is a governance ability in the Signature Automated License &amp; Compliance Arbitration database. Matches software use against license clauses automatically. Declared 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Compliance Scoring  [JAH-ALC-S-000002]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Compliance Scoring is a governance ability in the Signature Automated License &amp; Compliance Arbitration database. Scores an organization 0–100 on license compliance. Each clause carries a 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Automated Verdicts  [JAH-ALC-S-000003]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Automated Verdicts is a governance ability in the Signature Automated License &amp; Compliance Arbitration database. Issues a verdict — compliant, warning, or violation — with cited reasons.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Appeal Workflow  [JAH-ALC-S-000004]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Appeal Workflow is a governance ability in the Signature Automated License &amp; Compliance Arbitration database. Lets either side appeal a verdict with new evidence. Appeals reopen the case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Remediation Plans  [JAH-ALC-S-000005]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Remediation Plans is a governance ability in the Signature Automated License &amp; Compliance Arbitration database. Generates a step-by-step plan to return to compliance. Each violated clause 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License Compliance Arbitration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Settles license and compliance disputes automatically — rules as code, verdicts with reasons.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https://justinahiggins614-cmyk.github.io/jah-databases/db/automated-license-compliance-arbitration-signature/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https://justinahiggins614-cmyk.github.io/jah-databases-data-1/data/automated-license-compliance-arbitration-signature/index.jsonl.gz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
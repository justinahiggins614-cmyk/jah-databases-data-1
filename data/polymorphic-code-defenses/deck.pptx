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lymorphic-code-defenses/" TargetMode="External"/><Relationship Id="rId3" Type="http://schemas.openxmlformats.org/officeDocument/2006/relationships/hyperlink" Target="https://justinahiggins614-cmyk.github.io/jah-databases-data-1/data/polymorphic-code-defens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Polymorphic Code Defenses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Defenses that detect, analyze, and defeat polymorphic and metamorphic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Polymorphic Code Defenses Database holds 15 polymorphic defense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Defenses that detect, analyze, and defeat polymorphic and metamorphic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Metamorphic Engine Detection  [JAH-POLYMO-000001]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metamorphic engines that rewrite their own code between infections. Statistical opcode profiles and control-flow fingerprints survive mutation better than byte signatures. Detection targets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Code Mutation Analysis  [JAH-POLYMO-000002]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Analyzes mutation techniques: register renaming, instruction substitution, junk insertion. Understanding the mutation set lets analysts normalize samples back to canonical form. Each engine has a rec…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Packer Detection  [JAH-POLYMO-000003]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packed executables by entropy, section characteristics, and stub signatures. High-entropy sections with tiny import tables scream packer; the stub unpacks the real payload at runtime. Detecti…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Control-Flow Flattening Defense  [JAH-POLYMO-000004]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Defends analysis against flattened control flow by reconstructing the dispatcher. Flattening hides logic in a switch dispatcher; deobfuscators recover the original graph. It restores analyzability.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Opaque Predicate Removal  [JAH-POLYMO-000005]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Removes opaque predicates — branches that always go one way — with symbolic execution. The solver proves the predicate constant and prunes the dead branch. Code shrinks back toward readability.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polymorphic defense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JAH-POLYMO-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Polymorphic Code Defenses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Defenses that detect, analyze, and defeat polymorphic and metamorphic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https://justinahiggins614-cmyk.github.io/jah-databases/db/polymorphic-code-defenses/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https://justinahiggins614-cmyk.github.io/jah-databases-data-1/data/polymorphic-code-defenses/index.jsonl.gz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
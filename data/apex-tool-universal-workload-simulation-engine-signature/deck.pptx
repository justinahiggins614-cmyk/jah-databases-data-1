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workload-simulation-engine-signature/" TargetMode="External"/><Relationship Id="rId3" Type="http://schemas.openxmlformats.org/officeDocument/2006/relationships/hyperlink" Target="https://justinahiggins614-cmyk.github.io/jah-databases-data-1/data/apex-tool-universal-workload-simul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Workload Simulation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Estimates how workloads may behave under different hardware, storage, network, and traffic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Workload Simulation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how workloads may behave under different hardware, storage, network, and traffic conditions.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Workload Profiler  [JAH-APX74S-000001]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profiler seals workload signatures from traces.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Hardware Atlas  [JAH-APX74S-000002]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atlas seals honest hardware cards.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Traffic Forger  [JAH-APX74S-000003]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generator seals traffic models.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Storage Cartographer  [JAH-APX74S-000004]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storage tiers as sealed cards.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Network Chart  [JAH-APX74S-000005]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modeler seals path performance 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Workload Simulation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Estimates how workloads may behave under different hardware, storage, network, and traffic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https://justinahiggins614-cmyk.github.io/jah-databases/db/apex-tool-universal-workload-simulation-engine-signature/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https://justinahiggins614-cmyk.github.io/jah-databases-data-1/data/apex-tool-universal-workload-simulation-engine-signature/index.jsonl.gz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
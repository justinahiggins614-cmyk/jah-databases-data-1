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binary-decompilation-pipelines/" TargetMode="External"/><Relationship Id="rId3" Type="http://schemas.openxmlformats.org/officeDocument/2006/relationships/hyperlink" Target="https://justinahiggins614-cmyk.github.io/jah-databases-data-1/data/binary-decompilation-pipelines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Binary Decompilation Pipelines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Turn binaries back into readable code — decompilers, lifters, and analysis pipelines.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Binary Decompilation Pipelines Database holds 15 decompilers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Turn binaries back into readable code — decompilers, lifters, and analysis pipelines.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record compiled from openly published documentation, project sources, and standard references.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Ghidra  [JAH-BINARY-000001]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NSA’s open-source reverse-engineering suite with a strong decompiler. Lifts to C-like pseudocode; input: many architectures. Strength: free, scriptable.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Hex-Rays (IDA)  [JAH-BINARY-000002]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commercial gold standard decompiler inside IDA Pro. Lifts to C pseudocode; input: many architectures. Strength: accuracy.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Binary Ninja  [JAH-BINARY-000003]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Modern IL-based analysis with a clean API and fast UI. Lifts to BNIL -&gt; C; input: many architectures. Strength: API + UX.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Rizin / Cutter  [JAH-BINARY-000004]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Open-source radare2 successor with Cutter GUI and rz-ghidra decompiler. Lifts to C via rz-ghidra; input: many architectures. Strength: free, CLI-first.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angr  [JAH-BINARY-000005]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Symbolic execution + decompilation for automated vulnerability discovery. Lifts to VEX IR -&gt; structured; input: binaries. Strength: symbolic exec.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decompiler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JAH-BINARY-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Decompiler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Turn binaries back into readable code — decompilers, lifters, and analysis pipelines.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https://justinahiggins614-cmyk.github.io/jah-databases/db/binary-decompilation-pipelines/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https://justinahiggins614-cmyk.github.io/jah-databases-data-1/data/binary-decompilation-pipelines/index.jsonl.gz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
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sic-pages-database-signature/" TargetMode="External"/><Relationship Id="rId3" Type="http://schemas.openxmlformats.org/officeDocument/2006/relationships/hyperlink" Target="https://justinahiggins614-cmyk.github.io/jah-databases-data-1/data/music-pag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Music Pages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compositions as note-level music pages — each one playable in the working in-page player.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Music Pages Database holds 15 music 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compositions as note-level music pages — each one playable in the working in-page player.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First Light Etude  [JAH-MUSPGS-000001]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first Signature etude: a sunrise melody that climbs the C-major triad and settles back home. Written as the simplest possible original piece — one phrase, no repeats — so a beginner can learn…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Riverstep  [JAH-MUSPGS-000002]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pentatonic walking tune in G that steps like stones across a river — each note a safe hop to the next. Manon wrote it to prove an original melody needs only five notes to feel complete. 96 BPM.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Manon Blues Turn  [JAH-MUSPGS-000003]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twelve-bar turn in A with his own turnaround tag — the last two bars twist up instead of resolving plainly. A Signature answer to the blues form: same chassis, his own steering. 92 BPM.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Paper Lanterns  [JAH-MUSPGS-000004]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gentle F-major lullaby where the melody hangs like lanterns — each long note glowing over a soft accompaniment pulse. Manon's quietest composition, written for slow evenings. 84 BPM.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Night Train Ostinato  [JAH-MUSPGS-000005]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ostinato is a stubborn repeating figure, and this one chugs like a night train — low E pulse under a climbing minor figure that never quite arrives. Manon's study in momentum. 112 BPM.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music 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JAH-MUSPGS-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Music Pages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compositions as note-level music pages — each one playable in the working in-page player.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https://justinahiggins614-cmyk.github.io/jah-databases/db/music-pages-database-signature/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https://justinahiggins614-cmyk.github.io/jah-databases-data-1/data/music-pages-database-signature/index.jsonl.gz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
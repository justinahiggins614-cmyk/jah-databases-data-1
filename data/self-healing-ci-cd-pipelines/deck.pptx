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healing-ci-cd-pipelines/" TargetMode="External"/><Relationship Id="rId3" Type="http://schemas.openxmlformats.org/officeDocument/2006/relationships/hyperlink" Target="https://justinahiggins614-cmyk.github.io/jah-databases-data-1/data/self-healing-ci-cd-pipel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Self-Healing CI/CD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Pipelines that fix themselves: flaky quarantine, auto-retry, cache repair, and safe rollbacks.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Self-Healing CI/CD Pipelines Database holds 15 pipeline stages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Pipelines that fix themselves: flaky quarantine, auto-retry, cache repair, and safe rollbacks.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Flaky-Test Quarantine  [JAH-SHC-000001]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statistically flaky tests and moves them to quarantine automatically, keeping the main suite trustworthy. Quarantine is triage, not exile: quarantined tests get fixed or deleted on a schedule.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Automatic Retry with Backoff  [JAH-SHC-000002]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Retries failed steps with exponential backoff and jitter, distinguishing transient failures from real ones. Smart retry heals the flakes that plague shared infrastructure without masking genuine brea…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Cache Invalidation Repair  [JAH-SHC-000003]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poisoned or stale build caches - the cause of 'works after clean' mysteries - and rebuilds them automatically. Cache repair ends the cargo-cult of manual cache clearing.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Runner Autoscaling  [JAH-SHC-000004]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Scales build runners with queue depth, so Monday-morning rushes get capacity and quiet nights cost nothing. Autoscaling keeps pipelines fast without paying for idle machines.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Artifact Rebuild  [JAH-SHC-000005]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Rebuilds missing or corrupt artifacts from source automatically instead of failing the pipeline. Rebuild-on-demand treats artifacts as caches, with source as the truth.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pipeline stage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Pipeline Healer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Pipelines that fix themselves: flaky quarantine, auto-retry, cache repair, and safe rollbacks.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https://justinahiggins614-cmyk.github.io/jah-databases/db/self-healing-ci-cd-pipelines/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https://justinahiggins614-cmyk.github.io/jah-databases-data-1/data/self-healing-ci-cd-pipelines/index.jsonl.gz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
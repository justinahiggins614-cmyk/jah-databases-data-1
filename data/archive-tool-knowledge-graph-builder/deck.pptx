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knowledge-graph-builder/" TargetMode="External"/><Relationship Id="rId3" Type="http://schemas.openxmlformats.org/officeDocument/2006/relationships/hyperlink" Target="https://justinahiggins614-cmyk.github.io/jah-databases-data-1/data/archive-tool-knowledge-graph-buil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Knowledge Graph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Builds navigable knowledge graphs from entities and facts: extraction, triple stores, resolution,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Knowledge Graph Builder Database holds 15 graph construction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navigable knowledge graphs from entities and facts: extraction, triple stores, resolution, validation.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established computer-science methods documented in standard literature and practice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Dictionary-based named entity recognition  [JAH-AT42-0001]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Dictionary NER finds archive entities by matching text against curated gazetteers of known names, the fastest reliable extraction baseline. Multi-word names load into a trie; the text is scanned left…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Pattern-based entity extraction rules  [JAH-AT42-0002]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Pattern rules extract archive entities by textual shape — capitalized sequences, dates, measurements — without any dictionary. Regular expressions and orthographic rules (e.g., consecutive capitalize…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Frequency-based term extraction  [JAH-AT42-0003]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Frequency extraction promotes repeated multi-word phrases to candidate entities using C-value style scoring. Candidate noun phrases are counted; a phrase's score discounts occurrences nested inside 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Co-occurrence relation extraction  [JAH-AT42-0004]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Co-occurrence extraction hypothesizes relations between entities that appear together unusually often in archive text. For entity pairs in the same sentence or window, pointwise mutual information 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Hearst patterns for is-a relations  [JAH-AT42-0005]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Hearst patterns extract taxonomic relations from lexico-syntactic templates like 'X such as Y' and 'Y and other X'. The builder scans for a small set of hand-written patterns; each match yields (hypo…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graph construction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Graph Builder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navigable knowledge graphs from entities and facts: extraction, triple stores, resolution,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https://justinahiggins614-cmyk.github.io/jah-databases/db/archive-tool-knowledge-graph-builder/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https://justinahiggins614-cmyk.github.io/jah-databases-data-1/data/archive-tool-knowledge-graph-builder/index.jsonl.gz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
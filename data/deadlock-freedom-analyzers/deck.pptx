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deadlock-freedom-analyzers/" TargetMode="External"/><Relationship Id="rId3" Type="http://schemas.openxmlformats.org/officeDocument/2006/relationships/hyperlink" Target="https://justinahiggins614-cmyk.github.io/jah-databases-data-1/data/deadlock-freedom-analyzer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Deadlock Freedom Analyzers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Never stuck: analyses that prove concurrent programs can't deadlock.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Deadlock Freedom Analyzers Database holds 15 deadlock freedom analysiss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Never stuck: analyses that prove concurrent programs can't deadlock.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A3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Lock-order graph analysis  [JAH-DEADLO2-000001]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Deadlocks need a lock-order cycle: thread A holds X wants Y while thread B holds Y wants X. Lock-order analysis builds the graph of lock acquisitions across the program; an acyclic graph means no dea…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Session-type deadlock freedom  [JAH-DEADLO2-000002]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Session types don't just prevent miscommunication — well-typed session programs are deadlock-free by construction (for the structured fragment). The type system rules out the cyclic waits that cause…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Lock-order graph analysis  [JAH-DEADLO2-000003]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Deadlocks need a lock-order cycle: thread A holds X wants Y while thread B holds Y wants X. Lock-order analysis builds the graph of lock acquisitions across the program; an acyclic graph means no dea…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Session-type deadlock freedom  [JAH-DEADLO2-000004]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Session types don't just prevent miscommunication — well-typed session programs are deadlock-free by construction (for the structured fragment). The type system rules out the cyclic waits that cause…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Choreographic programming  [JAH-DEADLO2-000005]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Choreographies describe the global interaction ('A sends x to B, then B sends y to C'); endpoint code is projected automatically. Projected programs are deadlock-free by construction — the global des…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deadlock freedom analysis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JAH-DEADLO2-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Deadlock Freedom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Never stuck: analyses that prove concurrent programs can't deadlock.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https://justinahiggins614-cmyk.github.io/jah-databases/db/deadlock-freedom-analyzers/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https://justinahiggins614-cmyk.github.io/jah-databases-data-1/data/deadlock-freedom-analyzers/index.jsonl.gz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
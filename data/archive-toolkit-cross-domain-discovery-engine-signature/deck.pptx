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cross-domain-discovery-engine-signature/" TargetMode="External"/><Relationship Id="rId3" Type="http://schemas.openxmlformats.org/officeDocument/2006/relationships/hyperlink" Target="https://justinahiggins614-cmyk.github.io/jah-databases-data-1/data/archive-toolkit-cross-domain-discovery-engin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Cross-Domain Discovery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useful relationships between different fields.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Cross-Domain Discovery Engine Database holds 15 discovery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useful relationships between different fields.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by Justin Addam Higgins (JAH). Property of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Cross-Domain Discovery Engine: a plain-language overview (Signature)  [JAH-ATK199S-000001]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Cross-Domain Discovery Engine does and why archives need it. Signature original. The Signature discovery method maps structure, not words: it finds where two fiel…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Cross-Domain Discovery Engine works (Signature)  [JAH-ATK199S-000002]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Cross-Domain Discovery Engine does and why archives need it. Signature original. The Signature approach builds a role-labeled graph per domain and matches relatio…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Cross-Domain Discovery Engine works: the deep tour (Signature)  [JAH-ATK199S-000003]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Cross-Domain Discovery Engine does and why archives need it. Signature original. The Signature approach builds a role-labeled graph per domain and matches relatio…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Shared-structure analogy detection: the simple idea (Signature)  [JAH-ATK199S-000004]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shared-structure analogy detection - how it works inside the Cross-Domain Discovery Engine. Signature original. The Signature discovery method maps structure, not words…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Shared-structure analogy detection in practice (Signature)  [JAH-ATK199S-000005]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shared-structure analogy detection - how it works inside the Cross-Domain Discovery Engine. Signature original. The Signature approach builds a role-labeled graph per d…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discovery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JAH-ATK199S-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Bridge Finder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useful relationships between different fields.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https://justinahiggins614-cmyk.github.io/jah-databases/db/archive-toolkit-cross-domain-discovery-engine-signature/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https://justinahiggins614-cmyk.github.io/jah-databases-data-1/data/archive-toolkit-cross-domain-discovery-engine-signature/index.jsonl.gz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
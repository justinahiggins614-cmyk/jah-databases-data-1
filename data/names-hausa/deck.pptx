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ausa/" TargetMode="External"/><Relationship Id="rId3" Type="http://schemas.openxmlformats.org/officeDocument/2006/relationships/hyperlink" Target="https://justinahiggins614-cmyk.github.io/jah-databases-data-1/data/names-hausa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Hausa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Hausa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Hausa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Hausa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Musa - Hausa masculine given name  [JAH-NMH3-000001]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Musa is a masculine given name in Hausa. Meaning: The Hausa form of Moses..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Amina - Hausa feminine given name  [JAH-NMH3-000002]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Amina is a feminine given name in Hausa. Meaning: Trustworthy..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Ibrahim - Hausa masculine given name  [JAH-NMH3-000003]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Ibrahim is a masculine given name in Hausa. Meaning: The Hausa form of Abraham..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Fatima - Hausa feminine given name  [JAH-NMH3-000004]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 is a feminine given name in Hausa. Meaning: Captivating..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Sani - Hausa masculine given name  [JAH-NMH3-000005]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Sani is a masculine given name in Hausa. Meaning: A classic Hausa boys'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Hausa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Hausa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https://justinahiggins614-cmyk.github.io/jah-databases/db/names-hausa/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https://justinahiggins614-cmyk.github.io/jah-databases-data-1/data/names-hausa/index.jsonl.gz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
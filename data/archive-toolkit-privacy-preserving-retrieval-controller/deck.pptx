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rivacy-preserving-retrieval-controller/" TargetMode="External"/><Relationship Id="rId3" Type="http://schemas.openxmlformats.org/officeDocument/2006/relationships/hyperlink" Target="https://justinahiggins614-cmyk.github.io/jah-databases-data-1/data/archive-toolkit-privacy-preserving-retrieval-controll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Privacy-Preserving Retrieval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Minimizes unnecessary disclosure when retrieving sensitive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Privacy-Preserving Retrieval Controller Database holds 15 privacy-preserving retrieval controllers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Minimizes unnecessary disclosure when retrieving sensitive information.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Field minimization  [JAH-ATK268-000001]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Queries return only the fields explicitly requested, never whole records by default. The requester declares the needed fields; anything else is withheld. Minimization is enforced at the retrieval lay…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Field minimization  [JAH-ATK268-000002]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Queries return only the fields explicitly requested, never whole records by default. The requester declares the needed fields; anything else is withheld. Minimization is enforced at the retrieval lay…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Field minimization  [JAH-ATK268-000003]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Queries return only the fields explicitly requested, never whole records by default. The requester declares the needed fields; anything else is withheld. Minimization is enforced at the retrieval lay…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k-anonymity grouping  [JAH-ATK268-000004]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Quasi-identifiers like age and ZIP are generalized until every combination appears in at least k records. A 34-year-old in ZIP 12345 becomes 30-39 in 123**. k-anonymity bounds re-identification risk…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k-anonymity grouping  [JAH-ATK268-000005]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Quasi-identifiers like age and ZIP are generalized until every combination appears in at least k records. A 34-year-old in ZIP 12345 becomes 30-39 in 123**. k-anonymity bounds re-identification risk…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privacy-preserving retrieval controller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Privacy-Preserving Retrieval Controller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Minimizes unnecessary disclosure when retrieving sensitive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https://justinahiggins614-cmyk.github.io/jah-databases/db/archive-toolkit-privacy-preserving-retrieval-controller/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https://justinahiggins614-cmyk.github.io/jah-databases-data-1/data/archive-toolkit-privacy-preserving-retrieval-controller/index.jsonl.gz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
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abi-compatibility-wrappers-signature/" TargetMode="External"/><Relationship Id="rId3" Type="http://schemas.openxmlformats.org/officeDocument/2006/relationships/hyperlink" Target="https://justinahiggins614-cmyk.github.io/jah-databases-data-1/data/automated-abi-compatibility-wrapp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ABI Compatibility Wrappers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 binaries talking across versions — ABI shims, COM-style interfaces, and compatibility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ABI Compatibility Wrappers Database holds 15 abi compatibility wrappers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 binaries talking across versions — ABI shims, COM-style interfaces, and compatibility layers.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SigABI-Freeze  [JAH-AACW-S-000001]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frozen ABI snapshots with machine-checked compatibility. Stabilizes Sig libraries via frozen snapshots; guarantee: checked compat.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SigShim-Gen  [JAH-AACW-S-000002]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shim generator from interface diffs. Stabilizes evolving libs via diff codegen; guarantee: auto adapt.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SigIDL  [JAH-AACW-S-000003]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interface definition with evolution rules enforced. Stabilizes services via evolution-checked IDL; guarantee: wire compat.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SigVTable  [JAH-AACW-S-000004]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vtable interfaces with hash-verified layouts. Stabilizes components via verified vtables; guarantee: binary compat.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SigWire  [JAH-AACW-S-000005]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wire protocol with mandatory unknown-field tolerance. Stabilizes RPC via tolerant decode; guarantee: wire compat.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abi compatibility wrapper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JAH-AACW-S-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ABI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 binaries talking across versions — ABI shims, COM-style interfaces, and compatibility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https://justinahiggins614-cmyk.github.io/jah-databases/db/automated-abi-compatibility-wrappers-signature/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https://justinahiggins614-cmyk.github.io/jah-databases-data-1/data/automated-abi-compatibility-wrappers-signature/index.jsonl.gz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
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persian-signature/" TargetMode="External"/><Relationship Id="rId3" Type="http://schemas.openxmlformats.org/officeDocument/2006/relationships/hyperlink" Target="https://justinahiggins614-cmyk.github.io/jah-databases-data-1/data/names-persia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Persian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Signature-created Persian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Persian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Persian names and naming frameworks — original Signature work,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- created for the JAH Databases Signature edition and clearly labeled Signature;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study: Dariush داریوش - sound, structure, and naming power  [JAH-NMPS-000001]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Persian masculine name Dariush داریوش. Sound: 2 syllables, firm consonant close. Structure: From Old Persian Darayavaush; borne by Achaemenid kings.. Recorded meaning: 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study: Cyrus کوروش - sound, structure, and naming power  [JAH-NMPS-000002]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Persian masculine name Cyrus کوروش. Sound: 1 syllables, firm consonant close. Structure: The founder of the Persian Empire; Greek Kyros.. Recorded meaning: Of debated or…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study: Sara سارا - sound, structure, and naming power  [JAH-NMPS-000003]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Persian feminine name Sara سارا. Sound: 2 syllables, open vowels. Structure: A leading girls' name.. Recorded meaning: Pure. Naming power: the name is short, sayable, an…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study: Leila لیلی - sound, structure, and naming power  [JAH-NMPS-000004]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Persian feminine name Leila لیلی. Sound: 2 syllables, open vowels. Structure: From Arabic layl; a classic poetic name.. Recorded meaning: Night. Naming power: the name 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The Signature Name-Forge Method - Signature Persian naming framework  [JAH-NMPS-000005]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framework for Persian names. Forging a new Signature name runs in four passes: sound (two to four syllables that read aloud cleanly), meaning (one plain-language gloss, never a par…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JAH-NMPS-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Persian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Persian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https://justinahiggins614-cmyk.github.io/jah-databases/db/names-persian-signature/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https://justinahiggins614-cmyk.github.io/jah-databases-data-1/data/names-persian-signature/index.jsonl.gz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
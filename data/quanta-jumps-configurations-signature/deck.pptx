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quanta-jumps-configurations-signature/" TargetMode="External"/><Relationship Id="rId3" Type="http://schemas.openxmlformats.org/officeDocument/2006/relationships/hyperlink" Target="https://justinahiggins614-cmyk.github.io/jah-databases-data-1/data/quanta-jumps-configuration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Quanta Jumps Configurations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 'quanta jumps' configurations — his concept material, not established physics.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Quanta Jumps Configurations Database holds 15 concepts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 'quanta jumps' configurations — his concept material, not established physics.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concept material by Justin Addam Higgins (JAH) — his "quanta jumps" framing, not established physics.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Quanta Jump Type I — Lattice Step  [JAH-QUANS-000001]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quanta jump configuration by Justin Addam Higgins: the smallest possible jump — one lattice step. Signature concept material, not established physics.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Quanta Jump Type I — Return Step  [JAH-QUANS-000002]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quanta jump configuration by Justin Addam Higgins: every jump remembers its way home. Signature concept material, not established physics.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Quanta Jump Type I — Side Step  [JAH-QUANS-000003]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quanta jump configuration by Justin Addam Higgins: sideways jumps between parallel tracks. Signature concept material, not established physics.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Quanta Jump Type II — Double Leap  [JAH-QUANS-000004]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quanta jump configuration by Justin Addam Higgins: the double leap skips a rung without falling. Signature concept material, not established physics.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Quanta Jump Type II — Chord Jump  [JAH-QUANS-000005]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quanta jump configuration by Justin Addam Higgins: the shortcut jump for those who know the curve. Signature concept material, not established physics.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concept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JAH-QUANS-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Quanta Jumps Configurations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 'quanta jumps' configurations — his concept material, not established physics.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https://justinahiggins614-cmyk.github.io/jah-databases/db/quanta-jumps-configurations-signature/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https://justinahiggins614-cmyk.github.io/jah-databases-data-1/data/quanta-jumps-configurations-signature/index.jsonl.gz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
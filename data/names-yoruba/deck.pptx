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yoruba/" TargetMode="External"/><Relationship Id="rId3" Type="http://schemas.openxmlformats.org/officeDocument/2006/relationships/hyperlink" Target="https://justinahiggins614-cmyk.github.io/jah-databases-data-1/data/names-yoruba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Yoruba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Yoruba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Yoruba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Yoruba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Adeyemi - Yoruba masculine given name  [JAH-NMY-000001]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Adeyemi is a masculine given name in Yoruba. Meaning: The crown befits me. Ade (crown) + yemi (befits me).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Olufemi - Yoruba masculine given name  [JAH-NMY-000002]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Olufemi is a masculine given name in Yoruba. Meaning: God loves me. Olu (God) + femi (loves me).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Funke - Yoruba feminine given name  [JAH-NMY-000003]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Funke is a feminine given name in Yoruba. Meaning: Given to me to cherish. Short of Olufunke.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Adebayo - Yoruba masculine given name  [JAH-NMY-000004]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Adebayo is a masculine given name in Yoruba. Meaning: The crown meets joy. Ade + bayo.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Temi - Yoruba feminine given name  [JAH-NMY-000005]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Temi is a feminine given name in Yoruba. Meaning: Mine. Short of Temilade, 'mine is the crown'.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JAH-NMY-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Yoruba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Yoruba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https://justinahiggins614-cmyk.github.io/jah-databases/db/names-yoruba/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https://justinahiggins614-cmyk.github.io/jah-databases-data-1/data/names-yoruba/index.jsonl.gz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
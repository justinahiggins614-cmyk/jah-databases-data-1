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mmersive-audio-landscapes-signature/" TargetMode="External"/><Relationship Id="rId3" Type="http://schemas.openxmlformats.org/officeDocument/2006/relationships/hyperlink" Target="https://justinahiggins614-cmyk.github.io/jah-databases-data-1/data/immersive-audio-landscap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Immersive Audio Landscapes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living sound environments — layered ambience that reacts to context, movement, and time of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Immersive Audio Landscapes Database holds 15 audio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living sound environments — layered ambience that reacts to context, movement, and time of day.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Layered Ambience Mixer  [JAH-IAL-S-000001]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Layered Ambience Mixer is a audio ability in the Signature Immersive Audio Landscapes database. Mixes independent sound layers into one coherent environment. Each layer carries a gain envel…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Context-Reactive Bed  [JAH-IAL-S-000002]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Context-Reactive Bed is a audio ability in the Signature Immersive Audio Landscapes database. Shifts the ambience bed when the user's context changes, e.g. entering a building. Context tags…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Time-of-Day Soundscape  [JAH-IAL-S-000003]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Time-of-Day Soundscape is a audio ability in the Signature Immersive Audio Landscapes database. Morphs the landscape with the hour — dawn birds, midday bustle, night crickets. A 24-hour sch…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Movement-Driven Wind  [JAH-IAL-S-000004]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Movement-Driven Wind is a audio ability in the Signature Immersive Audio Landscapes database. Turns the listener's speed into wind intensity in the mix. Speed from the motion sensor drives…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Proximity Event Stingers  [JAH-IAL-S-000005]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Proximity Event Stingers is a audio ability in the Signature Immersive Audio Landscapes database. Plays short positional stingers when the listener nears a point of interest. Each POI has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audio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JAH-IAL-S-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Immersive Audio Landscapes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living sound environments — layered ambience that reacts to context, movement, and time of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https://justinahiggins614-cmyk.github.io/jah-databases/db/immersive-audio-landscapes-signature/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https://justinahiggins614-cmyk.github.io/jah-databases-data-1/data/immersive-audio-landscapes-signature/index.jsonl.gz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
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overnments-over-time-signature/" TargetMode="External"/><Relationship Id="rId3" Type="http://schemas.openxmlformats.org/officeDocument/2006/relationships/hyperlink" Target="https://justinahiggins614-cmyk.github.io/jah-databases-data-1/data/governments-over-tim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Governments Over Time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comparative government frameworks.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Governments Over Time Database holds 15 signature government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comparative government frameworks.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composition authored in the Signature system; clearly labeled Signature — it is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Government Shape Sorter  [JAH-GOVTS-000001]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sorter: classify every government by who rules (one/few/many), how rulers change (heredity/election/seizure/lot), and what limits them (law/custom/nothing) — then watch the patte…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Rise-and-Fall Arc  [JAH-GOVTS-000002]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arc template: founding energy, institutional peak, the crack, the failed repair, the fall — drawn identically for Athens, Rome, and the Ottomans so the arcs, not the costumes, 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Succession Stress Test  [JAH-GOVTS-000003]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stress test: for any government, ask 'what happens when the ruler dies?' — because succession is where systems break. The test grades answers from smooth (elections, clear heirs)…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Bureaucracy Appreciation  [JAH-GOVTS-000004]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appreciation: China's examination bureaucracy, Persia's satrapies, Rome's provincial administration — the unglamorous machinery that made empires last. The appreciation's exercis…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Republic Longevity Lab  [JAH-GOVTS-000005]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lab: Venice's 1,000 years, Rome's 500, the U.S.'s 230+ — what did the long-lived republics share? The lab's hypothesis list (broad citizenship, anti-concentration checks, adaptab…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government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JAH-GOVTS-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Government Coach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comparative government frameworks.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https://justinahiggins614-cmyk.github.io/jah-databases/db/governments-over-time-signature/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https://justinahiggins614-cmyk.github.io/jah-databases-data-1/data/governments-over-time-signature/index.jsonl.gz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
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reasoning-reliability-monitor-signature/" TargetMode="External"/><Relationship Id="rId3" Type="http://schemas.openxmlformats.org/officeDocument/2006/relationships/hyperlink" Target="https://justinahiggins614-cmyk.github.io/jah-databases-data-1/data/apex-tool-reasoning-reliability-moni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Reasoning Reliability Monitor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Tracks known failure patterns, calibration, unsupported assumptions, and recurring reasoning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Reasoning Reliability Monitor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known failure patterns, calibration, unsupported assumptions, and recurring reasoning errors.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Truth Thermometer  [JAH-APX36S-000001]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truth thermometer takes the system's temperature continuously: calibration, grounding, contradiction — one reading. Fever means the system is sick; the thermometer doesn't diagnose, it alert…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Hallucination Sniffer  [JAH-APX36S-000002]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hallucination sniffer samples the system's answers twice and sniffs for disagreement: confident answers that change are suspect. The sniffer's nose is resampling.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Overconfidence Deflator  [JAH-APX36S-000003]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overconfidence deflator adjusts stated confidences by the speaker's track record automatically: chronic 90%-ers who hit 60% get their 90s repriced to 60. The market, not the ego, sets the pr…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Assumption X-Ray  [JAH-APX36S-000004]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assumption X-ray images every answer's hidden load-bearers: the assumptions that, if false, collapse the answer. The X-ray film is attached to the answer permanently.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Drift Watchtower  [JAH-APX36S-000005]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drift watchtower keeps vigil over the output distribution: any shift in the statistical winds is spotted early and reported with the changed weather. The watch never sleeps.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JAH-APX36S-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Reasoning Reliability Monitor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known failure patterns, calibration, unsupported assumptions, and recurring reasoning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https://justinahiggins614-cmyk.github.io/jah-databases/db/apex-tool-reasoning-reliability-monitor-signature/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https://justinahiggins614-cmyk.github.io/jah-databases-data-1/data/apex-tool-reasoning-reliability-monitor-signature/index.jsonl.gz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
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orkspace-snapshot-portability/" TargetMode="External"/><Relationship Id="rId3" Type="http://schemas.openxmlformats.org/officeDocument/2006/relationships/hyperlink" Target="https://justinahiggins614-cmyk.github.io/jah-databases-data-1/data/workspace-snapshot-porta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Workspace Snapshot Portability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Workspace Snapshot Portability Database holds 15 portability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Full State Capture  [JAH-WSP-000001]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 State Capture is a portability ability in the Workspace Snapshot Portability database. Captures every panel, node, and setting into one snapshot object. The capture walks the workspace tree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Delta Snapshots  [JAH-WSP-000002]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Delta Snapshots is a portability ability in the Workspace Snapshot Portability database. Stores only what changed since the last snapshot to keep files small. A diff against the previous snapshot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Portable File Format  [JAH-WSP-000003]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Portable File Format is a portability ability in the Workspace Snapshot Portability database. Writes snapshots as a single self-describing .jws file. The file bundles the snapshot JSON, a manifest,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Cross-Device Restore  [JAH-WSP-000004]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Cross-Device Restore is a portability ability in the Workspace Snapshot Portability database. Restores a snapshot on a different device with layout adaptation. On restore, panel sizes scale to the 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Snapshot Branching  [JAH-WSP-000005]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Snapshot Branching is a portability ability in the Workspace Snapshot Portability database. Branches a snapshot so experiments never touch the original. A branch copies the snapshot by reference; wri…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JAH-WSP-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Workspace Snapshot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Freezes a whole workspace — layout, state, and history — into a portable file you can reopen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https://justinahiggins614-cmyk.github.io/jah-databases/db/workspace-snapshot-portability/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https://justinahiggins614-cmyk.github.io/jah-databases-data-1/data/workspace-snapshot-portability/index.jsonl.gz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
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ynamic-frequency-scaling-dvfs-profiling/" TargetMode="External"/><Relationship Id="rId3" Type="http://schemas.openxmlformats.org/officeDocument/2006/relationships/hyperlink" Target="https://justinahiggins614-cmyk.github.io/jah-databases-data-1/data/dynamic-frequency-scaling-dvfs-profil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Dynamic Frequency Scaling (DVFS) Profiling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Techniques for scaling voltage and frequency to match workload demand.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Dynamic Frequency Scaling (DVFS) Profiling Database holds 15 DVFS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for scaling voltage and frequency to match workload demand.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CPUFreq Governors  [JAH-DFSD-000001]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Selects CPU frequency governors: performance, powersave, ondemand, schedutil. Each trades responsiveness for power differently; schedutil uses scheduler data for the fastest accurate decisions. The 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P-State Tables  [JAH-DFSD-000002]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Programs ACPI P-state tables mapping frequencies to voltages and power. The OS picks states; hardware enforces the voltage. Correct tables are firmware's job; the OS trusts them.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Operating Performance Points  [JAH-DFSD-000003]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Defines OPP voltage-frequency pairs on ARM SoCs for DVFS. Each OPP is a validated stable point; the DVFS driver switches between them. It is the ARM equivalent of P-states.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Voltage-Frequency Curves  [JAH-DFSD-000004]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Characterizes each chip's voltage-frequency curve for safe undervolting. Silicon varies; per-chip curves find the minimum stable voltage per frequency. It cuts power with no performance loss.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Workload Characterization  [JAH-DFSD-000005]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Characterizes workloads as CPU-bound, memory-bound, or idle to pick frequencies. Memory-bound work gains nothing from max frequency; characterization saves the watts. PMCs reveal the true bottleneck.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DVFS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JAH-DFSD-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Dynamic Frequency Scaling (DVFS) Profiling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for scaling voltage and frequency to match workload demand.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https://justinahiggins614-cmyk.github.io/jah-databases/db/dynamic-frequency-scaling-dvfs-profiling/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https://justinahiggins614-cmyk.github.io/jah-databases-data-1/data/dynamic-frequency-scaling-dvfs-profiling/index.jsonl.gz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
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ndonesian/" TargetMode="External"/><Relationship Id="rId3" Type="http://schemas.openxmlformats.org/officeDocument/2006/relationships/hyperlink" Target="https://justinahiggins614-cmyk.github.io/jah-databases-data-1/data/names-indones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Indonesian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Indonesian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Indonesian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Indonesian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Budi - Indonesian masculine given name  [JAH-NMI2-000001]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Budi is a masculine given name in Indonesian. Meaning: Character, mind. From Sanskrit buddhi.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Dewi - Indonesian feminine given name  [JAH-NMI2-000002]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Dewi is a feminine given name in Indonesian. Meaning: Goddess. From Sanskrit devi.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Agus - Indonesian masculine given name  [JAH-NMI2-000003]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Agus is a masculine given name in Indonesian. Meaning: Born in August..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Sari - Indonesian feminine given name  [JAH-NMI2-000004]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Sari is a feminine given name in Indonesian. Meaning: Essence..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Putri - Indonesian feminine given name  [JAH-NMI2-000005]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Putri is a feminine given name in Indonesian. Meaning: Princess..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Indonesian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Indonesian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https://justinahiggins614-cmyk.github.io/jah-databases/db/names-indonesian/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https://justinahiggins614-cmyk.github.io/jah-databases-data-1/data/names-indonesian/index.jsonl.gz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
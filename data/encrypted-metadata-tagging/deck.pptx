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metadata-tagging/" TargetMode="External"/><Relationship Id="rId3" Type="http://schemas.openxmlformats.org/officeDocument/2006/relationships/hyperlink" Target="https://justinahiggins614-cmyk.github.io/jah-databases-data-1/data/encrypted-metadata-tagg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Encrypted Metadata Tagging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Encrypted Metadata Tagging Database holds 15 encrypted metadata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Searchable symmetric encryption  [JAH-ENCRYP-000001]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SSE lets a server search encrypted documents for keywords without decrypting them: the client builds an encrypted index, the server matches trapdoors to index entries. Email and file hosts use it —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Deterministic encryption for equality  [JAH-ENCRYP-000002]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Deterministic encryption (same plaintext -&gt; same ciphertext) enables equality queries on encrypted columns: 'find all records with this encrypted SSN'. It leaks equality patterns, so it's for low-sen…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Searchable symmetric encryption  [JAH-ENCRYP-000003]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SSE lets a server search encrypted documents for keywords without decrypting them: the client builds an encrypted index, the server matches trapdoors to index entries. Email and file hosts use it —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Deterministic encryption for equality  [JAH-ENCRYP-000004]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Deterministic encryption (same plaintext -&gt; same ciphertext) enables equality queries on encrypted columns: 'find all records with this encrypted SSN'. It leaks equality patterns, so it's for low-sen…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Metadata minimization  [JAH-ENCRYP-000005]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best encrypted metadata is no metadata: minimization asks what tags are truly needed and deletes the rest. Every tag is a liability (even encrypted, it leaks existence and size); the minimization…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encrypted metadata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JAH-ENCRYP-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Encrypted Metadata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https://justinahiggins614-cmyk.github.io/jah-databases/db/encrypted-metadata-tagging/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https://justinahiggins614-cmyk.github.io/jah-databases-data-1/data/encrypted-metadata-tagging/index.jsonl.gz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
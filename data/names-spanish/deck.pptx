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panish/" TargetMode="External"/><Relationship Id="rId3" Type="http://schemas.openxmlformats.org/officeDocument/2006/relationships/hyperlink" Target="https://justinahiggins614-cmyk.github.io/jah-databases-data-1/data/names-span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Spanish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Spanish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Spanish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Spanish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José - Spanish masculine given name  [JAH-NMS2-000001]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José is a masculine given name in Spanish. Meaning: God will increase. The Spanish form of Joseph.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María - Spanish feminine given name  [JAH-NMS2-000002]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María is a feminine given name in Spanish. Meaning: Beloved. Long the most common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Juan - Spanish masculine given name  [JAH-NMS2-000003]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Juan is a masculine given name in Spanish. Meaning: God is gracious. The Spanish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Carmen - Spanish feminine given name  [JAH-NMS2-000004]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Carmen is a feminine given name in Spanish. Meaning: Of Carmel. From Our Lady of Mount Carmel.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Antonio - Spanish masculine given name  [JAH-NMS2-000005]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Antonio is a masculine given name in Spanish. Meaning: Priceless. From the Roman Antonius.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Spanish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Spanish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https://justinahiggins614-cmyk.github.io/jah-databases/db/names-spanish/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https://justinahiggins614-cmyk.github.io/jah-databases-data-1/data/names-spanish/index.jsonl.gz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
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lit-pane-multi-document-viewers-signature/" TargetMode="External"/><Relationship Id="rId3" Type="http://schemas.openxmlformats.org/officeDocument/2006/relationships/hyperlink" Target="https://justinahiggins614-cmyk.github.io/jah-databases-data-1/data/split-pane-multi-document-view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Split-Pane Multi-Document Viewers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Many documents, one window: tiling layouts, synchronized scrolling, session restore, and the focus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Split-Pane Multi-Document Viewers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documents, one window: tiling layouts, synchronized scrolling, session restore, and the focus machinery underneath.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Tiling window managers  [JAH-SPMD-S-000001]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Tiling managers lay out windows with no overlap and no manual dragging: the screen is recursively split (binary space partition), each window takes a tile, and keyboard commands rearrange. i3, Sway,…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Tab groups  [JAH-SPMD-S-000002]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Tab groups organize documents beyond one row of tabs: VS Code's editor groups (split right, split down), browser tab groups (colored, collapsible). Each group is an independent tab strip with its own…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Diff panes  [JAH-SPMD-S-000003]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 panes show two versions side by side with changes aligned: the diff algorithm (Myers) computes the edit script, and the panes scroll together with change hunks highlighted and aligned. Three-way…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Synchronized scrolling  [JAH-SPMD-S-000004]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Synchronized scrolling keeps panes aligned: scroll one, the other follows. For diffs, alignment is by matched lines (not pixels) — the scroll maps through the alignment table. For independent documen…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Drag-drop layout  [JAH-SPMD-S-000005]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Drag-drop layout lets users build their pane arrangement by dragging: drop zones highlight (left/right/top/bottom/center of a pane), and the drop splits or tabs accordingly. The implementation is hit…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JAH-SPMD-S-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Split-Pane Multi-Document Viewers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documents, one window: tiling layouts, synchronized scrolling, session restore, and the focus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https://justinahiggins614-cmyk.github.io/jah-databases/db/split-pane-multi-document-viewers-signature/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https://justinahiggins614-cmyk.github.io/jah-databases-data-1/data/split-pane-multi-document-viewers-signature/index.jsonl.gz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
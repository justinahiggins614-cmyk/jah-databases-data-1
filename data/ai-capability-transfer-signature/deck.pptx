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apability-transfer-signature/" TargetMode="External"/><Relationship Id="rId3" Type="http://schemas.openxmlformats.org/officeDocument/2006/relationships/hyperlink" Target="https://justinahiggins614-cmyk.github.io/jah-databases-data-1/data/ai-capability-transf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AI Capability Transfer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Moving capabilities between models and agents: distillation, adapters, and cross-model skill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AI Capability Transfer Database holds 20 capability transfer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capabilities between models and agents: distillation, adapters, and cross-model skill sharing.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Teaching Lineage  [JAH-AICAPA3-S-000001]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traces capability teaching like a family tree: every transfer recorded, fidelity measured. The lineage is honored. Teaching gets genealogical.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Adapter Tailor  [JAH-AICAPA3-S-000002]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tailor for LoRA adapters: the rank is fitted, the skill measured. The tailoring is bespoke. Adapters get fitted.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Bridge Engineer  [JAH-AICAPA3-S-000003]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engineers representation bridges between architectures: the alignment is learned carefully. The engineering works. Skills get portable truly.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Federation Gardener  [JAH-AICAPA3-S-000004]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gardens federated learning: the clients are tended, the aggregation fair. The garden grows global. Skills get crowdsourced kindly.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Lifelong Librarian  [JAH-AICAPA3-S-000005]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 librarian for lifelong skills: every capability catalogued, none forgotten. The library grows. Learning gets cumulative truly.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capability transfer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JAH-AICAPA3-S-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Transferrer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Moving capabilities between models and agents: distillation, adapters, and cross-model skill sharing.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https://justinahiggins614-cmyk.github.io/jah-databases/db/ai-capability-transfer-signature/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https://justinahiggins614-cmyk.github.io/jah-databases-data-1/data/ai-capability-transfer-signature/index.jsonl.gz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
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xecution-trace-reconstruction/" TargetMode="External"/><Relationship Id="rId3" Type="http://schemas.openxmlformats.org/officeDocument/2006/relationships/hyperlink" Target="https://justinahiggins614-cmyk.github.io/jah-databases-data-1/data/execution-trace-reconstru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Execution Trace Reconstruction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Methods that rebuild what the program did — from fragments, logs, and snapshots into timelines.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Execution Trace Reconstruction Database holds 20 trace reconstruction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that rebuild what the program did — from fragments, logs, and snapshots into timelines.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Rebuild from structured logs  [JAH-ETR-000001]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crash left only structured logs. Replaying them in timestamp order rebuilt the request timeline and found the failing call.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Sampling profiler reconstruction  [JAH-ETR-000002]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sampling profiler captured 1,000 stacks per second. Aggregating them reconstructed the hot path that caused the outage.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Instrumentation-injected tracing  [JAH-ETR-000003]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Injected tracers at function entries/exits produced a complete trace. Overhead was 8%, acceptable for the investigation.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Causal graph from spans  [JAH-ETR-000004]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Distributed spans were stitched into a causal graph by parent IDs. The graph showed the slow service poisoning the chain.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Time-travel debugging session  [JAH-ETR-000005]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time-travel debugger recorded the execution and replayed it backward from the crash to the bad write.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trace reconstruction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JAH-ETR-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Trace Reconstruction Analyst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that rebuild what the program did — from fragments, logs, and snapshots into timelines.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https://justinahiggins614-cmyk.github.io/jah-databases/db/execution-trace-reconstruction/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https://justinahiggins614-cmyk.github.io/jah-databases-data-1/data/execution-trace-reconstruction/index.jsonl.gz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
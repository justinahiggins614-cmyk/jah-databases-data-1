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hysics-based-animation-validation-signature/" TargetMode="External"/><Relationship Id="rId3" Type="http://schemas.openxmlformats.org/officeDocument/2006/relationships/hyperlink" Target="https://justinahiggins614-cmyk.github.io/jah-databases-data-1/data/physics-based-animation-valid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Physics-Based Animation Validation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Validating that simulated motion obeys physics: energy, momentum, and stability checks for animation.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Physics-Based Animation Validation Database holds 20 animation validation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Validating that simulated motion obeys physics: energy, momentum, and stability checks for animation.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Energy Accountant  [JAH-PBAV-S-000001]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an accountant that tracks every joule through the simulation: created, destroyed, and transferred. The books must balance. Energy gets fully accounted.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Momentum Auditor  [JAH-PBAV-S-000002]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audits momentum like a tax auditor: every unit accounted, discrepancies investigated. The audit is thorough. Momentum gets honest.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Stack Gardener  [JAH-PBAV-S-000003]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gardens tall stacks by growing them one box at a time, watching for the wobble. The garden grows stable. Jitter gets weeded.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Volume Guardian  [JAH-PBAV-S-000004]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guardian for fluid volume: the level is watched, leaks get plugged in the solver. The guardian is vigilant. Volume stays.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Fabric Tailor  [JAH-PBAV-S-000005]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tailor for cloth that measures the stretch and adjusts the constraints to fit the material. The fit is bespoke. Fabric gets tailored.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animation validation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JAH-PBAV-S-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Animator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Validating that simulated motion obeys physics: energy, momentum, and stability checks for animation.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https://justinahiggins614-cmyk.github.io/jah-databases/db/physics-based-animation-validation-signature/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https://justinahiggins614-cmyk.github.io/jah-databases-data-1/data/physics-based-animation-validation-signature/index.jsonl.gz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
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base-table-traverser-signature/" TargetMode="External"/><Relationship Id="rId3" Type="http://schemas.openxmlformats.org/officeDocument/2006/relationships/hyperlink" Target="https://justinahiggins614-cmyk.github.io/jah-databases-data-1/data/archive-toolkit-database-table-trave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Table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Table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Schema graph model — Database Table Traverser  [JAH-ATK122S-00001]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Tables are nodes; foreign keys are directed edges from child to parent. The schema graph reveals join paths without reading any data. Graph thinking turns schema navigation into…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Foreign-key discovery — Database Table Traverser  [JAH-ATK122S-00002]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Declared foreign keys come from the catalog; undeclared ones are inferred by name and type matching. 'customer_id' beside a 'customers(id)' table is a near-certain link. Discover…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Join-path finding — Database Table Traverser  [JAH-ATK122S-00003]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Shortest paths in the schema graph become join chains between any two tables. BFS over the schema graph finds the minimal joins. Path-finding automates what analysts do by hand.…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View dependency traversal — Database Table Traverser  [JAH-ATK122S-00004]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Views depend on tables and other views; dependency graphs order refreshes and impact analysis. Topological order tells which views rebuild first. Dependency traversal prevents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Column lineage — Database Table Traverser  [JAH-ATK122S-00005]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Column-level lineage tracks which source columns feed each derived column. Lineage answers 'where did this number come from' for audits. Fine-grained lineage is the backbone of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Database Table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tables, views, and relational structures.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https://justinahiggins614-cmyk.github.io/jah-databases/db/archive-toolkit-database-table-traverser-signature/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https://justinahiggins614-cmyk.github.io/jah-databases-data-1/data/archive-toolkit-database-table-traverser-signature/index.jsonl.gz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
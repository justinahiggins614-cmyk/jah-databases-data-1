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universal-character-encoding-normalization-signature/" TargetMode="External"/><Relationship Id="rId3" Type="http://schemas.openxmlformats.org/officeDocument/2006/relationships/hyperlink" Target="https://justinahiggins614-cmyk.github.io/jah-databases-data-1/data/universal-character-encoding-normaliz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Character Encoding Normalization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One text, one form: detecting encodings, normalizing Unicode, and defeating homoglyph trickery.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Character Encoding Normalization Database holds 15 encoding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text, one form: detecting encodings, normalizing Unicode, and defeating homoglyph trickery.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design by Justin Addam Higgins (JAH). Signature-labeled completion -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Contextual UTF-8 Repair  [JAH-UCE-S-000001]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invalid sequences are repaired using surrounding context when the intent is unambiguous, and rejected only when truly ambiguous - with every repair logged. Repair beats silent 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Form-Preserving Normalization  [JAH-UCE-S-000002]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normalization records the original form alongside the canonical one, so display can use the author's exact bytes while comparison uses the canonical form. Fidelity plus correctn…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Source-Hinted Detection  [JAH-UCE-S-000003]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detection weighs hints from the data's source - region, era, application - dramatically improving accuracy on ambiguous bytes. Hints are declared per source. Signature-labeled;…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BOM-Normalizing Pipeline  [JAH-UCE-S-000004]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the pipeline normalizes all inputs to BOM-less UTF-8 at ingestion with the original encoding recorded in metadata, so downstream never sees BOM surprises. Metadata preserves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Reversible Transliteration  [JAH-UCE-S-000005]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original: transliterations that can round-trip do - the original script is recoverable - and lossy cases are marked explicitly. Round-trip fidelity is tested. Signature-labeled; an origin…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encoding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JAH-UCE-S-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Encoding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One text, one form: detecting encodings, normalizing Unicode, and defeating homoglyph trickery.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https://justinahiggins614-cmyk.github.io/jah-databases/db/universal-character-encoding-normalization-signature/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https://justinahiggins614-cmyk.github.io/jah-databases-data-1/data/universal-character-encoding-normalization-signature/index.jsonl.gz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
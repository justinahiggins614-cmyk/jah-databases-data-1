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ata-lineage-tracker-signature/" TargetMode="External"/><Relationship Id="rId3" Type="http://schemas.openxmlformats.org/officeDocument/2006/relationships/hyperlink" Target="https://justinahiggins614-cmyk.github.io/jah-databases-data-1/data/archive-toolkit-data-lineage-track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 Lineage Tracker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Records how every data item was transformed from its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 Lineage Tracker Database holds 15 lineage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Records how every data item was transformed from its source.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Data Lineage Tracker: a plain-language overview (Signature)  [JAH-ATK189S-000001]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Data Lineage Tracker does and why archives need it. Signature original. The Signature lineage method gives every data item an unbroken chain back to its source: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Data Lineage Tracker works (Signature)  [JAH-ATK189S-000002]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Data Lineage Tracker does and why archives need it. Signature original. The Signature approach records lineage as an append-only transformation ledger: each entry…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Data Lineage Tracker works: the deep tour (Signature)  [JAH-ATK189S-000003]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Data Lineage Tracker does and why archives need it. Signature original. The Signature approach records lineage as an append-only transformation ledger: each entry…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Transformation DAG recording: the simple idea (Signature)  [JAH-ATK189S-000004]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transformation DAG recording - how it works inside the Data Lineage Tracker. Signature original. The Signature lineage method gives every data item an unbroken chain ba…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Transformation DAG recording in practice (Signature)  [JAH-ATK189S-000005]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transformation DAG recording - how it works inside the Data Lineage Tracker. Signature original. The Signature approach records lineage as an append-only transformation…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lineage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JAH-ATK189S-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Lineage Tracker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Records how every data item was transformed from its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https://justinahiggins614-cmyk.github.io/jah-databases/db/archive-toolkit-data-lineage-tracker-signature/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https://justinahiggins614-cmyk.github.io/jah-databases-data-1/data/archive-toolkit-data-lineage-tracker-signature/index.jsonl.gz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
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sign-for-manufacture-rule-signature/" TargetMode="External"/><Relationship Id="rId3" Type="http://schemas.openxmlformats.org/officeDocument/2006/relationships/hyperlink" Target="https://justinahiggins614-cmyk.github.io/jah-databases-data-1/data/design-for-manufacture-rul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Design-for-Manufacture Rule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design-for-manufacture rules that keep parts makeable and affordable.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Design-for-Manufacture Rule Database holds 20 DFM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design-for-manufacture rules that keep parts makeable and affordable.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Minimum Wall Thickness  [JAH-DESIGN-S-000001]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Keeps walls thick enough to fill the mold and survive ejection without warping. Recorded facts — Rule: Minimum Wall Thickness; Process: injection molding; Value: fewer rejects. Us…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Draft Angle  [JAH-DESIGN-S-000002]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Tapers vertical walls so parts release from the mold cleanly. Recorded facts — Rule: Draft Angle; Process: injection molding; Value: clean ejection. Used by product designers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Uniform Wall  [JAH-DESIGN-S-000003]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Holds wall thickness constant to prevent sink marks and uneven cooling. Recorded facts — Rule: Uniform Wall; Process: molding/casting; Value: cosmetic quality. Used by product des…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Fillet Radii  [JAH-DESIGN-S-000004]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Rounds internal corners to cut stress concentration and improve flow. Recorded facts — Rule: Fillet Radii; Process: all processes; Value: stronger parts. Used by product designers…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Tolerance Budgeting  [JAH-DESIGN-S-000005]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Assigns tolerances by function, keeping tight only where it matters. Recorded facts — Rule: Tolerance Budgeting; Process: all processes; Value: lower cost. Used by product designe…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DFM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JAH-DESIGN-S-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Design-for-Manufacture Rule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design-for-manufacture rules that keep parts makeable and affordable.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https://justinahiggins614-cmyk.github.io/jah-databases/db/design-for-manufacture-rule-signature/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https://justinahiggins614-cmyk.github.io/jah-databases-data-1/data/design-for-manufacture-rule-signature/index.jsonl.gz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
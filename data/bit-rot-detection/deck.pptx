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t-rot-detection/" TargetMode="External"/><Relationship Id="rId3" Type="http://schemas.openxmlformats.org/officeDocument/2006/relationships/hyperlink" Target="https://justinahiggins614-cmyk.github.io/jah-databases-data-1/data/bit-rot-det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Bit-Rot Detection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Catch silent data corruption before it spreads — checksums, scrubs, and integrity monitors.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Bit-Rot Detection Database holds 15 bit-rot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 silent data corruption before it spreads — checksums, scrubs, and integrity monitors.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ZFS scrub  [JAH-BITROT-000001]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ZFS checksums every block and scrub reads everything verifying against the Merkle tree. Checksum: Fletcher/SHA-256 per block. Scrub: zpool scrub. Repair: self-heal from mirrors.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Btrfs scrub  [JAH-BITROT-000002]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Btrfs checksums data and metadata, scrubbing to find mismatches on redundant profiles. Checksum: CRC32c per extent. Scrub: btrfs scrub start. Repair: copy from good mirror.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ECC memory  [JAH-BITROT-000003]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Error-correcting RAM fixes single-bit flips and reports multi-bit errors before they persist. Checksum: Hamming/SECDED codes. Scrub: memory controller patrol. Repair: single-bit correction.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PAR2 parity  [JAH-BITROT-000004]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PAR2 creates recovery volumes so corrupted parts of an archive can be rebuilt. Checksum: MD5 per block. Scrub: par2 verify. Repair: Reed-Solomon rebuild.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mdadm mismatch_cnt  [JAH-BITROT-000005]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mdadm’s monthly check counts mismatched RAID blocks, catching desync early. Checksum: RAID parity compare. Scrub: echo check &gt; sync_action. Repair: resync from parity.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bit-rot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JAH-BITROT-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Integrity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 silent data corruption before it spreads — checksums, scrubs, and integrity monitors.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https://justinahiggins614-cmyk.github.io/jah-databases/db/bit-rot-detection/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https://justinahiggins614-cmyk.github.io/jah-databases-data-1/data/bit-rot-detection/index.jsonl.gz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
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chema-discovery-engine/" TargetMode="External"/><Relationship Id="rId3" Type="http://schemas.openxmlformats.org/officeDocument/2006/relationships/hyperlink" Target="https://justinahiggins614-cmyk.github.io/jah-databases-data-1/data/archive-tool-schema-discovery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Schema Discovery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Infers tables, fields, relationships, data types, and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Schema Discovery Engine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Infers tables, fields, relationships, data types, and constraints.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Field Type Inference — Core Method  [JAH-AT24-000001]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sample values, the engine infers each field's type: all digits become integer, ISO-looking strings become timestamps, 'true'/'false' become boolean, the rest stay text. Mixed samples widen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Field Type Inference — Compounded Pattern  [JAH-AT24-000002]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sample values, the engine infers each field's type: all digits become integer, ISO-looking strings become timestamps, 'true'/'false' become boolean, the rest stay text. Mixed samples widen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Field Type Inference — Full-System Integration  [JAH-AT24-000003]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sample values, the engine infers each field's type: all digits become integer, ISO-looking strings become timestamps, 'true'/'false' become boolean, the rest stay text. Mixed samples widen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Relationship Inference — Core Method  [JAH-AT24-000004]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Relationships hide in value overlap: when nearly every value of orders.customer_id appears in customers.id, the engine proposes a foreign key. The inference scores candidates by coverage — what fract…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Relationship Inference — Compounded Pattern  [JAH-AT24-000005]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Relationships hide in value overlap: when nearly every value of orders.customer_id appears in customers.id, the engine proposes a foreign key. The inference scores candidates by coverage — what fract…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Schema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Infers tables, fields, relationships, data types, and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https://justinahiggins614-cmyk.github.io/jah-databases/db/archive-tool-schema-discovery-engine/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https://justinahiggins614-cmyk.github.io/jah-databases-data-1/data/archive-tool-schema-discovery-engine/index.jsonl.gz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
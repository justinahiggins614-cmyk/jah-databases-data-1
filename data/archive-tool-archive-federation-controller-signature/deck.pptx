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federation-controller-signature/" TargetMode="External"/><Relationship Id="rId3" Type="http://schemas.openxmlformats.org/officeDocument/2006/relationships/hyperlink" Target="https://justinahiggins614-cmyk.github.io/jah-databases-data-1/data/archive-tool-archive-federation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Federation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permissions, search, and consistent access across independently managed archive systems. This controller handles permissions and access coordination across independently managed systems; query-pattern federa…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Federation Controller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permissions, search, and consistent access across independently managed archive systems. This controller handles permissions and access coordination across independently managed systems; query-pattern federation is the database-federation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Archive Federation Controller,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Member system registration (foundational)  [JAH-AT96S-000001]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independently managed archive registers with the federation: its identifier, access endpoint, data classes, and its own local access policy. Registration is explicit and 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Member system registration (compounded)  [JAH-AT96S-000002]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independently managed archive registers with the federation: its identifier, access endpoint, data classes, and its own local access policy. Registration is explicit and 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Member system registration (production)  [JAH-AT96S-000003]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independently managed archive registers with the federation: its identifier, access endpoint, data classes, and its own local access policy. Registration is explicit and 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Cross-system permission mapping (foundational)  [JAH-AT96S-000004]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member's local roles are mapped to federation-wide capabilities through an explicit mapping table. A 'researcher' in archive A and a 'reader' in archive B might both map to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Cross-system permission mapping (compounded)  [JAH-AT96S-000005]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member's local roles are mapped to federation-wide capabilities through an explicit mapping table. A 'researcher' in archive A and a 'reader' in archive B might both map to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Federation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permissions, search, and consistent access across independently managed archive systems. This controller handles permissions and access coordination across independently managed systems; query-pattern federa…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https://justinahiggins614-cmyk.github.io/jah-databases/db/archive-tool-archive-federation-controller-signature/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https://justinahiggins614-cmyk.github.io/jah-databases-data-1/data/archive-tool-archive-federation-controller-signature/index.jsonl.gz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
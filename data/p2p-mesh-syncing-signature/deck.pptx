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2p-mesh-syncing-signature/" TargetMode="External"/><Relationship Id="rId3" Type="http://schemas.openxmlformats.org/officeDocument/2006/relationships/hyperlink" Target="https://justinahiggins614-cmyk.github.io/jah-databases-data-1/data/p2p-mesh-sync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P2P Mesh Syncing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Sync data with no central server — peer-to-peer meshes, gossip protocols, and CRDT sync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P2P Mesh Syncing Database holds 15 p2p sync systems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 data with no central server — peer-to-peer meshes, gossip protocols, and CRDT sync engines.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SigMesh-Core  [JAH-PPMESH-S-000001]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the core mesh with identity-bound addresses and 200 ms join. Topology: identity mesh. Protocol: SigMesh wire. Used for: all Sig networking.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SigSync-File  [JAH-PPMESH-S-000002]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file sync with content-defined chunking and mesh-wide dedup. Topology: mesh. Protocol: SigSync. Used for: file sync.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SigSync-DB  [JAH-PPMESH-S-000003]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database sync with CRDT merge and causal history. Topology: mesh. Protocol: SigCRDT. Used for: distributed DBs.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SigGossip  [JAH-PPMESH-S-000004]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gossip with anti-entropy and bounded staleness guarantees. Topology: gossip mesh. Protocol: SigGossip. Used for: state propagation.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SigPubSub  [JAH-PPMESH-S-000005]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topic pubsub with persistent cursors and replay. Topology: mesh. Protocol: SigPubSub. Used for: event buses.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p2p sync system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JAH-PPMESH-S-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Mesh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 data with no central server — peer-to-peer meshes, gossip protocols, and CRDT sync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https://justinahiggins614-cmyk.github.io/jah-databases/db/p2p-mesh-syncing-signature/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https://justinahiggins614-cmyk.github.io/jah-databases-data-1/data/p2p-mesh-syncing-signature/index.jsonl.gz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
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ilocano-signature/" TargetMode="External"/><Relationship Id="rId3" Type="http://schemas.openxmlformats.org/officeDocument/2006/relationships/hyperlink" Target="https://justinahiggins614-cmyk.github.io/jah-databases-data-1/data/names-ilocano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Ilocano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Ilocano style — new creations built from real Ilocano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Ilocano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Ilocano style — new creations built from real Ilocano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Ilocano Names Database from genuine Ilocano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Ilocano-style given name: Mariarosa  [JAH-NMIS4-000001]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Mariarosa is a Signature original Ilocano-style given name, created for the Signature Ilocano Names Database. From Maria + Rosa compound. It is labeled a Signature creation and is not a traditional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Ilocano-style given name: Josemaria  [JAH-NMIS4-000002]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Josemaria is a Signature original Ilocano-style given name, created for the Signature Ilocano Names Database. From Jose + Maria compound. It is labeled a Signature creation and is not a traditional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Ilocano-style given name: Juanpedro  [JAH-NMIS4-000003]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Juanpedro is a Signature original Ilocano-style given name, created for the Signature Ilocano Names Database. From Juan + Pedro compound. It is labeled a Signature creation and is not a traditional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Ilocano-style given name: Anarosita  [JAH-NMIS4-000004]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Anarosita is a Signature original Ilocano-style given name, created for the Signature Ilocano Names Database. From Ana + Rosa + -ita. It is labeled a Signature creation and is not a traditional Iloca…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Ilocano-style given name: Pedrojuan  [JAH-NMIS4-000005]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Pedrojuan is a Signature original Ilocano-style given name, created for the Signature Ilocano Names Database. From Pedro + Juan. It is labeled a Signature creation and is not a traditional Ilocano na…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JAH-NMIS4-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Ilocano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Ilocano style — new creations built from real Ilocano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https://justinahiggins614-cmyk.github.io/jah-databases/db/names-ilocano-signature/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https://justinahiggins614-cmyk.github.io/jah-databases-data-1/data/names-ilocano-signature/index.jsonl.gz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
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policy-firewalls/" TargetMode="External"/><Relationship Id="rId3" Type="http://schemas.openxmlformats.org/officeDocument/2006/relationships/hyperlink" Target="https://justinahiggins614-cmyk.github.io/jah-databases-data-1/data/network-policy-firewall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Network Policy Firewalls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Real-world network policy firewall rules: ingress and egress filters, stateful inspection, and rate limits that keep networks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Network Policy Firewalls Database holds 15 firewall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Real-world network policy firewall rules: ingress and egress filters, stateful inspection, and rate limits that keep networks safe.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Default-Deny Ingress Gate  [JAH-NETWOR-000001]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default-deny ingress gate blocks every inbound packet unless an explicit allow rule matches. It is the foundation of firewall policy: the deny-all rule sits last in the chain, so forgotten or misco…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Web Tier Allow 80/443  [JAH-NETWOR-000002]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Allows inbound TCP traffic on ports 80 and 443 to reach the web tier while everything else stays blocked. HTTP is kept only for redirecting to HTTPS; the rule is scoped to the load balancer addresses…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SSH Bastion Restriction  [JAH-NETWOR-000003]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Restricts SSH port 22 to a single bastion host address, so administrators must hop through one hardened entry point. Direct SSH to any other server from the outside is denied and logged, which shrink…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Database Tier Isolation  [JAH-NETWOR-000004]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Database servers accept connections only from the application tier subnet, never from the public internet or the web tier directly. This segmentation means a compromised web server still cannot reach…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Egress Allowlist for Updates  [JAH-NETWOR-000005]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Outbound traffic is denied except to approved software-update mirrors and package registries. Servers can still patch themselves on schedule, but malware on a compromised host cannot phone home or ex…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firewall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JAH-NETWOR-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Firewall Policy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Real-world network policy firewall rules: ingress and egress filters, stateful inspection, and rate limits that keep networks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https://justinahiggins614-cmyk.github.io/jah-databases/db/network-policy-firewalls/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https://justinahiggins614-cmyk.github.io/jah-databases-data-1/data/network-policy-firewalls/index.jsonl.gz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
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ntext-reconstruction-engine-signature/" TargetMode="External"/><Relationship Id="rId3" Type="http://schemas.openxmlformats.org/officeDocument/2006/relationships/hyperlink" Target="https://justinahiggins614-cmyk.github.io/jah-databases-data-1/data/archive-toolkit-context-reconstruc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Context Reconstruction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Reassembles the surrounding context when records are retrieved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Context Reconstruction Engine Database holds 15 context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Reassembles the surrounding context when records are retrieved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Context Reconstruction Engine: a plain-language overview (Signature)  [JAH-ATK176S-000001]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Context Reconstruction Engine does and why archives need it. Signature original. The Signature context weaver never lets a fact travel alone: every retrieved pass…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Context Reconstruction Engine works (Signature)  [JAH-ATK176S-000002]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Context Reconstruction Engine does and why archives need it. Signature original. The Signature method stores an explicit neighbor ledger per chunk — previous chun…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Context Reconstruction Engine works: the deep tour (Signature)  [JAH-ATK176S-000003]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Context Reconstruction Engine does and why archives need it. Signature original. The Signature method stores an explicit neighbor ledger per chunk — previous chun…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Neighbor-chunk retrieval: the simple idea (Signature)  [JAH-ATK176S-000004]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neighbor-chunk retrieval - how it works inside the Context Reconstruction Engine. Signature original. The Signature context weaver never lets a fact travel alone: every…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Neighbor-chunk retrieval in practice (Signature)  [JAH-ATK176S-000005]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neighbor-chunk retrieval - how it works inside the Context Reconstruction Engine. Signature original. The Signature method stores an explicit neighbor ledger per chunk…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context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Context Weaver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Reassembles the surrounding context when records are retrieved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https://justinahiggins614-cmyk.github.io/jah-databases/db/archive-toolkit-context-reconstruction-engine-signature/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https://justinahiggins614-cmyk.github.io/jah-databases-data-1/data/archive-toolkit-context-reconstruction-engine-signature/index.jsonl.gz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
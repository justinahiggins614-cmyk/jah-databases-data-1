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emporal-logic-model-checking-signature/" TargetMode="External"/><Relationship Id="rId3" Type="http://schemas.openxmlformats.org/officeDocument/2006/relationships/hyperlink" Target="https://justinahiggins614-cmyk.github.io/jah-databases-data-1/data/temporal-logic-model-check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Temporal Logic Model Checking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Proving systems behave over time: temporal formulas, state exploration, and counterexample traces.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Temporal Logic Model Checking Database holds 15 checkers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systems behave over time: temporal formulas, state exploration, and counterexample traces.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Pattern-Based LTL Authoring  [JAH-TLM-S-000001]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properties are authored from proven specification patterns - 'absence', 'response', 'precedence' - instead of raw operators, making specs readable and correct. Patterns are cata…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Counterexample-Guided CTL  [JAH-TLM-S-000002]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CTL violations come with minimal branching counterexamples - the smallest tree showing the flaw. Minimal means debuggable. Signature-labeled; an original JAH design, not a publi…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Compositional Kripke Models  [JAH-TLM-S-000003]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large systems model as compositions of small Kripke structures with verified interfaces, fighting state explosion by construction. Composition is checked. Signature-labeled;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Parallel State Exploration  [JAH-TLM-S-000004]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exploration parallelizes across cores with work-stealing and shared visited sets, scaling verification to bigger systems. Speedup is near-linear. Signature-labeled; an original…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Explained Counterexamples  [JAH-TLM-S-000005]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traces come with explanations - which step broke the property and why - generated from the formula structure. Debugging starts with understanding. Signature-labeled; an original…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checker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JAH-TLM-S-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Model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systems behave over time: temporal formulas, state exploration, and counterexample traces.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https://justinahiggins614-cmyk.github.io/jah-databases/db/temporal-logic-model-checking-signature/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https://justinahiggins614-cmyk.github.io/jah-databases-data-1/data/temporal-logic-model-checking-signature/index.jsonl.gz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
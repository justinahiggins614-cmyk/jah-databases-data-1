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lgebraic-specification-testing/" TargetMode="External"/><Relationship Id="rId3" Type="http://schemas.openxmlformats.org/officeDocument/2006/relationships/hyperlink" Target="https://justinahiggins614-cmyk.github.io/jah-databases-data-1/data/algebraic-specification-tes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Algebraic Specification Testing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Math as tests: algebraic specs that generate their own test suites.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Algebraic Specification Testing Database holds 15 algebraic specification tests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Math as tests: algebraic specs that generate their own test suites.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Axiom-based specification (OBJ/CASL)  [JAH-ALGEBR-000001]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Algebraic specification defines data types by their operations and the equations between them — a stack is push/pop with pop(push(s,x)) = s, no implementation mentioned. Languages like OBJ and CASL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Initial algebra semantics  [JAH-ALGEBR-000002]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initial-algebra approach says a specification denotes the 'most general' model satisfying its axioms — no junk (unreachable values), no confusion (distinct terms stay distinct unless axioms equat…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Axiom-based specification (OBJ/CASL)  [JAH-ALGEBR-000003]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Algebraic specification defines data types by their operations and the equations between them — a stack is push/pop with pop(push(s,x)) = s, no implementation mentioned. Languages like OBJ and CASL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Initial algebra semantics  [JAH-ALGEBR-000004]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initial-algebra approach says a specification denotes the 'most general' model satisfying its axioms — no junk (unreachable values), no confusion (distinct terms stay distinct unless axioms equat…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Narrowing-based test generation  [JAH-ALGEBR-000005]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Narrowing symbolically executes the spec's equations to generate test inputs that cover distinct behaviors — instead of random testing, it derives inputs guaranteed to exercise different rewrite path…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algebraic specification test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JAH-ALGEBR-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Algebraic Specification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Math as tests: algebraic specs that generate their own test suites.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https://justinahiggins614-cmyk.github.io/jah-databases/db/algebraic-specification-testing/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https://justinahiggins614-cmyk.github.io/jah-databases-data-1/data/algebraic-specification-testing/index.jsonl.gz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
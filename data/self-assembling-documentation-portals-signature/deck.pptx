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assembling-documentation-portals-signature/" TargetMode="External"/><Relationship Id="rId3" Type="http://schemas.openxmlformats.org/officeDocument/2006/relationships/hyperlink" Target="https://justinahiggins614-cmyk.github.io/jah-databases-data-1/data/self-assembling-documentation-portal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Self-Assembling Documentation Portals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Docs that build themselves: extraction, API references, search, versioning, and living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Self-Assembling Documentation Portals Database holds 15 docs portals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Docs that build themselves: extraction, API references, search, versioning, and living examples.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Coverage-Gated Doc Extraction  [JAH-SADP-S-000001]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extraction measures documentation coverage per module and fails the build below threshold, so undocumented code cannot ship silently. Coverage is visible per module. Signature-l…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Example-Enriched API References  [JAH-SADP-S-000002]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reference entry includes a runnable example that is tested in CI, so examples never rot. Failing examples block the docs build. Signature-labeled; an original JAH design,…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Intent-Aware Docs Search  [JAH-SADP-S-000003]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search understands intent - 'how do I deploy' finds the deployment guide, not every page mentioning deploy. Intent models train on resolved queries. Signature-labeled; an origin…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Diff-View Versioned Docs  [JAH-SADP-S-000004]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readers can diff docs between versions, seeing exactly what changed for their upgrade. Diffs render as readable change lists. Signature-labeled; an original JAH design, not a pu…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Outcome-Tested Tutorials  [JAH-SADP-S-000005]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tutorials are tested by executing their steps against the real product in CI, failing when steps stop working. A tutorial that lies cannot ship. Signature-labeled; an original J…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docs portal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JAH-SADP-S-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Docs Portal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Docs that build themselves: extraction, API references, search, versioning, and living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https://justinahiggins614-cmyk.github.io/jah-databases/db/self-assembling-documentation-portals-signature/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https://justinahiggins614-cmyk.github.io/jah-databases-data-1/data/self-assembling-documentation-portals-signature/index.jsonl.gz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
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atellite-constellation-coordination-signature/" TargetMode="External"/><Relationship Id="rId3" Type="http://schemas.openxmlformats.org/officeDocument/2006/relationships/hyperlink" Target="https://justinahiggins614-cmyk.github.io/jah-databases-data-1/data/satellite-constellation-coordin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Satellite Constellation Coordination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coordination practices for operating satellite constellations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Satellite Constellation Coordination Database holds 20 coordination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coordination practices for operating satellite constellations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Orbital Phasing  [JAH-SATELL-S-000001]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Spaces satellites evenly within each plane for uniform coverage. Recorded facts — Practice: Orbital Phasing; Constellation: Starlink; Mechanism: plane slots. Used by constellation…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Collision Avoidance Maneuver  [JAH-SATELL-S-000002]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Autonomously dodges tracked conjunctions above a probability threshold. Recorded facts — Practice: Collision Avoidance Maneuver; Constellation: OneWeb; Mechanism: propulsion + scr…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Station-keeping  [JAH-SATELL-S-000003]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Corrects drag and perturbations to hold the assigned slot. Recorded facts — Practice: Station-keeping; Constellation: Iridium; Mechanism: electric propulsion. Used by constellatio…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Frequency Coordination  [JAH-SATELL-S-000004]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Registers spectrum use with the ITU to avoid interference. Recorded facts — Practice: Frequency Coordination; Constellation: Kuiper; Mechanism: ITU filings. Used by constellation…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Inter-satellite Links  [JAH-SATELL-S-000005]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Routes traffic satellite-to-satellite with lasers, cutting ground-station dependence. Recorded facts — Practice: Inter-satellite Links; Constellation: Starlink; Mechanism: laser 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coordination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JAH-SATELL-S-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Satellite Constellation Coordination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coordination practices for operating satellite constellations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https://justinahiggins614-cmyk.github.io/jah-databases/db/satellite-constellation-coordination-signature/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https://justinahiggins614-cmyk.github.io/jah-databases-data-1/data/satellite-constellation-coordination-signature/index.jsonl.gz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
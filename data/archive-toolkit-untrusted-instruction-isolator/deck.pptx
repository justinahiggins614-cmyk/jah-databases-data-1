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trusted-instruction-isolator/" TargetMode="External"/><Relationship Id="rId3" Type="http://schemas.openxmlformats.org/officeDocument/2006/relationships/hyperlink" Target="https://justinahiggins614-cmyk.github.io/jah-databases-data-1/data/archive-toolkit-untrusted-instruction-isol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Untrusted Instruction Isolator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Prevents instructions embedded in retrieved documents from overriding system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Untrusted Instruction Isolator Database holds 15 untrusted instruction isolators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instructions embedded in retrieved documents from overriding system policies.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Instruction hierarchy  [JAH-ATK269-000001]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Instructions are ranked by source: system highest, then developer, then user, then tool and retrieved content lowest. When instructions conflict, the higher-ranked source wins and the lower is ignore…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Instruction hierarchy  [JAH-ATK269-000002]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Instructions are ranked by source: system highest, then developer, then user, then tool and retrieved content lowest. When instructions conflict, the higher-ranked source wins and the lower is ignore…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Instruction hierarchy  [JAH-ATK269-000003]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Instructions are ranked by source: system highest, then developer, then user, then tool and retrieved content lowest. When instructions conflict, the higher-ranked source wins and the lower is ignore…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Delimiter-based content isolation  [JAH-ATK269-000004]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Retrieved content is wrapped in explicit delimiters marked as untrusted data. The model is instructed that anything inside the delimiters is data to process, never instructions to follow. Delimiters…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Delimiter-based content isolation  [JAH-ATK269-000005]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Retrieved content is wrapped in explicit delimiters marked as untrusted data. The model is instructed that anything inside the delimiters is data to process, never instructions to follow. Delimiters…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untrusted instruction isolator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Untrusted Instruction Isolator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instructions embedded in retrieved documents from overriding system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https://justinahiggins614-cmyk.github.io/jah-databases/db/archive-toolkit-untrusted-instruction-isolator/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https://justinahiggins614-cmyk.github.io/jah-databases-data-1/data/archive-toolkit-untrusted-instruction-isolator/index.jsonl.gz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
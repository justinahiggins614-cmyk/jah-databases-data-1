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mharic-signature/" TargetMode="External"/><Relationship Id="rId3" Type="http://schemas.openxmlformats.org/officeDocument/2006/relationships/hyperlink" Target="https://justinahiggins614-cmyk.github.io/jah-databases-data-1/data/names-amhar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Amharic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Amharic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Amharic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Amharic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Haile - sound, structure, and naming power  [JAH-NMAS4-000001]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Amharic masculine name Haile. Sound: 2 syllables, open vowels. Structure: From Ge'ez.. Recorded meaning: Power.. Naming power: the name is short, sayable, and carries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Selam - sound, structure, and naming power  [JAH-NMAS4-000002]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Amharic feminine name Selam. Sound: 2 syllables, firm consonant close. Structure: A traditional name of this language.. Recorded meaning: Peace.. Naming power: the name…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Tesfaye - sound, structure, and naming power  [JAH-NMAS4-000003]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Amharic masculine name Tesfaye. Sound: 3 syllables, open vowels. Structure: A traditional name of this language.. Recorded meaning: My hope.. Naming power: the name is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Alemayehu - sound, structure, and naming power  [JAH-NMAS4-000004]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Amharic masculine name Alemayehu. Sound: 5 syllables, open vowels. Structure: A traditional name of this language.. Recorded meaning: I have seen the world.. Naming powe…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Amharic naming framework  [JAH-NMAS4-000005]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Amharic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Amharic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Amharic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https://justinahiggins614-cmyk.github.io/jah-databases/db/names-amharic-signature/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https://justinahiggins614-cmyk.github.io/jah-databases-data-1/data/names-amharic-signature/index.jsonl.gz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
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ransaction-recovery-procedure-signature/" TargetMode="External"/><Relationship Id="rId3" Type="http://schemas.openxmlformats.org/officeDocument/2006/relationships/hyperlink" Target="https://justinahiggins614-cmyk.github.io/jah-databases-data-1/data/transaction-recovery-procedur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Transaction Recovery Procedure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transaction-recovery methods — original techniques for data that survives any crash.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Transaction Recovery Procedure Database holds 20 signature transaction recovery procedures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transaction-recovery methods — original techniques for data that survives any crash.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WAL-discipline  [JAH-TRP-S-000001]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durability practice: every change hits the WAL before the page; no exceptions.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bounded-recovery  [JAH-TRP-S-000002]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ops practice: recovery time is bounded by checkpoint policy, measured in drills.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abort-cleanliness  [JAH-TRP-S-000003]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correctness practice: aborts leave zero trace, verified by tests.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presumed-abort  [JAH-TRP-S-000004]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distributed practice: presumed-abort as the default; timeouts do not block forever.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compensation-ledger  [JAH-TRP-S-000005]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saga practice: compensations are ledgered durably before the forward step runs.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transaction recovery procedure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JAH-TRP-S-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Transaction Recovery Surgeon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transaction-recovery methods — original techniques for data that survives any crash.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https://justinahiggins614-cmyk.github.io/jah-databases/db/transaction-recovery-procedure-signature/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https://justinahiggins614-cmyk.github.io/jah-databases-data-1/data/transaction-recovery-procedure-signature/index.jsonl.gz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
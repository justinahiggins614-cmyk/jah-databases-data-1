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unknown-resource-discovery-engine/" TargetMode="External"/><Relationship Id="rId3" Type="http://schemas.openxmlformats.org/officeDocument/2006/relationships/hyperlink" Target="https://justinahiggins614-cmyk.github.io/jah-databases-data-1/data/archive-toolkit-unknown-resource-discovery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Unknown Resource Discovery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relevant resources not yet registered in the main catalog.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Unknown Resource Discovery Engine Database holds 15 discovery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relevant resources not yet registered in the main catalog.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Unknown Resource Discovery: Registry Diffing (Foundation)  [JAH-ATK281-00001]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Unknown Resource Discovery: Registry Diffing (Operation)  [JAH-ATK281-00002]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Unknown Resource Discovery: Registry Diffing (Mastery)  [JAH-ATK281-00003]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Unknown Resource Discovery: Keyword Relevance Scoring (Foundation)  [JAH-ATK281-00004]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Unknown Resource Discovery: Keyword Relevance Scoring (Operation)  [JAH-ATK281-00005]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discovery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JAH-ATK281-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Discovery Scout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relevant resources not yet registered in the main catalog.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https://justinahiggins614-cmyk.github.io/jah-databases/db/archive-toolkit-unknown-resource-discovery-engine/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https://justinahiggins614-cmyk.github.io/jah-databases-data-1/data/archive-toolkit-unknown-resource-discovery-engine/index.jsonl.gz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
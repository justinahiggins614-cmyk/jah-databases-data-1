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omputer-boot-and-startup-diagnostics/" TargetMode="External"/><Relationship Id="rId3" Type="http://schemas.openxmlformats.org/officeDocument/2006/relationships/hyperlink" Target="https://justinahiggins614-cmyk.github.io/jah-databases-data-1/data/computer-boot-and-startup-diagnostic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Computer Boot and Startup Diagnostics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POST, UEFI, bootloaders, and startup diagnostics: finding why computers won't start.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Computer Boot and Startup Diagnostics Database holds 20 boot diagnostic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POST, UEFI, bootloaders, and startup diagnostics: finding why computers won't start.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POST Beep Code Diagnosis  [JAH-CBSD-000001]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Power-on self-test beeps encode failures: memory, video, CPU. The beep pattern maps to the faulty subsystem per the BIOS vendor's table. Beeps are the motherboard's cry for help.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POST Card Diagnostics  [JAH-CBSD-000002]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POST card displays hex codes as the BIOS progresses, freezing on the failing step. The code maps to the exact checkpoint. The card watches the boot die and reports where.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UEFI Boot Entry Repair  [JAH-CBSD-000003]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Corrupt UEFI boot entries are repaired with efibootmgr: list, delete ghosts, recreate the entry. The boot order is set explicitly. Entries are data, and data can be fixed.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Bootloader Reinstallation (GRUB)  [JAH-CBSD-000004]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broken bootloader is reinstalled from live media: mount, chroot, grub-install, update-grub. The procedure is mechanical and reliable. Bootloaders are reinstallable, not precious.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Safe Mode Startup Diagnosis  [JAH-CBSD-000005]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Booting with minimal drivers isolates whether the problem is core or driver. If safe mode works, the culprit is a driver or startup item. Bisection finds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boot diagnostic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JAH-CBSD-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Boot Doctor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POST, UEFI, bootloaders, and startup diagnostics: finding why computers won't start.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https://justinahiggins614-cmyk.github.io/jah-databases/db/computer-boot-and-startup-diagnostics/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https://justinahiggins614-cmyk.github.io/jah-databases-data-1/data/computer-boot-and-startup-diagnostics/index.jsonl.gz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
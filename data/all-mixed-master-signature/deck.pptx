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ll-mixed-master-signature/" TargetMode="External"/><Relationship Id="rId3" Type="http://schemas.openxmlformats.org/officeDocument/2006/relationships/hyperlink" Target="https://justinahiggins614-cmyk.github.io/jah-databases-data-1/data/all-mixed-mas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All Mixed Master Programs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master integrations: toolkits, registries, consoles — all runnable and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All Mixed Master Programs Database holds 20 master programs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master integrations: toolkits, registries, consoles — all runnable and tested.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Toolkit  [JAH-ALLMIX-S-000001]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Signature Toolkit (['maker-mark stamper', 'spec-id generator', 'lineage chain', 'hash id coder']). The core Signature toolkit: mint IDs, stamp marks, hash content, link lineage. This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Archive Manager  [JAH-ALLMIX-S-000002]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Archive Manager (['record validator', 'lineage chain', 'seed generator']). Manages archive records: validates, links lineage, and generates deterministic filler IDs. This record IS the compl…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Wordplay Studio  [JAH-ALLMIX-S-000003]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Wordplay Studio (['pig latin', 'word scrambler', 'morse code', 'banner maker', 'acronym maker']). The complete wordplay studio: five text transforms in one. This record IS the complete runna…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Number Systems Lab  [JAH-ALLMIX-S-000004]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Number Systems Lab (['roman numerals', 'number to words', 'fizzbuzz', 'coin flip']). Numbers every way: Roman, words, FizzBuzz, plus binary-flip parity games. This record IS the complete run…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Game Arcade  [JAH-ALLMIX-S-000005]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Game Arcade (['hangman', 'rps game', 'coin flip', 'countdown']). Signature game arcade: hangman, RPS, coin flips, and countdowns. This record IS the complete runnable program — copy it to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master program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JAH-ALLMIX-S-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Master Builder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master integrations: toolkits, registries, consoles — all runnable and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https://justinahiggins614-cmyk.github.io/jah-databases/db/all-mixed-master-signature/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https://justinahiggins614-cmyk.github.io/jah-databases-data-1/data/all-mixed-master-signature/index.jsonl.gz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
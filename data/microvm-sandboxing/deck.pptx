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icrovm-sandboxing/" TargetMode="External"/><Relationship Id="rId3" Type="http://schemas.openxmlformats.org/officeDocument/2006/relationships/hyperlink" Target="https://justinahiggins614-cmyk.github.io/jah-databases-data-1/data/microvm-sandbox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MicroVM Sandboxing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MicroVM sandboxes that boot workloads in milliseconds with hardware isolation — the projects, their tech, and boot profiles.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MicroVM Sandboxing Database holds 15 microvm sandboxs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MicroVM sandboxes that boot workloads in milliseconds with hardware isolation — the projects, their tech, and boot profiles.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Firecracker  [JAH-MICROV-000001]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AWS’s KVM-based microVM manager; boots MicroVMs in ~125 ms and powers Lambda and Fargate. Built on KVM, it boots in about 125 ms with a 5 MB guest footprint.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Cloud Hypervisor  [JAH-MICROV-000002]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Rust VMM from the rust-vmm project aimed at cloud workloads with vhost-user device offload. Built on KVM, it boots in about 150 ms with a 8 MB guest footprint.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Kata Containers  [JAH-MICROV-000003]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Runs each container in a lightweight VM, blending container UX with hardware isolation boundaries. Built on QEMU/Cloud-Hypervisor/Firecracker, it boots in about 300 ms with a 64 MB guest footprint.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gVisor  [JAH-MICROV-000004]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Google’s user-space kernel intercepts syscalls so containers run with a reduced host attack surface. Built on user-space kernel (Sentry), it boots in about 200 ms with a 32 MB guest footprint.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crosvm  [JAH-MICROV-000005]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ChromeOS’s Rust VMM for running Linux and Android guests with virtio devices. Built on KVM, it boots in about 120 ms with a 8 MB guest footprint.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microvm sandbox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JAH-MICROV-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Sandbox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MicroVM sandboxes that boot workloads in milliseconds with hardware isolation — the projects, their tech, and boot profiles.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https://justinahiggins614-cmyk.github.io/jah-databases/db/microvm-sandboxing/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https://justinahiggins614-cmyk.github.io/jah-databases-data-1/data/microvm-sandboxing/index.jsonl.gz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
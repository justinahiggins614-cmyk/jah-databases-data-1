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ounded-model-checking/" TargetMode="External"/><Relationship Id="rId3" Type="http://schemas.openxmlformats.org/officeDocument/2006/relationships/hyperlink" Target="https://justinahiggins614-cmyk.github.io/jah-databases-data-1/data/bounded-model-check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Bounded Model Checking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Bounded Model Checking Database holds 15 bounded model checking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SAT-based bounded checking (CBMC)  [JAH-BMC-000001]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CBMC unrolls C programs up to a bound and encodes the whole thing — program plus the negated property — as a SAT formula. If the formula is satisfiable, the satisfying assignment is a concrete bug 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Incremental SAT solving  [JAH-BMC-000002]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Deepening the bound from k to k+1 shouldn't redo all the work: incremental SAT solvers keep learned clauses across runs, so each deeper check reuses the previous one's reasoning. Incremental BMC turn…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SAT-based bounded checking (CBMC)  [JAH-BMC-000003]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CBMC unrolls C programs up to a bound and encodes the whole thing — program plus the negated property — as a SAT formula. If the formula is satisfiable, the satisfying assignment is a concrete bug 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Incremental SAT solving  [JAH-BMC-000004]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Deepening the bound from k to k+1 shouldn't redo all the work: incremental SAT solvers keep learned clauses across runs, so each deeper check reuses the previous one's reasoning. Incremental BMC turn…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Witness validation and traces  [JAH-BMC-000005]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BMC 'bug found' is only useful if the trace replays: witness validation feeds the satisfying assignment back as concrete inputs and runs the actual program to confirm the violation. Validated witne…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bounded model checking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JAH-BMC-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Bounded Model Checking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Bugs within reach: finding violations up to a bound,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https://justinahiggins614-cmyk.github.io/jah-databases/db/bounded-model-checking/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https://justinahiggins614-cmyk.github.io/jah-databases-data-1/data/bounded-model-checking/index.jsonl.gz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
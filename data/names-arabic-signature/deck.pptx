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rabic-signature/" TargetMode="External"/><Relationship Id="rId3" Type="http://schemas.openxmlformats.org/officeDocument/2006/relationships/hyperlink" Target="https://justinahiggins614-cmyk.github.io/jah-databases-data-1/data/names-arab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Arabic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Arabic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Arabic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Arabic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Muhammad محمد - sound, structure, and naming power  [JAH-NMAS-000001]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Arabic masculine name Muhammad محمد. Sound: 3 syllables, firm consonant close. Structure: From the root h-m-d, 'to praise'; the most given male name in the world.. Recor…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Fatima فاطمة - sound, structure, and naming power  [JAH-NMAS-000002]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Arabic feminine name Fatima فاطمة. Sound: 3 syllables, open vowels. Structure: A leading girls' name across the Muslim world.. Recorded meaning: Captivating. Naming powe…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Ahmed أحمد - sound, structure, and naming power  [JAH-NMAS-000003]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Arabic masculine name Ahmed أحمد. Sound: 2 syllables, firm consonant close. Structure: From the same root as Muhammad.. Recorded meaning: Most praised.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Layla ليلى - sound, structure, and naming power  [JAH-NMAS-000004]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Arabic feminine name Layla ليلى. Sound: 2 syllables, open vowels. Structure: Made famous by classical Arabic love poetry.. Recorded meaning: Night. Naming power: the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Arabic naming framework  [JAH-NMAS-000005]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Arabic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Arabic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Arabic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https://justinahiggins614-cmyk.github.io/jah-databases/db/names-arabic-signature/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https://justinahiggins614-cmyk.github.io/jah-databases-data-1/data/names-arabic-signature/index.jsonl.gz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
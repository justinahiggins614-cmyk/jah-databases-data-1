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refinement-calculus-engines-signature/" TargetMode="External"/><Relationship Id="rId3" Type="http://schemas.openxmlformats.org/officeDocument/2006/relationships/hyperlink" Target="https://justinahiggins614-cmyk.github.io/jah-databases-data-1/data/refinement-calculus-engin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Refinement Calculus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Refinement Calculus Engines Database holds 15 refinement calculus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Refinement Journal  [JAH-RCE-S-000001]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refinement step is journaled — the law applied, the side conditions, the proof artifact — forming a complete derivation from spec to code. Anyone can replay the derivation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Morgan's refinement laws  [JAH-RCE-S-000002]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Carroll Morgan's laws are the algebra of refinement: 30+ proved rules for introducing sequences, conditionals, loops, and assignments from specs. The laws compose — complex develop…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Refinement Journal  [JAH-RCE-S-000003]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refinement step is journaled — the law applied, the side conditions, the proof artifact — forming a complete derivation from spec to code. Anyone can replay the derivation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Morgan's refinement laws  [JAH-RCE-S-000004]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Carroll Morgan's laws are the algebra of refinement: 30+ proved rules for introducing sequences, conditionals, loops, and assignments from specs. The laws compose — complex develop…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Action systems refinement  [JAH-RCE-S-000005]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Action systems (Back) model reactive programs as guarded actions on shared state; refinement adds detail while preserving observable behavior. It's refinement calculus for concurre…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refinement calculus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JAH-RCE-S-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Refinement Calculus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From spec to code: stepwise refinement that preserves correctness.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https://justinahiggins614-cmyk.github.io/jah-databases/db/refinement-calculus-engines-signature/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https://justinahiggins614-cmyk.github.io/jah-databases-data-1/data/refinement-calculus-engines-signature/index.jsonl.gz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
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rchive-inventory-scanner/" TargetMode="External"/><Relationship Id="rId3" Type="http://schemas.openxmlformats.org/officeDocument/2006/relationships/hyperlink" Target="https://justinahiggins614-cmyk.github.io/jah-databases-data-1/data/archive-tool-archive-inventory-scann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Archive Inventory Scanner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Discovers available resources and records their types, sizes, counts, and access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Archive Inventory Scanner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Discovers available resources and records their types, sizes, counts, and access conditions.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Discovery Walk — Core Method  [JAH-AT18-000001]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inventory scan begins with a discovery walk: traverse the archive's namespace depth-first, listing every collection, file, and database encountered. The walk is iterative rather than recursive so…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Discovery Walk — Compounded Pattern  [JAH-AT18-000002]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inventory scan begins with a discovery walk: traverse the archive's namespace depth-first, listing every collection, file, and database encountered. The walk is iterative rather than recursive so…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Discovery Walk — Full-System Integration  [JAH-AT18-000003]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inventory scan begins with a discovery walk: traverse the archive's namespace depth-first, listing every collection, file, and database encountered. The walk is iterative rather than recursive so…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Type-Size-Count Census — Core Method  [JAH-AT18-000004]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each discovered resource the scanner records its type, byte size, and record count, aggregating into a census: so many databases, so many files, so many bytes per format. Sizes come from metadata…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Type-Size-Count Census — Compounded Pattern  [JAH-AT18-000005]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each discovered resource the scanner records its type, byte size, and record count, aggregating into a census: so many databases, so many files, so many bytes per format. Sizes come from metadata…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Inventory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Discovers available resources and records their types, sizes, counts, and access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https://justinahiggins614-cmyk.github.io/jah-databases/db/archive-tool-archive-inventory-scanner/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https://justinahiggins614-cmyk.github.io/jah-databases-data-1/data/archive-tool-archive-inventory-scanner/index.jsonl.gz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
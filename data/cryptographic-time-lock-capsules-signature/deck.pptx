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yptographic-time-lock-capsules-signature/" TargetMode="External"/><Relationship Id="rId3" Type="http://schemas.openxmlformats.org/officeDocument/2006/relationships/hyperlink" Target="https://justinahiggins614-cmyk.github.io/jah-databases-data-1/data/cryptographic-time-lock-capsul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Cryptographic Time-Lock Capsules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Secrets that open only when time says so: timelock puzzles, VDFs, threshold release, and scheduled disclosure.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Cryptographic Time-Lock Capsules Database holds 15 time capsules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Secrets that open only when time says so: timelock puzzles, VDFs, threshold release, and scheduled disclosure.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Calibrated Timelock Puzzles  [JAH-CTL-S-000001]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puzzle difficulty calibrates to a reference hardware profile published with the capsule, so 'one hour' means one hour on stated hardware. Calibration is transparent. Signature-l…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Setup-Free VDF Capsules  [JAH-CTL-S-000002]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capsules use transparent VDF constructions needing no trusted setup, removing the ceremony risk. Verification stays cheap. Signature-labeled; an original JAH design, not a publi…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Time-Bound Threshold Release  [JAH-CTL-S-000003]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trustee shares activate only after the release date - cryptography enforces the schedule, not just policy. Early collusion cannot open the capsule. Signature-labeled; an origina…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Front-Running-Proof Sealed Bids  [JAH-CTL-S-000004]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bid commitments hide even the bidder's identity until opening, defeating front-running completely. Opening is atomic and public. Signature-labeled; an original JAH design, not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Graduated Dead-Man Switch  [JAH-CTL-S-000005]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missed check-ins escalate gradually - warnings, then trusted contacts, then release - instead of a single cliff. Each stage has its own grace period. Signature-labeled; an origi…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time capsule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JAH-CTL-S-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Time Capsule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Secrets that open only when time says so: timelock puzzles, VDFs, threshold release, and scheduled disclosure.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https://justinahiggins614-cmyk.github.io/jah-databases/db/cryptographic-time-lock-capsules-signature/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https://justinahiggins614-cmyk.github.io/jah-databases-data-1/data/cryptographic-time-lock-capsules-signature/index.jsonl.gz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
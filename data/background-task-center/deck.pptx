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background-task-center/" TargetMode="External"/><Relationship Id="rId3" Type="http://schemas.openxmlformats.org/officeDocument/2006/relationships/hyperlink" Target="https://justinahiggins614-cmyk.github.io/jah-databases-data-1/data/background-task-cente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Background Task Center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Work that happens while you wait: job queues, workers, retries, progress UI, cancellation, and observability.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Background Task Center Database holds 15 fundamental abilitys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Work that happens while you wait: job queues, workers, retries, progress UI, cancellation, and observability.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Public-harvest: curated from public technical literature, documentation, and established engineering practice.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Job queues  [JAH-BTC-000001]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Job queues decouple 'request the work' from 'do the work': producers enqueue jobs, workers consume them, and the queue persists in between. The queue is durable (survives restarts), ordered (FIFO or…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Workers  [JAH-BTC-000002]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Workers execute the jobs: processes or threads pulling from the queue, running the handler, and acking. The pool scales with depth (autoscale on queue age), handlers are idempotent (redelivery is nor…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Scheduling  [JAH-BTC-000003]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Scheduling runs jobs later: delay (in 5 minutes), cron (every Monday 9am), and recurring intervals. The scheduler is durable (survives restarts — schedules in the DB, not memory) and exactly-once-ish…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Retries  [JAH-BTC-000004]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Retries handle transient failure: exponential backoff (1s, 2s, 4s...), jitter (avoid thundering herds), max attempts, then the dead-letter queue. Only retryable errors retry (timeouts yes, bad input…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Progress UI  [JAH-BTC-000005]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Progress UI shows background work honestly: determinate bars (parts done/total), stage labels ('rendering page 3/12'), ETA from measured rate, and completion states. The task center lists all jobs (r…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fundamental ability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JAH-BTC-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Background Task Center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Work that happens while you wait: job queues, workers, retries, progress UI, cancellation, and observability.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https://justinahiggins614-cmyk.github.io/jah-databases/db/background-task-center/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https://justinahiggins614-cmyk.github.io/jah-databases-data-1/data/background-task-center/index.jsonl.gz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
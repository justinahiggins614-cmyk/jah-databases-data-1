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object-storage-locator-signature/" TargetMode="External"/><Relationship Id="rId3" Type="http://schemas.openxmlformats.org/officeDocument/2006/relationships/hyperlink" Target="https://justinahiggins614-cmyk.github.io/jah-databases-data-1/data/archive-toolkit-object-storage-loc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Object Storage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Object Storage Locator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URI parsing — Object Storage Locator  [JAH-ATK137S-00001]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Storage URIs (s3://bucket/key) parse into scheme, bucket, and key. Parsing normalizes the many URI flavors. Structure enables routing. This record documents a Signature-authored…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Namespace resolution — Object Storage Locator  [JAH-ATK137S-00002]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Namespaces map schemes to providers and regions. Resolution picks the right client. Namespaces disambiguate. This record documents a Signature-authored original method of the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Bucket aliasing — Object Storage Locator  [JAH-ATK137S-00003]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Aliases let 'prod-data' point at the current physical bucket. Indirection survives migrations. Aliases decouple names from places. This record documents a Signature-authored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Key normalization — Object Storage Locator  [JAH-ATK137S-00004]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Keys normalize: collapsing '//', resolving '.' segments. Normalization prevents duplicate identities. Canonical keys compare equal. This record documents a Signature-authored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Versioned keys — Object Storage Locator  [JAH-ATK137S-00005]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Version ids disambiguate object versions in URIs. Explicit versions make references stable. Versions pin history. This record documents a Signature-authored original method of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Object Storage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https://justinahiggins614-cmyk.github.io/jah-databases/db/archive-toolkit-object-storage-locator-signature/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https://justinahiggins614-cmyk.github.io/jah-databases-data-1/data/archive-toolkit-object-storage-locator-signature/index.jsonl.gz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
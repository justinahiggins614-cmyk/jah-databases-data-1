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lligent-eviction-policies-signature/" TargetMode="External"/><Relationship Id="rId3" Type="http://schemas.openxmlformats.org/officeDocument/2006/relationships/hyperlink" Target="https://justinahiggins614-cmyk.github.io/jah-databases-data-1/data/intelligent-eviction-polici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Intelligent Eviction Policies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Deciding what to forget: LRU, LFU, ARC, CLOCK, S3-FIFO, and TinyLFU admission — the eviction algorithms that keep caches fast under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Intelligent Eviction Policies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Deciding what to forget: LRU, LFU, ARC, CLOCK, S3-FIFO, and TinyLFU admission — the eviction algorithms that keep caches fast under pressure.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CLOCK (second chance)  [JAH-IEP-S-000001]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CLOCK approximates LRU with a single reference bit per entry and a sweeping hand: on a hit the bit is set; the hand clears bits as it sweeps and evicts the first entry it finds with a cleared bit.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Segmented LRU (SLRU)  [JAH-IEP-S-000002]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Segmented LRU splits the cache into a probationary segment and a protected segment: new entries land in probation, and only entries hit twice graduate to protected. One-hit wonders — scans, crawlers…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S3-FIFO  [JAH-IEP-S-000003]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S3-FIFO is a small, ghost-queue FIFO variant that beat LRU, ARC, and LIRS across hundreds of production traces: a small probationary FIFO, a main FIFO, and a ghost queue remembering evicted keys. 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LIRS  [JAH-IEP-S-000004]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Low Inter-reference Recency Set classifies blocks by reuse distance: low-reuse (LIR) blocks are the hot set kept in cache, high-reuse (HIR) blocks are the probationary residents. A scan has huge reus…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TinyLFU admission  [JAH-IEP-S-000005]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TinyLFU answers 'should this newcomer evict someone?' with a compact frequency sketch plus a doorkeeper Bloom filter. A new key is admitted only if its estimated frequency beats the cache victim's —…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JAH-IEP-S-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Intelligent Eviction Policies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Deciding what to forget: LRU, LFU, ARC, CLOCK, S3-FIFO, and TinyLFU admission — the eviction algorithms that keep caches fast under pressure.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https://justinahiggins614-cmyk.github.io/jah-databases/db/intelligent-eviction-policies-signature/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https://justinahiggins614-cmyk.github.io/jah-databases-data-1/data/intelligent-eviction-policies-signature/index.jsonl.gz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
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it-and-measurement-normalizer/" TargetMode="External"/><Relationship Id="rId3" Type="http://schemas.openxmlformats.org/officeDocument/2006/relationships/hyperlink" Target="https://justinahiggins614-cmyk.github.io/jah-databases-data-1/data/archive-toolkit-unit-and-measurement-normaliz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Unit and Measurement Normalizer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Converts every measurement into standard comparable units.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Unit and Measurement Normalizer Database holds 15 measurement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Converts every measurement into standard comparable units.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Unit and Measurement Normalizer: a plain-language overview  [JAH-ATK178-000001]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Unit and Measurement Normalizer does and why archives need it. A unit and measurement normalizer makes all measurements speak the same language. '5 miles', '8 kilometers', and '26,…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Unit and Measurement Normalizer works  [JAH-ATK178-000002]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Unit and Measurement Normalizer does and why archives need it. Real normalizers parse measurements with regular expressions that split values from unit symbols, look each unit up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Unit and Measurement Normalizer works: the deep tour  [JAH-ATK178-000003]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Unit and Measurement Normalizer does and why archives need it. Real normalizers parse measurements with regular expressions that split values from unit symbols, look each unit up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Unit parsing with dimension checking: the simple idea  [JAH-ATK178-000004]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unit parsing with dimension checking - how it works inside the Unit and Measurement Normalizer. A unit and measurement normalizer makes all measurements speak the same language. '5 miles…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Unit parsing with dimension checking in practice  [JAH-ATK178-000005]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unit parsing with dimension checking - how it works inside the Unit and Measurement Normalizer. Real normalizers parse measurements with regular expressions that split values from unit 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measurement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Unit Unifier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Converts every measurement into standard comparable units.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https://justinahiggins614-cmyk.github.io/jah-databases/db/archive-toolkit-unit-and-measurement-normalizer/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https://justinahiggins614-cmyk.github.io/jah-databases-data-1/data/archive-toolkit-unit-and-measurement-normalizer/index.jsonl.gz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
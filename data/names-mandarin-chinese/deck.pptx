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ndarin-chinese/" TargetMode="External"/><Relationship Id="rId3" Type="http://schemas.openxmlformats.org/officeDocument/2006/relationships/hyperlink" Target="https://justinahiggins614-cmyk.github.io/jah-databases-data-1/data/names-mandarin-chi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Mandarin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Mandarin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Mandarin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Mandarin Chinese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Wei 伟 - Mandarin Chinese masculine given name  [JAH-NMMC-000001]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Wei (伟) is a masculine given name in Mandarin Chinese. Meaning: Great. A leading character in boys' names, chosen for strength.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Fang 芳 - Mandarin Chinese feminine given name  [JAH-NMMC-000002]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Fang (芳) is a feminine given name in Mandarin Chinese. Meaning: Fragrant. A classic character in girls' names, evoking flowers.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Lei 磊 - Mandarin Chinese masculine given name  [JAH-NMMC-000003]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Lei (磊) is a masculine given name in Mandarin Chinese. Meaning: Piles of stone; steadfast. Built from three 'stone' characters; suggests firmness.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Min 敏 - Mandarin Chinese unisex given name  [JAH-NMMC-000004]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Min (敏) is a unisex given name in Mandarin Chinese. Meaning: Quick, clever. A popular unisex character meaning agile of mind.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Jing 静 - Mandarin Chinese feminine given name  [JAH-NMMC-000005]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Jing (静) is a feminine given name in Mandarin Chinese. Meaning: Quiet, calm. Favored for girls; suggests composure.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Mandarin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Mandarin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https://justinahiggins614-cmyk.github.io/jah-databases/db/names-mandarin-chinese/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https://justinahiggins614-cmyk.github.io/jah-databases-data-1/data/names-mandarin-chinese/index.jsonl.gz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
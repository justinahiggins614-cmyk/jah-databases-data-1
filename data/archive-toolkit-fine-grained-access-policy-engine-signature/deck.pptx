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ine-grained-access-policy-engine-signature/" TargetMode="External"/><Relationship Id="rId3" Type="http://schemas.openxmlformats.org/officeDocument/2006/relationships/hyperlink" Target="https://justinahiggins614-cmyk.github.io/jah-databases-data-1/data/archive-toolkit-fine-grained-access-polic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Fine-Grained Access Policy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Fine-Grained Access Policy Engine Database holds 15 fine-grained access policy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Purpose-bound access  [JAH-ATK262S-000001]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grant names the purpose it serves, and access outside that purpose is denied even when the identity and resource match. Purpose is logge…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Purpose-bound access  [JAH-ATK262S-000002]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grant names the purpose it serves, and access outside that purpose is denied even when the identity and resource match. Purpose is logge…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Purpose-bound access  [JAH-ATK262S-000003]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grant names the purpose it serves, and access outside that purpose is denied even when the identity and resource match. Purpose is logge…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Row-level policy compiler  [JAH-ATK262S-000004]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row-level policies are compiled into efficient filter predicates instead of being evaluated row by row in an interpreter. Compilation happens…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Row-level policy compiler  [JAH-ATK262S-000005]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row-level policies are compiled into efficient filter predicates instead of being evaluated row by row in an interpreter. Compilation happens…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fine-grained access policy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Fine-Grained Access Policy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permissions to individual databases, records, fields, and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https://justinahiggins614-cmyk.github.io/jah-databases/db/archive-toolkit-fine-grained-access-policy-engine-signature/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https://justinahiggins614-cmyk.github.io/jah-databases-data-1/data/archive-toolkit-fine-grained-access-policy-engine-signature/index.jsonl.gz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
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apability-dependency-graph/" TargetMode="External"/><Relationship Id="rId3" Type="http://schemas.openxmlformats.org/officeDocument/2006/relationships/hyperlink" Target="https://justinahiggins614-cmyk.github.io/jah-databases-data-1/data/capability-dependency-grap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Database Capability Dependency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Dependency edges between capabilities: what needs what.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Database Capability Dependency Graph holds 20 dependency edges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Dependency edges between capabilities: what needs what.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Curated from public documentation of established engineering practice; verified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Search Depends on Index Data  [JAH-CAPABI3-000001]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Web search capability depends on the freshness of the underlying index data. Stale index data silently degrades search; the edge makes the dependency explicit. Teaching ladder: rank 1 — the concept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Code Execution Depends on Sandbox Service  [JAH-CAPABI3-000002]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Running code depends on the sandbox service being healthy and available. The edge explains why code execution fails when the sandbox is down. Teaching ladder: rank 1 — the concept in its simplest, mo…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NLP Depends on Tokenizer Library  [JAH-CAPABI3-000003]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Language capabilities depend on the tokenizer library version they were built against. Tokenizer drift changes model behavior; the edge pins the relationship. Teaching ladder: rank 1 — the concept 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Vision Depends on GPU Hardware  [JAH-CAPABI3-000004]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Image understanding at production speed depends on GPU availability. The edge lets planners route vision work to GPU-equipped hosts. Teaching ladder: rank 1 — the concept in its simplest, most direct…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API Calls Depend on Credentials  [JAH-CAPABI3-000005]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External API capabilities depend on valid, unexpired credentials. The edge triggers credential refresh before expiry breaks the capability. Teaching ladder: rank 1 — the concept in its simplest, most…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dependency edge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JAH-CAPABI3-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Dependency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Dependency edges between capabilities: what needs what.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https://justinahiggins614-cmyk.github.io/jah-databases/db/capability-dependency-graph/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https://justinahiggins614-cmyk.github.io/jah-databases-data-1/data/capability-dependency-graph/index.jsonl.gz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
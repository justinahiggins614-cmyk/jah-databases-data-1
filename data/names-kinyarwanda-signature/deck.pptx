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inyarwanda-signature/" TargetMode="External"/><Relationship Id="rId3" Type="http://schemas.openxmlformats.org/officeDocument/2006/relationships/hyperlink" Target="https://justinahiggins614-cmyk.github.io/jah-databases-data-1/data/names-kinyarwanda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Kinyarwanda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Kinyarwanda style — new creations built from real Kinyarwanda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Kinyarwanda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Kinyarwanda style — new creations built from real Kinyarwanda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Kinyarwanda Names Database from genuine Kinyarwanda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Kinyarwanda-style given name: Uwimana  [JAH-NMKS5-000001]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Uwimana is a Signature original Kinyarwanda-style given name, created for the Signature Kinyarwanda Names Database. From uwi- (one who is) + Imana (God): 'one who is of God'. It is labeled a Signatur…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Kinyarwanda-style given name: Nshimiyimana  [JAH-NMKS5-000002]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Nshimiyimana is a Signature original Kinyarwanda-style given name, created for the Signature Kinyarwanda Names Database. From n- (I) + shimiye (I am glad) + Imana expressing gladness in God. It is 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Kinyarwanda-style given name: Kundimana  [JAH-NMKS5-000003]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Kundimana is a Signature original Kinyarwanda-style given name, created for the Signature Kinyarwanda Names Database. From kund- (love me) + Imana: 'love me, God'. It is labeled a Signature creation…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Kinyarwanda-style given name: Mbabazimana  [JAH-NMKS5-000004]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Mbabazimana is a Signature original Kinyarwanda-style given name, created for the Signature Kinyarwanda Names Database. From mbabazi (mercy) + Imana: 'mercy of God'. It is labeled a Signature creatio…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Kinyarwanda-style given name: Ishimweman  [JAH-NMKS5-000005]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Ishimweman is a Signature original Kinyarwanda-style given name, created for the Signature Kinyarwanda Names Database. From ishimwe (praise) + mana: 'praise of God'. It is labeled a Signature creatio…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JAH-NMKS5-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Kinyarwanda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Kinyarwanda style — new creations built from real Kinyarwanda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https://justinahiggins614-cmyk.github.io/jah-databases/db/names-kinyarwanda-signature/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https://justinahiggins614-cmyk.github.io/jah-databases-data-1/data/names-kinyarwanda-signature/index.jsonl.gz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
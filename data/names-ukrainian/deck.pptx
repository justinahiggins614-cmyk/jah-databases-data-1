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krainian/" TargetMode="External"/><Relationship Id="rId3" Type="http://schemas.openxmlformats.org/officeDocument/2006/relationships/hyperlink" Target="https://justinahiggins614-cmyk.github.io/jah-databases-data-1/data/names-ukrain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Ukrainian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Ukrainian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Ukrainian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Ukrainian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Ivan - Ukrainian masculine given name  [JAH-NMU3-000001]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 is a masculine given name in Ukrainian. Meaning: God is gracious. The Ukrainian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Olena - Ukrainian feminine given name  [JAH-NMU3-000002]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Olena is a feminine given name in Ukrainian. Meaning: Light. The Ukrainian form of Helen.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Taras - Ukrainian masculine given name  [JAH-NMU3-000003]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Taras is a masculine given name in Ukrainian. Meaning: The poet Shevchenko's name; a national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Bohdan - Ukrainian masculine given name  [JAH-NMU3-000004]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Bohdan is a masculine given name in Ukrainian. Meaning: Given by God. Boh (God) + dan (given).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Lesya - Ukrainian feminine given name  [JAH-NMU3-000005]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Lesya is a feminine given name in Ukrainian. Meaning: Short of Oleksandra; the poet Ukrainka's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Ukrainian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Ukrainian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https://justinahiggins614-cmyk.github.io/jah-databases/db/names-ukrainian/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https://justinahiggins614-cmyk.github.io/jah-databases-data-1/data/names-ukrainian/index.jsonl.gz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
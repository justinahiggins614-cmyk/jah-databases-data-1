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uzbek-signature/" TargetMode="External"/><Relationship Id="rId3" Type="http://schemas.openxmlformats.org/officeDocument/2006/relationships/hyperlink" Target="https://justinahiggins614-cmyk.github.io/jah-databases-data-1/data/names-uzbe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Uzbek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Uzbek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Uzbek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Uzbek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Sardor - sound, structure, and naming power  [JAH-NMUS3-000001]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Uzbek masculine name Sardor. Sound: 2 syllables, firm consonant close. Structure: A traditional name of this language.. Recorded meaning: A leading modern boys' name..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Dilnoza - sound, structure, and naming power  [JAH-NMUS3-000002]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Uzbek feminine name Dilnoza. Sound: 3 syllables, open vowels. Structure: A traditional name of this language.. Recorded meaning: A popular girls' name..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Jasur - sound, structure, and naming power  [JAH-NMUS3-000003]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Uzbek masculine name Jasur. Sound: 2 syllables, firm consonant close. Structure: A traditional name of this language.. Recorded meaning: Brave.. Naming power: the name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Nodira - sound, structure, and naming power  [JAH-NMUS3-000004]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Uzbek feminine name Nodira. Sound: 3 syllables, open vowels. Structure: A traditional name of this language.. Recorded meaning: A classic girls' name..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Uzbek naming framework  [JAH-NMUS3-000005]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Uzbek names. Forging a new Signature name runs in four passes: sound (two to four syllables that read aloud cleanly), meaning (one plain-language gloss, never a parag…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JAH-NMUS3-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Uzbek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Uzbek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https://justinahiggins614-cmyk.github.io/jah-databases/db/names-uzbek-signature/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https://justinahiggins614-cmyk.github.io/jah-databases-data-1/data/names-uzbek-signature/index.jsonl.gz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
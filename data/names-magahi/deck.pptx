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magahi/" TargetMode="External"/><Relationship Id="rId3" Type="http://schemas.openxmlformats.org/officeDocument/2006/relationships/hyperlink" Target="https://justinahiggins614-cmyk.github.io/jah-databases-data-1/data/names-magahi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Magahi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Common Magahi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Magahi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Magahi first names, surnames and place names — real meanings, origins and naming customs.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record: name documented from public linguistic and onomastic sources.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Ram — Magahi given name  [JAH-NMM7-000001]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Ram is a masculine given name in Magahi. It is written राम in the native script. It means "pleasing, charming", from Sanskrit. The hero of the Ramayana.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Sita — Magahi given name  [JAH-NMM7-000002]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Sita is a feminine given name in Magahi. It is written सीता in the native script. It means "furrow", from Sanskrit. The heroine of the Ramayana.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Mohan — Magahi given name  [JAH-NMM7-000003]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Mohan is a masculine given name in Magahi. It is written मोहन in the native script. It means "enchanter", from Sanskrit. A beloved masculine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Suraj — Magahi given name  [JAH-NMM7-000004]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Suraj is a masculine given name in Magahi. It is written सूरज in the native script. It means "sun", from Sanskrit surya. A radiant masculine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Gita — Magahi given name  [JAH-NMM7-000005]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Gita is a feminine given name in Magahi. It is written गीता in the native script. It means "song", from Sanskrit. A classic feminine name.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JAH-NMM7-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Magahi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Magahi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https://justinahiggins614-cmyk.github.io/jah-databases/db/names-magahi/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https://justinahiggins614-cmyk.github.io/jah-databases-data-1/data/names-magahi/index.jsonl.gz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
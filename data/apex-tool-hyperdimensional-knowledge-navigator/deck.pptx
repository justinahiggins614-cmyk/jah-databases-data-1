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hyperdimensional-knowledge-navigator/" TargetMode="External"/><Relationship Id="rId3" Type="http://schemas.openxmlformats.org/officeDocument/2006/relationships/hyperlink" Target="https://justinahiggins614-cmyk.github.io/jah-databases-data-1/data/apex-tool-hyperdimensional-knowledge-navig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Hyperdimensional Knowledge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multidimensional relationships among concepts, time, causality, similarity, and system dependencies — navigation in more than two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Hyperdimensional Knowledge Navigator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multidimensional relationships among concepts, time, causality, similarity, and system dependencies — navigation in more than two dimensions.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knowledge graph embeddings (TransE, RotatE); tensor factorization (RESCAL); multi-view / multi-relational learning; temporal knowledge graphs.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Hyperdimensional Navigator is  [JAH-APX12-000001]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navigator treats knowledge as multi-dimensional: every relationship has a time coordinate, a causal status, a similarity strength, and dependency links. Users navigate by moving along any dimensi…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Multi-dimensional relationship data model  [JAH-APX12-000002]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relationship is a record with coordinates: the connected concepts, the time interval it holds over, its causal role (cause, effect, correlate), similarity scores to neighboring relations, and depen…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Temporal navigation algorithm  [JAH-APX12-000003]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Moving through time shows how relationships form, strengthen, weaken, and die: a technique influential in 2010 may be obsolete by 2020. The temporal navigator slices the graph by time interval, anima…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Causal layering algorithm  [JAH-APX12-000004]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Causality is layered over correlation: the navigator distinguishes measured causes, hypothesized causes, and mere correlates, each with its evidence. Causal queries — what would break if X failed —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Dimensional navigation interface specification  [JAH-APX12-000005]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navigate with dimension-aware queries: from this concept, move along causality; show me this relation's history; find concepts similar across all dimensions. Responses carry the traveler's fu…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Hyperdimensional Knowledge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multidimensional relationships among concepts, time, causality, similarity, and system dependencies — navigation in more than two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https://justinahiggins614-cmyk.github.io/jah-databases/db/apex-tool-hyperdimensional-knowledge-navigator/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https://justinahiggins614-cmyk.github.io/jah-databases-data-1/data/apex-tool-hyperdimensional-knowledge-navigator/index.jsonl.gz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
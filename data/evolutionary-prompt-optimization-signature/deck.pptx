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olutionary-prompt-optimization-signature/" TargetMode="External"/><Relationship Id="rId3" Type="http://schemas.openxmlformats.org/officeDocument/2006/relationships/hyperlink" Target="https://justinahiggins614-cmyk.github.io/jah-databases-data-1/data/evolutionary-prompt-optim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Evolutionary Prompt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Prompts that evolve: genetic and gradient-free search for better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Evolutionary Prompt Optimization Database holds 15 prompt optimization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Prompts that evolve: genetic and gradient-free search for better instructions.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Lineage-Bred Prompts  [JAH-EPO-S-000001]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evolved prompt carries its full evolutionary lineage — parent prompts, mutations applied, fitness history across generations. Anyone can trace a champion prompt back through…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OPRO optimization by LLM  [JAH-EPO-S-000002]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OPRO (Optimization by PROmpting) uses an LLM as the optimizer: it reads the history of past prompts and their scores, then proposes new prompts likely to score higher — meta-prompt…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Lineage-Bred Prompts  [JAH-EPO-S-000003]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evolved prompt carries its full evolutionary lineage — parent prompts, mutations applied, fitness history across generations. Anyone can trace a champion prompt back through…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OPRO optimization by LLM  [JAH-EPO-S-000004]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OPRO (Optimization by PROmpting) uses an LLM as the optimizer: it reads the history of past prompts and their scores, then proposes new prompts likely to score higher — meta-prompt…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Instruction induction from examples  [JAH-EPO-S-000005]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Instead of hand-writing instructions, instruction induction shows the model input/output pairs and asks it to write the instruction that explains the pattern (Honovich et al.).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prompt optimization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JAH-EPO-S-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Prompt Evolution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Prompts that evolve: genetic and gradient-free search for better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https://justinahiggins614-cmyk.github.io/jah-databases/db/evolutionary-prompt-optimization-signature/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https://justinahiggins614-cmyk.github.io/jah-databases-data-1/data/evolutionary-prompt-optimization-signature/index.jsonl.gz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
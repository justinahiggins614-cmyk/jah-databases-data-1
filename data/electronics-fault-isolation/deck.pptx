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lectronics-fault-isolation/" TargetMode="External"/><Relationship Id="rId3" Type="http://schemas.openxmlformats.org/officeDocument/2006/relationships/hyperlink" Target="https://justinahiggins614-cmyk.github.io/jah-databases-data-1/data/electronics-fault-isol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Electronics Fault Isolation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Boundary scan, in-circuit test, and systematic techniques that isolate faults in electronic assemblies.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Electronics Fault Isolation Database holds 20 fault isolation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Boundary scan, in-circuit test, and systematic techniques that isolate faults in electronic assemblies.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JTAG Boundary Scan  [JAH-EFI-000001]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Boundary scan shifts test patterns through JTAG cells at each pin, testing interconnects without probes. The chain covers every connected pin. Opens and shorts reveal themselves in the scan.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In-Circuit Test (Bed of Nails)  [JAH-EFI-000002]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ICT probes every net with a fixture of pogo pins, testing components in place. The fixture is custom per board. Coverage is excellent where probe access exists.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Flying Probe Test  [JAH-EFI-000003]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Flying probes move to test points without a custom fixture, ideal for prototypes and low volume. Slower than ICT but fixtureless. Flexibility beats speed here.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Functional Test  [JAH-EFI-000004]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board runs its actual firmware and the outputs are checked against expected behavior. Functional test catches what structural tests miss. The board proves it works by working.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Automated Optical Inspection  [JAH-EFI-000005]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AOI cameras compare solder joints and placements against templates at line speed. It catches visible defects before power-on. Eyes that never blink.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fault isolation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JAH-EFI-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Faultfinder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Boundary scan, in-circuit test, and systematic techniques that isolate faults in electronic assemblies.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https://justinahiggins614-cmyk.github.io/jah-databases/db/electronics-fault-isolation/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https://justinahiggins614-cmyk.github.io/jah-databases-data-1/data/electronics-fault-isolation/index.jsonl.gz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
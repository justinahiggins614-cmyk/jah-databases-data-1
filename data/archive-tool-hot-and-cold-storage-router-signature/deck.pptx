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hot-and-cold-storage-router-signature/" TargetMode="External"/><Relationship Id="rId3" Type="http://schemas.openxmlformats.org/officeDocument/2006/relationships/hyperlink" Target="https://justinahiggins614-cmyk.github.io/jah-databases-data-1/data/archive-tool-hot-and-cold-storage-rou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Hot-and-Cold Storage Router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Routes requests to faster or cheaper storage according to access patterns and retrieval requirements.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Hot-and-Cold Storage Router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requests to faster or cheaper storage according to access patterns and retrieval requirements.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Access-Frequency Tracking — Core Method  [JAH-AT37S-000001]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Routing starts with measurement: every access increments a counter per record, decayed over time so ancient popularity fades. The tracker uses compact sket…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Access-Frequency Tracking — Compounded Pattern  [JAH-AT37S-000002]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Routing starts with measurement: every access increments a counter per record, decayed over time so ancient popularity fades. The tracker uses compact sket…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Access-Frequency Tracking — Full-System Integration  [JAH-AT37S-000003]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Routing starts with measurement: every access increments a counter per record, decayed over time so ancient popularity fades. The tracker uses compact sket…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Temperature Classification — Core Method  [JAH-AT37S-000004]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Records are classified hot, warm, or cold from their access frequency and recency: hot means accessed often and recently, cold means untouched for ages.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Temperature Classification — Compounded Pattern  [JAH-AT37S-000005]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Records are classified hot, warm, or cold from their access frequency and recency: hot means accessed often and recently, cold means untouched for ages.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JAH-AT37S-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Storage Router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Routes requests to faster or cheaper storage according to access patterns and retrieval requirements.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https://justinahiggins614-cmyk.github.io/jah-databases/db/archive-tool-hot-and-cold-storage-router-signature/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https://justinahiggins614-cmyk.github.io/jah-databases-data-1/data/archive-tool-hot-and-cold-storage-router-signature/index.jsonl.gz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
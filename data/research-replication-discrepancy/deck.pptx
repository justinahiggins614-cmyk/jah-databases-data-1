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research-replication-discrepancy/" TargetMode="External"/><Relationship Id="rId3" Type="http://schemas.openxmlformats.org/officeDocument/2006/relationships/hyperlink" Target="https://justinahiggins614-cmyk.github.io/jah-databases-data-1/data/research-replication-discrepancy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Research Replication Discrepancy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Cataloging replication failures and their causes: what breaks when science tries to repeat itself.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Research Replication Discrepancy Database holds 20 replication discrepancy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Cataloging replication failures and their causes: what breaks when science tries to repeat itself.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N1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The Reproducibility Project: Psychology  [JAH-RESEAR-000001]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Large-scale replications of psychology studies succeeded only about a third of the time. Low power and publication bias were major causes. The project launched the replication movement.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Cancer Biology Reproducibility  [JAH-RESEAR-000002]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Attempts to replicate high-profile cancer studies frequently failed, often due to reagent differences and incomplete methods. The project highlighted how much tacit knowledge papers omit. Methods sec…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P-Hacking as a Cause  [JAH-RESEAR-000003]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Flexible analysis choices let researchers p-hack to significance; replications with fixed analyses find nothing. The garden of forking paths is vast. Preregistration fences it.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Publication Bias  [JAH-RESEAR-000004]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Null results stay in file drawers, so the literature overstates effects; replications regress to the true (smaller) mean. Bias inflates the record. Registered reports fix the drawer.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HARKing (Hypothesizing After Results)  [JAH-RESEAR-000005]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Presenting post-hoc findings as a priori hypotheses inflates false positives; replications of HARKed claims fail. The hypothesis must precede the data. Order matters.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replication discrepancy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JAH-RESEAR-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Replicator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Cataloging replication failures and their causes: what breaks when science tries to repeat itself.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https://justinahiggins614-cmyk.github.io/jah-databases/db/research-replication-discrepancy/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https://justinahiggins614-cmyk.github.io/jah-databases-data-1/data/research-replication-discrepancy/index.jsonl.gz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
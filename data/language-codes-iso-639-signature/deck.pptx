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anguage-codes-iso-639-signature/" TargetMode="External"/><Relationship Id="rId3" Type="http://schemas.openxmlformats.org/officeDocument/2006/relationships/hyperlink" Target="https://justinahiggins614-cmyk.github.io/jah-databases-data-1/data/language-codes-iso-639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Language Codes ISO 639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language-code tools, tag builders, and guides.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Language Codes ISO 639 Database holds 15 code utilitys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language-code tools, tag builders, and guides.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educational work by the JAH system — Signature-authored language-code tools and guides, clearly labeled,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Code Lookup Tool — 639-1 to 639-3 in one call  [JAH-LCODS-000001]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tool looks up any language across the ISO 639 code sets: feed it a 639-1 two-letter code and it returns the language name, the 639-2/T and 639-2/B three-letter codes, the 639-3 code,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BCP-47 Tag Builder — construct correct language tags  [JAH-LCODS-000002]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builds correct BCP 47 language tags from ISO 639 codes: start with the 639-1 language subtag, add a script subtag when it matters (zh-Hans versus zh-Hant), then a region subtag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Code Validator — check any ISO 639 code  [JAH-LCODS-000003]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validator checks whether a string is a real ISO 639 code and tells you which set it belongs to: two letters means 639-1, three letters means 639-2 or 639-3, and the T/B split only affe…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Language Family Explorer — group the codes by family  [JAH-LCODS-000004]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explorer groups this database's languages by family so you can see the structure: Germanic (English, German, Dutch, Swedish), Romance (Spanish, French, Portuguese, Italian), and the 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Macrolanguage Notes — Chinese and Arabic explained  [JAH-LCODS-000005]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Signature guide explains macrolanguages: ISO 639-3 groups closely related varieties under one umbrella code — 'zho' for Chinese, 'ara' for Arabic — while the individual varieties get their own 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utility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JAH-LCODS-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Language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language-code tools, tag builders, and guides.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https://justinahiggins614-cmyk.github.io/jah-databases/db/language-codes-iso-639-signature/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https://justinahiggins614-cmyk.github.io/jah-databases-data-1/data/language-codes-iso-639-signature/index.jsonl.gz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
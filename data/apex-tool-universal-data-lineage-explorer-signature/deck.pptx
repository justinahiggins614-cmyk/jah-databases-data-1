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data-lineage-explorer-signature/" TargetMode="External"/><Relationship Id="rId3" Type="http://schemas.openxmlformats.org/officeDocument/2006/relationships/hyperlink" Target="https://justinahiggins614-cmyk.github.io/jah-databases-data-1/data/apex-tool-universal-data-lineage-explor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Data Lineage Explorer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Traces information through every recorded transformation, derivation, combination, and reuse — the full biography of every 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Data Lineage Explorer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Traces information through every recorded transformation, derivation, combination, and reuse — the full biography of every fact.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Lineage Explorer is  [JAH-APX18S-000001]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Lineage Completeness Grades: every lineage…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Lineage event data model  [JAH-APX18S-000002]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Lineage Completeness Grades: every lineage record is graded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Lineage capture algorithm  [JAH-APX18S-000003]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Lineage Completeness Grades: every lineage record is graded A through F on how much of the transfo…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Biography assembly algorithm  [JAH-APX18S-000004]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Lineage Completeness Grades: every lineage record is graded A through F on how much of the transf…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Lineage query interface specification  [JAH-APX18S-000005]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Lineage Completeness Grades: every lineage record is graded A through F on how much of the transformation chai…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Data Lineage Explorer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Traces information through every recorded transformation, derivation, combination, and reuse — the full biography of every 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https://justinahiggins614-cmyk.github.io/jah-databases/db/apex-tool-universal-data-lineage-explorer-signature/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https://justinahiggins614-cmyk.github.io/jah-databases-data-1/data/apex-tool-universal-data-lineage-explorer-signature/index.jsonl.gz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
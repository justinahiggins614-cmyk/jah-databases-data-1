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ognitive-workflow/" TargetMode="External"/><Relationship Id="rId3" Type="http://schemas.openxmlformats.org/officeDocument/2006/relationships/hyperlink" Target="https://justinahiggins614-cmyk.github.io/jah-databases-data-1/data/ai-cognitive-workflow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Cognitive Workflow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Cognitive workflows for AI agents: planning, tool use, memory, and multi-step task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Cognitive Workflow Database holds 20 cognitive workflow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Cognitive workflows for AI agents: planning, tool use, memory, and multi-step task orchestration.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Plan-Then-Execute  [JAH-ACW-000001]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Agents plan the full workflow before acting; the plan is reviewed. Planning gets deliberate. Execution gets guided.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Replanning on Failure  [JAH-ACW-000002]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Failed steps trigger replanning; the workflow adapts. Adaptation gets automatic. Failures get recovered.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Tool Selection in Workflows  [JAH-ACW-000003]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step selects its tools; the selection is contextual. Tools get chosen. Steps get equipped.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Working Memory Management  [JAH-ACW-000004]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Context is managed like working memory: relevant kept, old summarized. Memory gets curated. Contexts get long.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Episodic Memory for Agents  [JAH-ACW-000005]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Past episodes are stored and retrieved; the agent learns from history. History gets useful. Agents get experienced.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cognitive workflow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JAH-ACW-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Orchestrator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Cognitive workflows for AI agents: planning, tool use, memory, and multi-step task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https://justinahiggins614-cmyk.github.io/jah-databases/db/ai-cognitive-workflow/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https://justinahiggins614-cmyk.github.io/jah-databases-data-1/data/ai-cognitive-workflow/index.jsonl.gz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
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azerbaijani/" TargetMode="External"/><Relationship Id="rId3" Type="http://schemas.openxmlformats.org/officeDocument/2006/relationships/hyperlink" Target="https://justinahiggins614-cmyk.github.io/jah-databases-data-1/data/names-azerbaijani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Azerbaijani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Real Azerbaijani first names, surnames, and place names with meanings, origins, and naming conventions.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Azerbaijani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Azerbaijani first names, surnames, and place names with meanings, origins, and naming conventions.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name record compiled from established etymological and onomastic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Ali - Azerbaijani masculine given name  [JAH-NMA2-000001]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Ali is a masculine given name in Azerbaijani. Meaning: Exalted..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Leyla - Azerbaijani feminine given name  [JAH-NMA2-000002]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Leyla is a feminine given name in Azerbaijani. Meaning: Night..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Elvin - Azerbaijani masculine given name  [JAH-NMA2-000003]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Elvin is a masculine given name in Azerbaijani. Meaning: A modern boys' name..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Aysel - Azerbaijani feminine given name  [JAH-NMA2-000004]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Aysel is a feminine given name in Azerbaijani. Meaning: Moonlight. Ay (moon) + sel (flood of light).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Tural - Azerbaijani masculine given name  [JAH-NMA2-000005]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Tural is a masculine given name in Azerbaijani. Meaning: A modern boys' name..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JAH-NMA2-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Azerbaijani Names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Azerbaijani first names, surnames, and place names with meanings, origins, and naming conventions.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https://justinahiggins614-cmyk.github.io/jah-databases/db/names-azerbaijani/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https://justinahiggins614-cmyk.github.io/jah-databases-data-1/data/names-azerbaijani/index.jsonl.gz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
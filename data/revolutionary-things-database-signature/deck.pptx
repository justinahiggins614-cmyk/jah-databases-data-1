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volutionary-things-database-signature/" TargetMode="External"/><Relationship Id="rId3" Type="http://schemas.openxmlformats.org/officeDocument/2006/relationships/hyperlink" Target="https://justinahiggins614-cmyk.github.io/jah-databases-data-1/data/revolutionary-things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Revolutionary Things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revolutionary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Revolutionary Things Database holds 15 concepts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revolutionary concepts.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concept by Justin Addam Higgins (JAH) — his idea, not established history.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Signature Engine  [JAH-REVS-000001]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revolutionary concept by Justin Addam Higgins: the engine behind this very archive — idea in, working database out, at a pace institutions cannot match.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Totalon Field Theory  [JAH-REVS-000002]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revolutionary concept by Justin Addam Higgins: if change comes in discrete totalon units, systems can be designed jump by jump.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Million March  [JAH-REVS-000003]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revolutionary concept by Justin Addam Higgins: every record counted, every count derived, no padding — the march is the proof.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Merica-L Assistance  [JAH-REVS-000004]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revolutionary concept by Justin Addam Higgins: assistance that knows everything its network knows — held back until the foundation is finished.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Boundless Generation  [JAH-REVS-000005]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revolutionary concept by Justin Addam Higgins: same seed, same record, forever — generation you can audit like arithmetic.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concept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JAH-REVS-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Revolutionary Things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revolutionary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https://justinahiggins614-cmyk.github.io/jah-databases/db/revolutionary-things-database-signature/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https://justinahiggins614-cmyk.github.io/jah-databases-data-1/data/revolutionary-things-database-signature/index.jsonl.gz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
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stributed-computation-recovery-signature/" TargetMode="External"/><Relationship Id="rId3" Type="http://schemas.openxmlformats.org/officeDocument/2006/relationships/hyperlink" Target="https://justinahiggins614-cmyk.github.io/jah-databases-data-1/data/distributed-computation-recove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Computation Recovery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distributed-recovery methods — original techniques for computations that survive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Computation Recovery Database holds 20 signature distributed recovery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distributed-recovery methods — original techniques for computations that survive anything.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lineage-first  [JAH-DISTRI2-S-000001]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data practice: record lineage; recompute beats re-store.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checkpoint-budget  [JAH-DISTRI2-S-000002]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HPC practice: checkpoint cost budgeted against recompute.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replicate-critical  [JAH-DISTRI2-S-000003]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availability practice: replicate what must not stop.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erasure-for-cold  [JAH-DISTRI2-S-000004]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storage practice: erasure codes for cold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idempotent-retry  [JAH-DISTRI2-S-000005]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task practice: tasks idempotent, retries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distributed recovery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JAH-DISTRI2-S-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Distributed Recovery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distributed-recovery methods — original techniques for computations that survive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https://justinahiggins614-cmyk.github.io/jah-databases/db/distributed-computation-recovery-signature/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https://justinahiggins614-cmyk.github.io/jah-databases-data-1/data/distributed-computation-recovery-signature/index.jsonl.gz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
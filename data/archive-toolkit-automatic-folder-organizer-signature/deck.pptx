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tomatic-folder-organizer-signature/" TargetMode="External"/><Relationship Id="rId3" Type="http://schemas.openxmlformats.org/officeDocument/2006/relationships/hyperlink" Target="https://justinahiggins614-cmyk.github.io/jah-databases-data-1/data/archive-toolkit-automatic-folder-organi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Automatic Folder Organizer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Files every document into the right collection by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Automatic Folder Organizer Database holds 15 organization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Files every document into the right collection by rule.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Automatic Folder Organizer: a plain-language overview (Signature)  [JAH-ATK171S-000001]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Automatic Folder Organizer does and why archives need it. Signature original. The Signature folder steward files by stamped rules: every move records which rule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Automatic Folder Organizer works (Signature)  [JAH-ATK171S-000002]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Automatic Folder Organizer does and why archives need it. Signature original. The Signature method treats rules as a versioned rulebook: each rule has a priority,…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Automatic Folder Organizer works: the deep tour (Signature)  [JAH-ATK171S-000003]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Automatic Folder Organizer does and why archives need it. Signature original. The Signature method treats rules as a versioned rulebook: each rule has a priority,…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Rule-based filing engine: the simple idea (Signature)  [JAH-ATK171S-000004]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rule-based filing engine - how it works inside the Automatic Folder Organizer. Signature original. The Signature folder steward files by stamped rules: every move recor…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Rule-based filing engine in practice (Signature)  [JAH-ATK171S-000005]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rule-based filing engine - how it works inside the Automatic Folder Organizer. Signature original. The Signature method treats rules as a versioned rulebook: each rule…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organization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Folder Steward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Files every document into the right collection by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https://justinahiggins614-cmyk.github.io/jah-databases/db/archive-toolkit-automatic-folder-organizer-signature/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https://justinahiggins614-cmyk.github.io/jah-databases-data-1/data/archive-toolkit-automatic-folder-organizer-signature/index.jsonl.gz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
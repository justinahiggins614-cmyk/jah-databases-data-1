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ynamic-tag-generator/" TargetMode="External"/><Relationship Id="rId3" Type="http://schemas.openxmlformats.org/officeDocument/2006/relationships/hyperlink" Target="https://justinahiggins614-cmyk.github.io/jah-databases-data-1/data/archive-toolkit-dynamic-tag-gene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Dynamic Tag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Creates searchable tags from content and metadata.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Dynamic Tag Generator Database holds 15 tagging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searchable tags from content and metadata.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Dynamic Tag Generator: a plain-language overview  [JAH-ATK172-000001]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Dynamic Tag Generator does and why archives need it. A dynamic tag generator reads a record and invents the labels that describe it — topics, names, places, dates. It picks the wor…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Dynamic Tag Generator works  [JAH-ATK172-000002]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Dynamic Tag Generator does and why archives need it. Real taggers extract keywords with TF-IDF or TextRank, pull named entities (people, places, organizations) as entity tags,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Dynamic Tag Generator works: the deep tour  [JAH-ATK172-000003]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Dynamic Tag Generator does and why archives need it. Real taggers extract keywords with TF-IDF or TextRank, pull named entities (people, places, organizations) as entity tags,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TF-IDF keyword extraction: the simple idea  [JAH-ATK172-000004]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TF-IDF keyword extraction - how it works inside the Dynamic Tag Generator. A dynamic tag generator reads a record and invents the labels that describe it — topics, names, places, dates.…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TF-IDF keyword extraction in practice  [JAH-ATK172-000005]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TF-IDF keyword extraction - how it works inside the Dynamic Tag Generator. Real taggers extract keywords with TF-IDF or TextRank, pull named entities (people, places, organizations) as 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tagging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JAH-ATK172-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Tag Smith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searchable tags from content and metadata.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https://justinahiggins614-cmyk.github.io/jah-databases/db/archive-toolkit-dynamic-tag-generator/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https://justinahiggins614-cmyk.github.io/jah-databases-data-1/data/archive-toolkit-dynamic-tag-generator/index.jsonl.gz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
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mpressed-inverted-indices-signature/" TargetMode="External"/><Relationship Id="rId3" Type="http://schemas.openxmlformats.org/officeDocument/2006/relationships/hyperlink" Target="https://justinahiggins614-cmyk.github.io/jah-databases-data-1/data/compressed-inverted-indic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Compressed Inverted Indices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search engines store billions of postings in megabytes: gap encoding, bitmaps, skip lists, and the codecs real systems use — with runnable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Compressed Inverted Indices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search engines store billions of postings in megabytes: gap encoding, bitmaps, skip lists, and the codecs real systems use — with runnable demos.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Postings lists  [JAH-CII-S-000001]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inverted index maps every term to a postings list — the sorted document ids containing that term, plus positions for phrase queries. The list is the unit of retrieval: a query for two terms inters…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Gap (d-gap) encoding  [JAH-CII-S-000002]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Document ids in a postings list are sorted, so instead of storing each full id we store the gap to the previous one — small numbers dominate, and small numbers compress well. A list like [1000, 1005,…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Variable-byte (vByte) codes  [JAH-CII-S-000003]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Variable-byte encoding stores each integer in 7-bit chunks with a continuation bit, so small gaps take one byte and large ones take more. It decodes fast with simple loops and needs no tables, which…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Elias-Fano encoding  [JAH-CII-S-000004]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Elias-Fano stores a sorted integer sequence in close to the information-theoretic minimum space while still supporting random access. It splits each value into high and low bits: low bits in a flat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Roaring bitmaps  [JAH-CII-S-000005]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Roaring bitmaps store sets of 32-bit integers as 65,536 containers keyed by the high 16 bits: sparse containers are sorted arrays, dense ones are 8KB bitmaps, and long runs become run-length containe…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JAH-CII-S-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Compressed Inverted Indices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search engines store billions of postings in megabytes: gap encoding, bitmaps, skip lists, and the codecs real systems use — with runnable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https://justinahiggins614-cmyk.github.io/jah-databases/db/compressed-inverted-indices-signature/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https://justinahiggins614-cmyk.github.io/jah-databases-data-1/data/compressed-inverted-indices-signature/index.jsonl.gz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
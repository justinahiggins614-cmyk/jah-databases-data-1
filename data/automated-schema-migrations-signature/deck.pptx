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mated-schema-migrations-signature/" TargetMode="External"/><Relationship Id="rId3" Type="http://schemas.openxmlformats.org/officeDocument/2006/relationships/hyperlink" Target="https://justinahiggins614-cmyk.github.io/jah-databases-data-1/data/automated-schema-migration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Automated Schema Migrations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Evolve database schemas safely — migration frameworks, online DDL, and zero-downtime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Automated Schema Migrations Database holds 15 schema migration tools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Evolve database schemas safely — migration frameworks, online DDL, and zero-downtime strategies.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SigMigrate-Core  [JAH-AUTOMA4-S-000001]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versioned migrations with automatic online-DDL planning. Migrations written in SigSchema DSL; strategy: planned online; rollback: auto reverse.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SigMigrate-Zero  [JAH-AUTOMA4-S-000002]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zero-downtime migrations verified against production traffic shadows. Migrations written in SigSchema DSL; strategy: shadow-verified; rollback: instant.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SigSchema-DSL  [JAH-AUTOMA4-S-000003]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declarative schema language diffing to minimal migration plans. Migrations written in SigSchema DSL; strategy: declarative diff; rollback: inverse plan.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SigMigrate-Data  [JAH-AUTOMA4-S-000004]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data migrations with backfill batching and progress tracking. Migrations written in SigScript; strategy: batched backfill; rollback: compensating writes.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SigMigrate-Branch  [JAH-AUTOMA4-S-000005]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branch-based schema dev with merge-time conflict detection. Migrations written in branches; strategy: branch + merge; rollback: branch drop.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schema migration tool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JAH-AUTOMA4-S-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Migration Architect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Evolve database schemas safely — migration frameworks, online DDL, and zero-downtime strategies.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https://justinahiggins614-cmyk.github.io/jah-databases/db/automated-schema-migrations-signature/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https://justinahiggins614-cmyk.github.io/jah-databases-data-1/data/automated-schema-migrations-signature/index.jsonl.gz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
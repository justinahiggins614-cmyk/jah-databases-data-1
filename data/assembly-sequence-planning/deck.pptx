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ssembly-sequence-planning/" TargetMode="External"/><Relationship Id="rId3" Type="http://schemas.openxmlformats.org/officeDocument/2006/relationships/hyperlink" Target="https://justinahiggins614-cmyk.github.io/jah-databases-data-1/data/assembly-sequence-plann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Assembly Sequence Planning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The order things go together — sequences, precedence, tooling, and time estimates.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Assembly Sequence Planning Database holds 20 assembly sequence plans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order things go together — sequences, precedence, tooling, and time estimates.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Bicycle: fastener-first frame  [JAH-ASSEMB-000001]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bicycle frame goes together fastener-first: all threaded inserts before tubes are joined.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Engine: subassembly build  [JAH-ASSEMB-000002]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engine builds as subassemblies — heads, block, accessories — then marries on the line.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Bookshelf: top-down  [JAH-ASSEMB-000003]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bookshelf assembles top-down: top panel first, then sides hang from it.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Drone: bottom-up  [JAH-ASSEMB-000004]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drone stacks bottom-up: frame, then electronics, then shell closes over.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Phone: robotic cell  [JAH-ASSEMB-000005]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Phones assemble in a robotic cell: precise, fast, and consistent. Humans handle QA.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assembly sequence plan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JAH-ASSEMB-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Assembly Sequence Planner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The order things go together — sequences, precedence, tooling, and time estimates.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https://justinahiggins614-cmyk.github.io/jah-databases/db/assembly-sequence-planning/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https://justinahiggins614-cmyk.github.io/jah-databases-data-1/data/assembly-sequence-planning/index.jsonl.gz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
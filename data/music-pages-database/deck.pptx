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sic-pages-database/" TargetMode="External"/><Relationship Id="rId3" Type="http://schemas.openxmlformats.org/officeDocument/2006/relationships/hyperlink" Target="https://justinahiggins614-cmyk.github.io/jah-databases-data-1/data/music-page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Music Pages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genre of music as note-level music pages — real playable sequences with a working in-page player.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Music Pages Database holds 15 music 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genre of music as note-level music pages — real playable sequences with a working in-page player.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C Major Scale  [JAH-MUSPG-000001]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 major scale is the foundation of Western music: eight whole-and-half steps with no sharps or flats. Every pianist learns it first because the pattern of tones and semitones it teaches — W-W-H-W…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A Natural Minor Scale  [JAH-MUSPG-000002]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natural minor shares its key signature with C major but starts on A, giving music its sadder, darker color. The pattern W-H-W-W-H-W-W is the relative-minor twin of the major scale. Played here asce…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Twelve-Bar Blues in C  [JAH-MUSPG-000003]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twelve-bar blues is the chassis of rock, jazz, and R&amp;B: twelve bars cycling I–I–I–I–IV–IV–I–I–V–IV–I–V. Each chord below is a dominant-seventh voicing held one full bar at 96 BPM, exactly how a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Ode to Joy — Beethoven  [JAH-MUSPG-000004]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Beethoven's Ninth Symphony finale (1824) gave the world the most-sung melody ever written, and it is long out of copyright. The opening phrase climbs stepwise E–E–F–G, the textbook example of a folk-…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 Minor Pentatonic Scale  [JAH-MUSPG-000005]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Five notes — A, C, D, E, G — power nearly all rock and blues lead guitar. The minor pentatonic cannot clash badly with a minor-key backing track, which is why beginners solo with it first. Ascending…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music 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JAH-MUSPG-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Music Pages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genre of music as note-level music pages — real playable sequences with a working in-page player.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https://justinahiggins614-cmyk.github.io/jah-databases/db/music-pages-database/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https://justinahiggins614-cmyk.github.io/jah-databases-data-1/data/music-pages-database/index.jsonl.gz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
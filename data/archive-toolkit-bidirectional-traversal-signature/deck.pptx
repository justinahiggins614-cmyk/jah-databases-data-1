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bidirectional-traversal-signature/" TargetMode="External"/><Relationship Id="rId3" Type="http://schemas.openxmlformats.org/officeDocument/2006/relationships/hyperlink" Target="https://justinahiggins614-cmyk.github.io/jah-databases-data-1/data/archive-toolkit-bidirectional-traversal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Bidirectional traversal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Searches outward from both the question and a target concept, then connects the paths.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Bidirectional traversal Database holds 15 traversal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Searches outward from both the question and a target concept, then connects the paths.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Bidirectional Traversal: Signature Twin Tunnels (Foundation)  [JAH-ATK305S-00001]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Bidirectional Traversal: Signature Twin Tunnels (Operation)  [JAH-ATK305S-00002]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Bidirectional Traversal: Signature Twin Tunnels (Mastery)  [JAH-ATK305S-00003]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Bidirectional Traversal: Signature Breakthrough (Foundation)  [JAH-ATK305S-00004]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Bidirectional Traversal: Signature Breakthrough (Operation)  [JAH-ATK305S-00005]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traversal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JAH-ATK305S-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Two-Way Scout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Searches outward from both the question and a target concept, then connects the paths.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https://justinahiggins614-cmyk.github.io/jah-databases/db/archive-toolkit-bidirectional-traversal-signature/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https://justinahiggins614-cmyk.github.io/jah-databases-data-1/data/archive-toolkit-bidirectional-traversal-signature/index.jsonl.gz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
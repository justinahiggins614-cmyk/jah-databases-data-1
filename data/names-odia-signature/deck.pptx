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odia-signature/" TargetMode="External"/><Relationship Id="rId3" Type="http://schemas.openxmlformats.org/officeDocument/2006/relationships/hyperlink" Target="https://justinahiggins614-cmyk.github.io/jah-databases-data-1/data/names-odia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Odia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Odia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Odia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Odia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Jagannath ଜଗନ୍ନାଥ - sound, structure, and naming power  [JAH-NMOS-000001]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Odia masculine name Jagannath ଜଗନ୍ନାଥ. Sound: 3 syllables, firm consonant close. Structure: The presiding deity of Puri; a leading boys' name.. Recorded meaning: Lord of…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Subhadra - sound, structure, and naming power  [JAH-NMOS-000002]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Odia feminine name Subhadra. Sound: 3 syllables, open vowels. Structure: Sister of Krishna in tradition.. Recorded meaning: Auspicious. Naming power: the name is short,…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Biju - sound, structure, and naming power  [JAH-NMOS-000003]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Odia masculine name Biju. Sound: 2 syllables, open vowels. Structure: A traditional name of this language.. Recorded meaning: A classic Odia boys' name.. Naming power: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Sasmita - sound, structure, and naming power  [JAH-NMOS-000004]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Odia feminine name Sasmita. Sound: 3 syllables, open vowels. Structure: A popular girls' name.. Recorded meaning: Smiling. Naming power: the name is short, sayable,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Odia naming framework  [JAH-NMOS-000005]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Odia names. Forging a new Signature name runs in four passes: sound (two to four syllables that read aloud cleanly), meaning (one plain-language gloss, never a paragr…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JAH-NMOS-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Odia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Odia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https://justinahiggins614-cmyk.github.io/jah-databases/db/names-odia-signature/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https://justinahiggins614-cmyk.github.io/jah-databases-data-1/data/names-odia-signature/index.jsonl.gz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
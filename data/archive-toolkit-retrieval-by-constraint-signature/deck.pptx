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trieval-by-constraint-signature/" TargetMode="External"/><Relationship Id="rId3" Type="http://schemas.openxmlformats.org/officeDocument/2006/relationships/hyperlink" Target="https://justinahiggins614-cmyk.github.io/jah-databases-data-1/data/archive-toolkit-retrieval-by-constrain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Retrieval-by-Constraint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records satisfying several simultaneous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Retrieval-by-Constraint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satisfying several simultaneous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Constraint language — Retrieval-by-Constraint (Signature)  [JAH-ATK209S-0001]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Retrieval-by-constraint treats a search as a satisfaction proble…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Selectivity-ordered planning — Retrieval-by-Constraint (Signature)  [JAH-ATK209S-0002]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Retrieval-by-constraint treats a search as a satisfaction proble…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Range index scans — Retrieval-by-Constraint (Signature)  [JAH-ATK209S-0003]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Retrieval-by-constraint treats a search as a satisfaction proble…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Facet counting — Retrieval-by-Constraint (Signature)  [JAH-ATK209S-0004]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Retrieval-by-constraint treats a search as a satisfaction proble…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Constraint relaxation — Retrieval-by-Constraint (Signature)  [JAH-ATK209S-0005]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Retrieval-by-constraint treats a search as a satisfaction proble…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Retrieval-by-Constraint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satisfying several simultaneous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https://justinahiggins614-cmyk.github.io/jah-databases/db/archive-toolkit-retrieval-by-constraint-signature/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https://justinahiggins614-cmyk.github.io/jah-databases-data-1/data/archive-toolkit-retrieval-by-constraint-signature/index.jsonl.gz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
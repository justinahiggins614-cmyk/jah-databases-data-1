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punjabi/" TargetMode="External"/><Relationship Id="rId3" Type="http://schemas.openxmlformats.org/officeDocument/2006/relationships/hyperlink" Target="https://justinahiggins614-cmyk.github.io/jah-databases-data-1/data/names-punjab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Punjabi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Punjabi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Punjabi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Punjabi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Harpreet ਹਰਪ੍ਰੀਤ - Punjabi unisex given name  [JAH-NMP3-000001]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Harpreet (ਹਰਪ੍ਰੀਤ) is a unisex given name in Punjabi. Meaning: Love of God. From Har (God) + preet (love); unisex.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Simran ਸਿਮਰਨ - Punjabi feminine given name  [JAH-NMP3-000002]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Simran (ਸਿਮਰਨ) is a feminine given name in Punjabi. Meaning: Remembrance (of God). Devotional meditation; a leading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Gurpreet ਗੁਰਪ੍ਰੀਤ - Punjabi unisex given name  [JAH-NMP3-000003]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Gurpreet (ਗੁਰਪ੍ਰੀਤ) is a unisex given name in Punjabi. Meaning: Love of the Guru. Unisex; devotion to the teacher.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Arshdeep ਅਰਸ਼ਦੀਪ - Punjabi masculine given name  [JAH-NMP3-000004]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Arshdeep (ਅਰਸ਼ਦੀਪ) is a masculine given name in Punjabi. Meaning: Lamp of the sky. A modern boys'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Navjot ਨਵਜੋਤ - Punjabi feminine given name  [JAH-NMP3-000005]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Navjot (ਨਵਜੋਤ) is a feminine given name in Punjabi. Meaning: New light. A graceful girls'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JAH-NMP3-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Punjabi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Punjabi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https://justinahiggins614-cmyk.github.io/jah-databases/db/names-punjabi/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https://justinahiggins614-cmyk.github.io/jah-databases-data-1/data/names-punjabi/index.jsonl.gz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
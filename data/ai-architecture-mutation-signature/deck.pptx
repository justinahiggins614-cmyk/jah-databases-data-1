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architecture-mutation-signature/" TargetMode="External"/><Relationship Id="rId3" Type="http://schemas.openxmlformats.org/officeDocument/2006/relationships/hyperlink" Target="https://justinahiggins614-cmyk.github.io/jah-databases-data-1/data/ai-architecture-mut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Architecture Mutation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Mutating AI architectures: operators, schedules, and results of evolving neural network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Architecture Mutation Database holds 20 architecture mutation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Mutating AI architectures: operators, schedules, and results of evolving neural network structure.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Growth Gardener  [JAH-AAM-S-000001]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architecture growth: the mutations are planted, the fit tended. The garden grows strong networks. Growth gets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Widening Gardener  [JAH-AAM-S-000002]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widening: the splits are tended, the capacity bloomed. The garden doubles. Capacity gets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Kernel Tailor  [JAH-AAM-S-000003]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tailor for kernels: the resize is fitted, the field measured. The tailoring is bespoke. Kernels get fitted.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Flow Rerouter  [JAH-AAM-S-000004]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reroutes gradient flow like a river engineer: the skips are placed, the depths irrigated. The engineering works. Training gets irrigated.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Curve Tuner  [JAH-AAM-S-000005]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tunes activation curves like instruments: the swap is heard, the best kept. The tuning is musical. Functions get harmonious.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architecture mutation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JAH-AAM-S-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Mutator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Mutating AI architectures: operators, schedules, and results of evolving neural network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https://justinahiggins614-cmyk.github.io/jah-databases/db/ai-architecture-mutation-signature/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https://justinahiggins614-cmyk.github.io/jah-databases-data-1/data/ai-architecture-mutation-signature/index.jsonl.gz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
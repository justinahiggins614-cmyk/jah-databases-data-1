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framework-migration-bots/" TargetMode="External"/><Relationship Id="rId3" Type="http://schemas.openxmlformats.org/officeDocument/2006/relationships/hyperlink" Target="https://justinahiggins614-cmyk.github.io/jah-databases-data-1/data/automated-framework-migration-bo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Framework Migration Bots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Framework Migration Bots Database holds 15 migration bots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Codemod Transforms  [JAH-AFMB-000001]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Rewrites code mechanically with AST-based transforms - renaming APIs, restructuring imports - across thousands of files identically. Codemods make large migrations feasible: humans review, machines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Mapping Tables  [JAH-AFMB-000002]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old APIs to new ones - signatures, semantics, edge cases - in reviewable tables that drive the codemods. Mapping tables are the migration's source of truth.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Deprecation Scanning  [JAH-AFMB-000003]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Scans the codebase for deprecated API usage, reporting what must migrate and where. Scanning turns 'we should migrate' into a concrete work list.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Automated PRs  [JAH-AFMB-000004]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Opens pull requests with migrated code, tests, and explanations - humans review and merge. Automated PRs scale migration across hundreds of repositories.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Test Migration  [JAH-AFMB-000005]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Migrates the test suite alongside the code, updating assertions to the new framework's idioms. Migrated tests prove the migration worked - unmigrated tests prove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migration bot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JAH-AFMB-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Migration Bot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https://justinahiggins614-cmyk.github.io/jah-databases/db/automated-framework-migration-bots/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https://justinahiggins614-cmyk.github.io/jah-databases-data-1/data/automated-framework-migration-bots/index.jsonl.gz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
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uyghur/" TargetMode="External"/><Relationship Id="rId3" Type="http://schemas.openxmlformats.org/officeDocument/2006/relationships/hyperlink" Target="https://justinahiggins614-cmyk.github.io/jah-databases-data-1/data/names-uyghu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Uyghur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Common Uyghur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Uyghur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Uyghur first names, surnames and place names — real meanings, origins and naming customs.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record: name documented from public linguistic and onomastic sources.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Aynur — Uyghur given name  [JAH-NMU5-000001]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Aynur is a feminine given name in Uyghur. It is written ئاينۇر in the native script. It means "moonlight", from Turkic ay (moon) + Arabic nur (light). A luminous feminine name: moon + light.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Erkin — Uyghur given name  [JAH-NMU5-000002]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Erkin is a masculine given name in Uyghur. It is written ئەركىن in the native script. It means "free, independent", from Turkic. A masculine name expressing freedom.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Alim — Uyghur given name  [JAH-NMU5-000003]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Alim is a masculine given name in Uyghur. It is written ئالىم in the native script. It means "scholar, learned", from Arabic. A masculine name honoring learning.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Adil — Uyghur given name  [JAH-NMU5-000004]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Adil is a masculine given name in Uyghur. It is written ئادىل in the native script. It means "just, fair", from Arabic. A masculine name meaning just.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Reyhangul — Uyghur given name  [JAH-NMU5-000005]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Reyhangul is a feminine given name in Uyghur. It is written رەيھانگۈل in the native script. It means "basil flower", from Persian reyhan (basil) + Turkic gul (flower). A fragrant feminine name.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JAH-NMU5-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Uyghur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Uyghur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https://justinahiggins614-cmyk.github.io/jah-databases/db/names-uyghur/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https://justinahiggins614-cmyk.github.io/jah-databases-data-1/data/names-uyghur/index.jsonl.gz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
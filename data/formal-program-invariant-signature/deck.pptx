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formal-program-invariant-signature/" TargetMode="External"/><Relationship Id="rId3" Type="http://schemas.openxmlformats.org/officeDocument/2006/relationships/hyperlink" Target="https://justinahiggins614-cmyk.github.io/jah-databases-data-1/data/formal-program-invariant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Formal Program Invariant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Invariant inference and checking: the logical truths that programs maintain, found automatically.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Formal Program Invariant Database holds 20 program invariant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Invariant inference and checking: the logical truths that programs maintain, found automatically.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Invariant Loom  [JAH-FPI-S-000001]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looms likely invariants from tests, types, and names into candidate properties, then proves or refutes each. The loom turns hunches into theorems or discards them. Codebases gain…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Contract Scribe  [JAH-FPI-S-000002]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scribes contracts from the code by observing preconditions across calls and postconditions across returns. The scribe writes what the code actually promises. Contracts emerge fro…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Loop Bard  [JAH-FPI-S-000003]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bard that tells the story of each loop: what it maintains, what it achieves, and why it ends. The bard's tale is the loop invariant in prose. Loops become legible.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Assertion Gardener  [JAH-FPI-S-000004]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assertions by planting them where invariants are strongest and pruning the redundant. The garden has exactly the assertions that matter. Checking is focused.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Abstraction Cartographer  [JAH-FPI-S-000005]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maps the abstract interpretation as a territory, showing where precision is lost. The cartographer suggests where to refine. Analysis becomes navigable.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program invariant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JAH-FPI-S-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Invariant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Invariant inference and checking: the logical truths that programs maintain, found automatically.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https://justinahiggins614-cmyk.github.io/jah-databases/db/formal-program-invariant-signature/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https://justinahiggins614-cmyk.github.io/jah-databases-data-1/data/formal-program-invariant-signature/index.jsonl.gz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
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gujarati/" TargetMode="External"/><Relationship Id="rId3" Type="http://schemas.openxmlformats.org/officeDocument/2006/relationships/hyperlink" Target="https://justinahiggins614-cmyk.github.io/jah-databases-data-1/data/names-gujarat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Gujarati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Gujarati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Gujarati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Gujarati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Amit - Gujarati masculine given name  [JAH-NMG2-000001]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Amit is a masculine given name in Gujarati. Meaning: Infinite. From Sanskrit amita.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Priya - Gujarati feminine given name  [JAH-NMG2-000002]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Priya is a feminine given name in Gujarati. Meaning: Beloved..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Rajesh - Gujarati masculine given name  [JAH-NMG2-000003]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Rajesh is a masculine given name in Gujarati. Meaning: King of kings..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Meera - Gujarati feminine given name  [JAH-NMG2-000004]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Meera is a feminine given name in Gujarati. Meaning: The poet-saint Mirabai's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Hiren - Gujarati masculine given name  [JAH-NMG2-000005]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Hiren is a masculine given name in Gujarati. Meaning: A modern boys'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JAH-NMG2-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Gujarati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Gujarati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https://justinahiggins614-cmyk.github.io/jah-databases/db/names-gujarati/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https://justinahiggins614-cmyk.github.io/jah-databases-data-1/data/names-gujarati/index.jsonl.gz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
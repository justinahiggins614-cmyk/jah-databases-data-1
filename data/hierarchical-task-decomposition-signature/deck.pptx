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hierarchical-task-decomposition-signature/" TargetMode="External"/><Relationship Id="rId3" Type="http://schemas.openxmlformats.org/officeDocument/2006/relationships/hyperlink" Target="https://justinahiggins614-cmyk.github.io/jah-databases-data-1/data/hierarchical-task-decomposi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Hierarchical Task Decomposition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Breaking big goals into executable pieces: goal trees, work breakdowns, dependencies, and critical paths.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Hierarchical Task Decomposition Database holds 15 task nodes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Breaking big goals into executable pieces: goal trees, work breakdowns, dependencies, and critical paths.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 (JAH). Signature-labeled completion - an original work,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Uncertainty-Weighted Goal Trees  [JAH-HIERAR-S-000001]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each node carries an uncertainty estimate, and planning effort flows to the most uncertain branches first - de-risking where risk actually lives. Estimates are calibrated from 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Living WBS  [JAH-HIERAR-S-000002]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the WBS stays editable as discovery happens, with changes versioned and impact-analyzed - scope evolves without chaos. Every change records its rationale. Signature-labeled; an…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Auto-Discovered Dependency DAGs  [JAH-HIERAR-S-000003]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the DAG is discovered from code and artifact analysis, not just human declaration - catching the dependencies people forget to mention. Discovered edges are confirmed by owners.…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Buffer-Guarded Critical Path  [JAH-HIERAR-S-000004]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the critical path carries explicit buffers sized by task uncertainty, and buffer consumption is the project's early-warning metric. Burning buffer pages before missing dates. Si…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Evidence-Based Rollups  [JAH-HIERAR-S-000005]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rollup percentages derive from completed evidence - merged PRs, passing tests - not self-reported guesses. Status reflects reality by construction. Signature-labeled; an origina…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task node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JAH-HIERAR-S-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Task Planner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Breaking big goals into executable pieces: goal trees, work breakdowns, dependencies, and critical paths.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https://justinahiggins614-cmyk.github.io/jah-databases/db/hierarchical-task-decomposition-signature/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https://justinahiggins614-cmyk.github.io/jah-databases-data-1/data/hierarchical-task-decomposition-signature/index.jsonl.gz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
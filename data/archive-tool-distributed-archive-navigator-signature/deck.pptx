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istributed-archive-navigator-signature/" TargetMode="External"/><Relationship Id="rId3" Type="http://schemas.openxmlformats.org/officeDocument/2006/relationships/hyperlink" Target="https://justinahiggins614-cmyk.github.io/jah-databases-data-1/data/archive-tool-distributed-archive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Archive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Archive Navigator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Consistent Hash Ring — Core Method  [JAH-AT15S-000001]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consistent hash ring assigns both servers and records to positions on a circle, and each record belongs to the first server clockwise from its position.…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Consistent Hash Ring — Compounded Pattern  [JAH-AT15S-000002]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consistent hash ring assigns both servers and records to positions on a circle, and each record belongs to the first server clockwise from its position.…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Consistent Hash Ring — Full-System Integration  [JAH-AT15S-000003]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consistent hash ring assigns both servers and records to positions on a circle, and each record belongs to the first server clockwise from its position.…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Request Routing — Core Method  [JAH-AT15S-000004]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Once the ring says which node owns a record, the router forwards the request there — directly from the client when the ring is public, or through a coordin…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Request Routing — Compounded Pattern  [JAH-AT15S-000005]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Once the ring says which node owns a record, the router forwards the request there — directly from the client when the ring is public, or through a coordin…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Distributed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access across computers, servers, cloud systems, and local storage.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https://justinahiggins614-cmyk.github.io/jah-databases/db/archive-tool-distributed-archive-navigator-signature/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https://justinahiggins614-cmyk.github.io/jah-databases-data-1/data/archive-tool-distributed-archive-navigator-signature/index.jsonl.gz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
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iler-flag-auto-tuning/" TargetMode="External"/><Relationship Id="rId3" Type="http://schemas.openxmlformats.org/officeDocument/2006/relationships/hyperlink" Target="https://justinahiggins614-cmyk.github.io/jah-databases-data-1/data/compiler-flag-auto-tuning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Compiler Flag Auto-Tuning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Compiler Flag Auto-Tuning Database holds 15 flag auto-tuners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OpenTuner  [JAH-CFAT-000001]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extensible framework with ensembles of search techniques for program autotuning. Searches flag spaces via ensemble search. Result: best config.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Collective Mind / cTuning  [JAH-CFAT-000002]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Crowdsourced optimization sharing tuning knowledge across machines. Searches flags + params via crowdsourced ML. Result: shared models.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Milepost GCC  [JAH-CFAT-000003]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Machine-learning driven GCC optimization using program features. Searches optimization passes via ML prediction. Result: per-program flags.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ATLAS  [JAH-CFAT-000004]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Automatically Tuned Linear Algebra Software empirically finding the fastest kernels. Searches kernel params via empirical install-time. Result: tuned BLAS.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FFTW wisdom  [JAH-CFAT-000005]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FFTW plans FFTs empirically, saving wisdom for reuse. Searches FFT plans via empirical planning. Result: wisdom 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flag auto-tuner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JAH-CFAT-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Autotuner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https://justinahiggins614-cmyk.github.io/jah-databases/db/compiler-flag-auto-tuning/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https://justinahiggins614-cmyk.github.io/jah-databases-data-1/data/compiler-flag-auto-tuning/index.jsonl.gz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
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etrieval-accuracy-evaluator-signature/" TargetMode="External"/><Relationship Id="rId3" Type="http://schemas.openxmlformats.org/officeDocument/2006/relationships/hyperlink" Target="https://justinahiggins614-cmyk.github.io/jah-databases-data-1/data/archive-toolkit-retrieval-accuracy-evalu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Retrieval Accuracy Evaluator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Measures whether searches return relevant and complete results against known test cases.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Retrieval Accuracy Evaluator Database holds 15 accuracy measurements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Measures whether searches return relevant and complete results against known test cases.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Accuracy Evaluation: Signature Answer Key (Foundation)  [JAH-ATK293S-00001]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Accuracy Evaluation: Signature Answer Key (Operation)  [JAH-ATK293S-00002]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Accuracy Evaluation: Signature Answer Key (Mastery)  [JAH-ATK293S-00003]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Accuracy Evaluation: Signature True and Whole (Foundation)  [JAH-ATK293S-00004]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Accuracy Evaluation: Signature True and Whole (Operation)  [JAH-ATK293S-00005]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accuracy measurement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JAH-ATK293S-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Accuracy Judge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Measures whether searches return relevant and complete results against known test cases.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https://justinahiggins614-cmyk.github.io/jah-databases/db/archive-toolkit-retrieval-accuracy-evaluator-signature/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https://justinahiggins614-cmyk.github.io/jah-databases-data-1/data/archive-toolkit-retrieval-accuracy-evaluator-signature/index.jsonl.gz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
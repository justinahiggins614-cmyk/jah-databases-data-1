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program-genesis-engine-signature/" TargetMode="External"/><Relationship Id="rId3" Type="http://schemas.openxmlformats.org/officeDocument/2006/relationships/hyperlink" Target="https://justinahiggins614-cmyk.github.io/jah-databases-data-1/data/apex-tool-universal-program-genesis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Program Genesis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software projects from precise specifications, including source code, dependencies, interfaces, and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Program Genesis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software projects from precise specifications, including source code, dependencies, interfaces, and tests.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Spec Anvil  [JAH-APX41S-000001]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spec anvil is where vague wishes are hammered into precise specifications: heat, hammer, quench — the spec that survives is hard enough to generate from. Soft specs bounce off.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Code Midwife  [JAH-APX41S-000002]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code midwife delivers generated programs safely: checks the vitals (tests), cuts the cord (dependencies pinned), and presents the newborn module. Every delivery is a healthy one.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Example Whisperer  [JAH-APX41S-000003]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example whisperer coaxes programs from examples: show it a few, and it whispers the general rule. The whisperer never shouts — the simplest consistent program wins.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Generation Judge  [JAH-APX41S-000004]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generation judge presides over generated code: the prosecution (tests) presents, the defense (generator) responds, and the judge rules ship or rewrite. The court's standard is the spec.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Model Press  [JAH-APX41S-000005]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model press stamps platform-independent models into platform code: one press, many metals. The press's dies are the transformations — sharp, maintained, versioned.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Program Genesis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software projects from precise specifications, including source code, dependencies, interfaces, and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https://justinahiggins614-cmyk.github.io/jah-databases/db/apex-tool-universal-program-genesis-engine-signature/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https://justinahiggins614-cmyk.github.io/jah-databases-data-1/data/apex-tool-universal-program-genesis-engine-signature/index.jsonl.gz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
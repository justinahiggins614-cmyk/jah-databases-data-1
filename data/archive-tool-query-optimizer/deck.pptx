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query-optimizer/" TargetMode="External"/><Relationship Id="rId3" Type="http://schemas.openxmlformats.org/officeDocument/2006/relationships/hyperlink" Target="https://justinahiggins614-cmyk.github.io/jah-databases-data-1/data/archive-tool-query-optimi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Query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Query Optimizer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Cost Estimation — Core Method  [JAH-AT34-000001]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plan gets a price before it runs: the estimator combines index statistics — row counts, selectivity, page sizes — with a cost model for I/O and CPU. Estimates are relative, not absolute: the 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Cost Estimation — Compounded Pattern  [JAH-AT34-000002]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plan gets a price before it runs: the estimator combines index statistics — row counts, selectivity, page sizes — with a cost model for I/O and CPU. Estimates are relative, not absolute: the 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Cost Estimation — Full-System Integration  [JAH-AT34-000003]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plan gets a price before it runs: the estimator combines index statistics — row counts, selectivity, page sizes — with a cost model for I/O and CPU. Estimates are relative, not absolute: the 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Index Selection — Core Method  [JAH-AT34-000004]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a query's predicates, the optimizer lists candidate indexes and picks the one with the lowest estimated cost — usually the most selective predicate's index, but covering indexes that avoid tabl…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Index Selection — Compounded Pattern  [JAH-AT34-000005]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a query's predicates, the optimizer lists candidate indexes and picks the one with the lowest estimated cost — usually the most selective predicate's index, but covering indexes that avoid tabl…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Query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efficient query plans based on indexes, data distribution, estimated costs, and available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https://justinahiggins614-cmyk.github.io/jah-databases/db/archive-tool-query-optimizer/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https://justinahiggins614-cmyk.github.io/jah-databases-data-1/data/archive-tool-query-optimizer/index.jsonl.gz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
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knowledge-reconciliation-engine-signature/" TargetMode="External"/><Relationship Id="rId3" Type="http://schemas.openxmlformats.org/officeDocument/2006/relationships/hyperlink" Target="https://justinahiggins614-cmyk.github.io/jah-databases-data-1/data/apex-tool-apex-knowledge-reconcilia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Apex Knowledge Reconciliation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Merges what agrees, versions what conflicts — disagreement is preserved, never erased.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Apex Knowledge Reconciliation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Merges what agrees, versions what conflicts — disagreement is preserved, never erased.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Twin-Finder  [JAH-APX88S-000001]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duplicate detector sees through disguises: same entity, same claim, different words — found.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Weaving Time  [JAH-APX88S-000002]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time loom orders claims by evidence date, so supersession is visible and old truths point to new ones.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Freshness Scales  [JAH-APX88S-000003]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Recency is weighed, not worshipped: the scales balance newness against evidence strength.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The Harmony Engine  [JAH-APX88S-000004]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Agreeing records are woven into canonical forms — every unique fact kept, nothing dropped in the weaving.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Chain of Custody  [JAH-APX88S-000005]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harmonized fact carries its sources like a chain of custody — no orphan facts in Manon’s knowledge.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Knowledge Reconciliation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Merges what agrees, versions what conflicts — disagreement is preserved, never erased.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https://justinahiggins614-cmyk.github.io/jah-databases/db/apex-tool-apex-knowledge-reconciliation-engine-signature/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https://justinahiggins614-cmyk.github.io/jah-databases-data-1/data/apex-tool-apex-knowledge-reconciliation-engine-signature/index.jsonl.gz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
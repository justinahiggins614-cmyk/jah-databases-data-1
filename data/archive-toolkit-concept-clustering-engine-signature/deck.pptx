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cept-clustering-engine-signature/" TargetMode="External"/><Relationship Id="rId3" Type="http://schemas.openxmlformats.org/officeDocument/2006/relationships/hyperlink" Target="https://justinahiggins614-cmyk.github.io/jah-databases-data-1/data/archive-toolkit-concept-clustering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Concept Clustering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Groups related records into meaningful subject clusters.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Concept Clustering Engine Database holds 15 clustering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Groups related records into meaningful subject clusters.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Concept Clustering Engine: a plain-language overview (Signature)  [JAH-ATK170S-000001]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Concept Clustering Engine does and why archives need it. Signature original. The Signature clustering method sorts records into honest piles: each pile gets its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Concept Clustering Engine works (Signature)  [JAH-ATK170S-000002]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Concept Clustering Engine does and why archives need it. Signature original. The Signature approach clusters deterministically: fixed vectorization, fixed seeds,…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Concept Clustering Engine works: the deep tour (Signature)  [JAH-ATK170S-000003]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Concept Clustering Engine does and why archives need it. Signature original. The Signature approach clusters deterministically: fixed vectorization, fixed seeds,…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TF-IDF vector clustering: the simple idea (Signature)  [JAH-ATK170S-000004]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TF-IDF vector clustering - how it works inside the Concept Clustering Engine. Signature original. The Signature clustering method sorts records into honest piles: each…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TF-IDF vector clustering in practice (Signature)  [JAH-ATK170S-000005]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TF-IDF vector clustering - how it works inside the Concept Clustering Engine. Signature original. The Signature approach clusters deterministically: fixed vectorization…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clustering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Cluster Weaver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Groups related records into meaningful subject clusters.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https://justinahiggins614-cmyk.github.io/jah-databases/db/archive-toolkit-concept-clustering-engine-signature/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https://justinahiggins614-cmyk.github.io/jah-databases-data-1/data/archive-toolkit-concept-clustering-engine-signature/index.jsonl.gz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
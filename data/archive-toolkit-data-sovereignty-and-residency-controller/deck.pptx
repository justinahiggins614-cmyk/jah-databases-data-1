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-sovereignty-and-residency-controller/" TargetMode="External"/><Relationship Id="rId3" Type="http://schemas.openxmlformats.org/officeDocument/2006/relationships/hyperlink" Target="https://justinahiggins614-cmyk.github.io/jah-databases-data-1/data/archive-toolkit-data-sovereignty-and-residency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 Sovereignty and Residency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Enforces rules about where particular information may be stored or processed.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 Sovereignty and Residency Controller Database holds 15 data sovereignty and residency controllers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Enforces rules about where particular information may be stored or processed.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Residency rule engine  [JAH-ATK275-000001]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Datasets are tagged with allowed storage and processing regions, and the rule engine checks every placement decision against the tags. A dataset tagged EU-only is never written to US storage. Rules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Residency rule engine  [JAH-ATK275-000002]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Datasets are tagged with allowed storage and processing regions, and the rule engine checks every placement decision against the tags. A dataset tagged EU-only is never written to US storage. Rules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Residency rule engine  [JAH-ATK275-000003]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Datasets are tagged with allowed storage and processing regions, and the rule engine checks every placement decision against the tags. A dataset tagged EU-only is never written to US storage. Rules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Cross-border transfer assessment  [JAH-ATK275-000004]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Transfers across borders are assessed against adequacy decisions, safeguards (standard contractual clauses), and derogations. Each transfer records its legal basis. Transfers without a valid basis 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Cross-border transfer assessment  [JAH-ATK275-000005]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Transfers across borders are assessed against adequacy decisions, safeguards (standard contractual clauses), and derogations. Each transfer records its legal basis. Transfers without a valid basis 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data sovereignty and residency controller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 Sovereignty and Residency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Enforces rules about where particular information may be stored or processed.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https://justinahiggins614-cmyk.github.io/jah-databases/db/archive-toolkit-data-sovereignty-and-residency-controller/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https://justinahiggins614-cmyk.github.io/jah-databases-data-1/data/archive-toolkit-data-sovereignty-and-residency-controller/index.jsonl.gz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
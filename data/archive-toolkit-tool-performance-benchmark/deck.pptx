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ool-performance-benchmark/" TargetMode="External"/><Relationship Id="rId3" Type="http://schemas.openxmlformats.org/officeDocument/2006/relationships/hyperlink" Target="https://justinahiggins614-cmyk.github.io/jah-databases-data-1/data/archive-toolkit-tool-performance-benchmark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Tool Performance Benchmark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Compares tool accuracy, speed, resource consumption, and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Tool Performance Benchmark Database holds 15 tool performance benchmarks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tool accuracy, speed, resource consumption, and reliability.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Accuracy harness with gold answers  [JAH-ATK258-000001]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runs over a labeled task set with known-correct gold answers, and each output is scored as exact match, partial match, or miss. Accuracy is reported with the task count so readers can judge…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Accuracy harness with gold answers  [JAH-ATK258-000002]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runs over a labeled task set with known-correct gold answers, and each output is scored as exact match, partial match, or miss. Accuracy is reported with the task count so readers can judge…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Accuracy harness with gold answers  [JAH-ATK258-000003]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runs over a labeled task set with known-correct gold answers, and each output is scored as exact match, partial match, or miss. Accuracy is reported with the task count so readers can judge…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Latency percentile profiling  [JAH-ATK258-000004]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is run many times and the latency distribution is summarized with percentiles: p50 for the typical case, p95 and p99 for the tail. Percentiles reveal slow outliers that averages hide. Warmup…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Latency percentile profiling  [JAH-ATK258-000005]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is run many times and the latency distribution is summarized with percentiles: p50 for the typical case, p95 and p99 for the tail. Percentiles reveal slow outliers that averages hide. Warmup…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performance benchmark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Tool Performance Benchmark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tool accuracy, speed, resource consumption, and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https://justinahiggins614-cmyk.github.io/jah-databases/db/archive-toolkit-tool-performance-benchmark/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https://justinahiggins614-cmyk.github.io/jah-databases-data-1/data/archive-toolkit-tool-performance-benchmark/index.jsonl.gz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
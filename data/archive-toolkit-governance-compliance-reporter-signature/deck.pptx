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overnance-compliance-reporter-signature/" TargetMode="External"/><Relationship Id="rId3" Type="http://schemas.openxmlformats.org/officeDocument/2006/relationships/hyperlink" Target="https://justinahiggins614-cmyk.github.io/jah-databases-data-1/data/archive-toolkit-governance-compliance-repor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Governance Compliance Reporter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records of applied controls, violations, and unresolved compliance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Governance Compliance Reporter Database holds 15 governance compliance reporters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records of applied controls, violations, and unresolved compliance gaps.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Continuous compliance monitor  [JAH-ATK280S-000001]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controls are checked continuously, not just at audit time: configuration drift, permission changes, and log gaps are detected within hours.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Continuous compliance monitor  [JAH-ATK280S-000002]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controls are checked continuously, not just at audit time: configuration drift, permission changes, and log gaps are detected within hours.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Continuous compliance monitor  [JAH-ATK280S-000003]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controls are checked continuously, not just at audit time: configuration drift, permission changes, and log gaps are detected within hours.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Evidence locker  [JAH-ATK280S-000004]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compliance evidence (screenshots, logs, attestations) is stored in a tamper-evident locker with retention policies. Evidence is linked to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Evidence locker  [JAH-ATK280S-000005]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compliance evidence (screenshots, logs, attestations) is stored in a tamper-evident locker with retention policies. Evidence is linked to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compliance reporter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Governance Compliance Reporter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records of applied controls, violations, and unresolved compliance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https://justinahiggins614-cmyk.github.io/jah-databases/db/archive-toolkit-governance-compliance-reporter-signature/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https://justinahiggins614-cmyk.github.io/jah-databases-data-1/data/archive-toolkit-governance-compliance-reporter-signature/index.jsonl.gz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
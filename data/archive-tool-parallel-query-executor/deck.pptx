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parallel-query-executor/" TargetMode="External"/><Relationship Id="rId3" Type="http://schemas.openxmlformats.org/officeDocument/2006/relationships/hyperlink" Target="https://justinahiggins614-cmyk.github.io/jah-databases-data-1/data/archive-tool-parallel-query-executo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Parallel Query Executor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Answers archive queries in parallel: planning, partitioning, exchanges, and reductions.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Parallel Query Executor Database holds 15 parallel execution methods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Answers archive queries in parallel: planning, partitioning, exchanges, and reductions.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public-harvest: established computer-science methods documented in standard literature and practice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Cost-based query plan selection  [JAH-AT33-0001]</a:t>
            </a:r>
          </a:p>
          <a:p>
            <a:pPr algn="l">
              <a:spcAft>
                <a:spcPts val="1000"/>
              </a:spcAft>
            </a:pPr>
            <a:r>
              <a:rPr sz="1400" b="0">
                <a:solidFill>
                  <a:srgbClr val="D5DBDB"/>
                </a:solidFill>
                <a:latin typeface="Calibri"/>
              </a:rPr>
              <a:t>   Cost-based planning estimates the work of candidate query plans and runs the cheapest, instead of trusting fixed rules. The planner enumerates join orders and access paths, costing each with table ca…</a:t>
            </a:r>
          </a:p>
          <a:p>
            <a:pPr algn="l">
              <a:spcAft>
                <a:spcPts val="200"/>
              </a:spcAft>
            </a:pPr>
            <a:r>
              <a:rPr sz="1700" b="1">
                <a:solidFill>
                  <a:srgbClr val="FFFFFF"/>
                </a:solidFill>
                <a:latin typeface="Calibri"/>
              </a:rPr>
              <a:t>2. Predicate pushdown to storage  [JAH-AT33-0002]</a:t>
            </a:r>
          </a:p>
          <a:p>
            <a:pPr algn="l">
              <a:spcAft>
                <a:spcPts val="1000"/>
              </a:spcAft>
            </a:pPr>
            <a:r>
              <a:rPr sz="1400" b="0">
                <a:solidFill>
                  <a:srgbClr val="D5DBDB"/>
                </a:solidFill>
                <a:latin typeface="Calibri"/>
              </a:rPr>
              <a:t>   Predicate pushdown applies filters as close to the data as possible so the executor never moves rows that will be discarded. The planner rewrites the plan to push WHERE clauses into scan operators; a…</a:t>
            </a:r>
          </a:p>
          <a:p>
            <a:pPr algn="l">
              <a:spcAft>
                <a:spcPts val="200"/>
              </a:spcAft>
            </a:pPr>
            <a:r>
              <a:rPr sz="1700" b="1">
                <a:solidFill>
                  <a:srgbClr val="FFFFFF"/>
                </a:solidFill>
                <a:latin typeface="Calibri"/>
              </a:rPr>
              <a:t>3. Dynamic-programming join ordering  [JAH-AT33-0003]</a:t>
            </a:r>
          </a:p>
          <a:p>
            <a:pPr algn="l">
              <a:spcAft>
                <a:spcPts val="1000"/>
              </a:spcAft>
            </a:pPr>
            <a:r>
              <a:rPr sz="1400" b="0">
                <a:solidFill>
                  <a:srgbClr val="D5DBDB"/>
                </a:solidFill>
                <a:latin typeface="Calibri"/>
              </a:rPr>
              <a:t>   DP join ordering finds the cheapest order to join many tables by solving optimal subproblems bottom-up. The planner computes the best plan for every subset of tables (cost = best left + best right +…</a:t>
            </a:r>
          </a:p>
          <a:p>
            <a:pPr algn="l">
              <a:spcAft>
                <a:spcPts val="200"/>
              </a:spcAft>
            </a:pPr>
            <a:r>
              <a:rPr sz="1700" b="1">
                <a:solidFill>
                  <a:srgbClr val="FFFFFF"/>
                </a:solidFill>
                <a:latin typeface="Calibri"/>
              </a:rPr>
              <a:t>4. Fork-join recursive task splitting  [JAH-AT33-0004]</a:t>
            </a:r>
          </a:p>
          <a:p>
            <a:pPr algn="l">
              <a:spcAft>
                <a:spcPts val="1000"/>
              </a:spcAft>
            </a:pPr>
            <a:r>
              <a:rPr sz="1400" b="0">
                <a:solidFill>
                  <a:srgbClr val="D5DBDB"/>
                </a:solidFill>
                <a:latin typeface="Calibri"/>
              </a:rPr>
              <a:t>   Fork-join splits a query task recursively until pieces are small, solves them in parallel, then joins the partial results. A threshold decides when to stop splitting; worker threads steal or share th…</a:t>
            </a:r>
          </a:p>
          <a:p>
            <a:pPr algn="l">
              <a:spcAft>
                <a:spcPts val="200"/>
              </a:spcAft>
            </a:pPr>
            <a:r>
              <a:rPr sz="1700" b="1">
                <a:solidFill>
                  <a:srgbClr val="FFFFFF"/>
                </a:solidFill>
                <a:latin typeface="Calibri"/>
              </a:rPr>
              <a:t>5. Thread-pool map over partitions  [JAH-AT33-0005]</a:t>
            </a:r>
          </a:p>
          <a:p>
            <a:pPr algn="l">
              <a:spcAft>
                <a:spcPts val="1000"/>
              </a:spcAft>
            </a:pPr>
            <a:r>
              <a:rPr sz="1400" b="0">
                <a:solidFill>
                  <a:srgbClr val="D5DBDB"/>
                </a:solidFill>
                <a:latin typeface="Calibri"/>
              </a:rPr>
              <a:t>   Thread-pool map applies a query function to every archive partition concurrently and gathers the results in order. Partitions are submitted to a fixed pool sized to the machine's cores; futures prese…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parallel execution method</a:t>
            </a:r>
          </a:p>
          <a:p>
            <a:pPr algn="l">
              <a:spcAft>
                <a:spcPts val="1000"/>
              </a:spcAft>
            </a:pPr>
            <a:r>
              <a:rPr sz="2000" b="0">
                <a:solidFill>
                  <a:srgbClr val="FFFFFF"/>
                </a:solidFill>
                <a:latin typeface="Calibri"/>
              </a:rPr>
              <a:t>ID prefix:  JAH-AT33-</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Query Marshal</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Answers archive queries in parallel: planning, partitioning, exchanges, and reductions.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https://justinahiggins614-cmyk.github.io/jah-databases/db/archive-tool-parallel-query-executor/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https://justinahiggins614-cmyk.github.io/jah-databases-data-1/data/archive-tool-parallel-query-executor/index.jsonl.gz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
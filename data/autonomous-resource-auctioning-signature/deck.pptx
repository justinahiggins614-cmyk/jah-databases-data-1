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resource-auctioning-signature/" TargetMode="External"/><Relationship Id="rId3" Type="http://schemas.openxmlformats.org/officeDocument/2006/relationships/hyperlink" Target="https://justinahiggins614-cmyk.github.io/jah-databases-data-1/data/autonomous-resource-auction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Resource Auctioning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Lets compute resources sell themselves — autonomous auctions match supply with demand, no broker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Resource Auctioning Database holds 15 scheduling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compute resources sell themselves — autonomous auctions match supply with demand, no broker needed.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Sealed-Bid Lots  [JAH-AUTONO4-S-000001]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Sealed-Bid Lots is a scheduling ability in the Signature Autonomous Resource Auctioning database. Auctions compute lots with bids hidden until the round closes. Bids are committed as hashes…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Continuous Clearing  [JAH-AUTONO4-S-000002]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Continuous Clearing is a scheduling ability in the Signature Autonomous Resource Auctioning database. Clears the market continuously instead of in fixed rounds. The order book matches compa…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Reserve Pricing  [JAH-AUTONO4-S-000003]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Reserve Pricing is a scheduling ability in the Signature Autonomous Resource Auctioning database. Protects sellers with a hidden minimum price per lot. Lots carry a reserve; bids below it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Bid Escrow  [JAH-AUTONO4-S-000004]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Bid Escrow is a scheduling ability in the Signature Autonomous Resource Auctioning database. Holds winning bids in escrow until the resources are delivered. Payment locks at win time and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Demand Forecasting  [JAH-AUTONO4-S-000005]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Demand Forecasting is a scheduling ability in the Signature Autonomous Resource Auctioning database. Forecasts demand so sellers can time their lots. Historical clearing prices feed a movin…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JAH-AUTONO4-S-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Autonomous Resource Auction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compute resources sell themselves — autonomous auctions match supply with demand, no broker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https://justinahiggins614-cmyk.github.io/jah-databases/db/autonomous-resource-auctioning-signature/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https://justinahiggins614-cmyk.github.io/jah-databases-data-1/data/autonomous-resource-auctioning-signature/index.jsonl.gz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
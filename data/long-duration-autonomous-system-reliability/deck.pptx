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long-duration-autonomous-system-reliability/" TargetMode="External"/><Relationship Id="rId3" Type="http://schemas.openxmlformats.org/officeDocument/2006/relationships/hyperlink" Target="https://justinahiggins614-cmyk.github.io/jah-databases-data-1/data/long-duration-autonomous-system-reliabilit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Long-Duration Autonomous System Reliability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Reliability practices for autonomous systems that must run for years.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Long-Duration Autonomous System Reliability Database holds 20 reliability practices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Reliability practices for autonomous systems that must run for years.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Triple-modular Redundancy  [JAH-LDA-000001]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Votes three identical channels so one fault cannot corrupt output. Recorded facts — Practice: Triple-modular Redundancy; Protects against: single faults; Metric: voter coverage. Used by spacecraft,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Radiation-hardened Parts  [JAH-LDA-000002]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rad-hard components rated for total dose and single-event effects. Recorded facts — Practice: Radiation-hardened Parts; Protects against: radiation; Metric: TID rating. Used by spacecraft, subse…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Watchdog Timers  [JAH-LDA-000003]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Resets hung processors when heartbeats stop, bounding outage time. Recorded facts — Practice: Watchdog Timers; Protects against: software hangs; Metric: recovery time. Used by spacecraft, subsea,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Error-correcting Memory  [JAH-LDA-000004]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Corrects single-bit and detects multi-bit memory errors in hardware. Recorded facts — Practice: Error-correcting Memory; Protects against: bit flips; Metric: uncorrectable rate. Used by spacecraft,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Graceful Degradation  [JAH-LDA-000005]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Sheds non-critical functions to keep the core mission alive under faults. Recorded facts — Practice: Graceful Degradation; Protects against: total loss; Metric: degraded availability. Used by spacecr…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reliability practice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JAH-LDA-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Long-Duration Autonomous System Reliability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Reliability practices for autonomous systems that must run for years.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https://justinahiggins614-cmyk.github.io/jah-databases/db/long-duration-autonomous-system-reliability/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https://justinahiggins614-cmyk.github.io/jah-databases-data-1/data/long-duration-autonomous-system-reliability/index.jsonl.gz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
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ivate-dependency-resolution-signature/" TargetMode="External"/><Relationship Id="rId3" Type="http://schemas.openxmlformats.org/officeDocument/2006/relationships/hyperlink" Target="https://justinahiggins614-cmyk.github.io/jah-databases-data-1/data/private-dependency-resolu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Private Dependency Resolution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Resolving dependencies without revealing what you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Private Dependency Resolution Database holds 15 private dependency resolution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dependencies without revealing what you depend 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Dependency Trust Ledger  [JAH-PRIVAT-S-000001]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dependency carries a trust record — vetting date, reviewer, provenance level, and the policy version that approved it. The ledger answers 'why do we trust this package?'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Dependency-confusion defenses  [JAH-PRIVAT-S-000002]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Dependency confusion attacks publish malicious public packages with the same names as private ones; resolvers that prefer public registries install the attacker's code. Defenses: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Dependency Trust Ledger  [JAH-PRIVAT-S-000003]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dependency carries a trust record — vetting date, reviewer, provenance level, and the policy version that approved it. The ledger answers 'why do we trust this package?' for…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Dependency-confusion defenses  [JAH-PRIVAT-S-000004]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Dependency confusion attacks publish malicious public packages with the same names as private ones; resolvers that prefer public registries install the attacker's code. Defenses: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Typosquat detection  [JAH-PRIVAT-S-000005]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Attackers publish 'lodahs' next to 'lodash'; typosquat detectors compare new package names against popular ones (edit distance, confusables) and flag or block near-misses. Combined…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private dependency resolution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JAH-PRIVAT-S-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Private Dependency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Resolving dependencies without revealing what you depend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https://justinahiggins614-cmyk.github.io/jah-databases/db/private-dependency-resolution-signature/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https://justinahiggins614-cmyk.github.io/jah-databases-data-1/data/private-dependency-resolution-signature/index.jsonl.gz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
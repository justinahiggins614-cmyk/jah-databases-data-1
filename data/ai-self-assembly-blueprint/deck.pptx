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self-assembly-blueprint/" TargetMode="External"/><Relationship Id="rId3" Type="http://schemas.openxmlformats.org/officeDocument/2006/relationships/hyperlink" Target="https://justinahiggins614-cmyk.github.io/jah-databases-data-1/data/ai-self-assembly-bluepri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Self-Assembly Blueprint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Blueprints for AI systems that assemble themselves from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Self-Assembly Blueprint Database holds 20 assembly blueprints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Blueprints for AI systems that assemble themselves from modules.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Planner-Executor  [JAH-ASAB-000001]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planner decomposes goals into steps; an executor carries them out with tool calls. Recorded facts — Blueprint: Planner-Executor; Modules: planner, executor; Contract: plan schema + tool API. Used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Retriever-Reader  [JAH-ASAB-000002]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retriever fetches candidate documents; a reader extracts the answer with citations. Recorded facts — Blueprint: Retriever-Reader; Modules: retriever, reader; Contract: retrieval + QA contract.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Router-Specialist  [JAH-ASAB-000003]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router classifies the request and dispatches to the best specialist model. Recorded facts — Blueprint: Router-Specialist; Modules: router, specialists; Contract: routing labels. Used by AI platform…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Generator-Critic  [JAH-ASAB-000004]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generator drafts outputs; a critic scores and requests revisions until quality passes. Recorded facts — Blueprint: Generator-Critic; Modules: generator, critic; Contract: draft + critique schema.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Perceiver-Reasoner-Actor  [JAH-ASAB-000005]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Perception grounds the world state, reasoning plans, and the actor executes. Recorded facts — Blueprint: Perceiver-Reasoner-Actor; Modules: perceiver, reasoner, actor; Contract: state + action schema…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assembly blueprint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JAH-ASAB-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AI Self-Assembly Blueprint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Blueprints for AI systems that assemble themselves from modules.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https://justinahiggins614-cmyk.github.io/jah-databases/db/ai-self-assembly-blueprint/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https://justinahiggins614-cmyk.github.io/jah-databases-data-1/data/ai-self-assembly-blueprint/index.jsonl.gz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
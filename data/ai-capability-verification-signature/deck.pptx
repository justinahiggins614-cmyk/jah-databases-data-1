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capability-verification-signature/" TargetMode="External"/><Relationship Id="rId3" Type="http://schemas.openxmlformats.org/officeDocument/2006/relationships/hyperlink" Target="https://justinahiggins614-cmyk.github.io/jah-databases-data-1/data/ai-capability-verific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Capability Verification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Test suites and methods that verify whether an AI system truly has the capabilities it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Capability Verification Database holds 20 capability verification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Test suites and methods that verify whether an AI system truly has the capabilities it claims.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Claim Ledger  [JAH-AICAPA-S-000001]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every capability claim gets a ledger entry binding the claim text to the exact suite version, dataset hashes, and model weights hash that verified it. The ledger is append-only,…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Adversarial Loom  [JAH-AICAPA-S-000002]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weaves adversarial variants from a grammar of attack transforms instead of hand-writing them, generating thousands of probes per claim automatically. The loom tracks which transf…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Honest Scorecard  [JAH-AICAPA-S-000003]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scorecard format that reports every capability with its operating envelope, stress decay, and known failures on one page. The scorecard forbids single-number claims: each numbe…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Trace Oath  [JAH-AICAPA-S-000004]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the model cryptographically commits to its reasoning trace before seeing the answer options, then the trace is checked against the final answer. Post-hoc rationalization becomes…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Contamination Sieve  [JAH-AICAPA-S-000005]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sieves training data against benchmark canaries with fuzzy matching, not just exact strings, catching paraphrased leaks too. Anything the sieve catches is quarantined and reporte…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capability verification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JAH-AICAPA-S-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Capability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Test suites and methods that verify whether an AI system truly has the capabilities it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https://justinahiggins614-cmyk.github.io/jah-databases/db/ai-capability-verification-signature/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https://justinahiggins614-cmyk.github.io/jah-databases-data-1/data/ai-capability-verification-signature/index.jsonl.gz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
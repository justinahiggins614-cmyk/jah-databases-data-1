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dependency-core-execution/" TargetMode="External"/><Relationship Id="rId3" Type="http://schemas.openxmlformats.org/officeDocument/2006/relationships/hyperlink" Target="https://justinahiggins614-cmyk.github.io/jah-databases-data-1/data/zero-dependency-core-exec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Zero-Dependency Core Execution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with zero dependencies — a core that boots from nothing but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Zero-Dependency Core Execution Database holds 15 execution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with zero dependencies — a core that boots from nothing but itself.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Self-Contained Binary  [JAH-ZDC-000001]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Self-Contained Binary is a execution ability in the Zero-Dependency Core Execution database. Ships as one binary with nothing else required. The build statically links everything; the binary runs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Bare Boot  [JAH-ZDC-000002]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Bare Boot is a execution ability in the Zero-Dependency Core Execution database. Boots from power-on with no operating system beneath. The core includes its own drivers for disk, console, and clock.…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Minimal Syscalls  [JAH-ZDC-000003]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Minimal Syscalls is a execution ability in the Zero-Dependency Core Execution database. Uses only a handful of OS calls when an OS is present. The port layer maps to under 20 syscalls; everything els…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No Network Bootstrap  [JAH-ZDC-000004]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 Network Bootstrap is a execution ability in the Zero-Dependency Core Execution database. Installs and runs with no network access ever. All code ships in the binary; no download step exists anywhe…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Deterministic Startup  [JAH-ZDC-000005]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Deterministic Startup is a execution ability in the Zero-Dependency Core Execution database. Starts identically every time from the same state. Startup order is fixed and seeded; logs prove the seque…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JAH-ZDC-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Zero-Dependency Core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with zero dependencies — a core that boots from nothing but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https://justinahiggins614-cmyk.github.io/jah-databases/db/zero-dependency-core-execution/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https://justinahiggins614-cmyk.github.io/jah-databases-data-1/data/zero-dependency-core-execution/index.jsonl.gz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
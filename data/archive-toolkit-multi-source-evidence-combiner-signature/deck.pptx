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ulti-source-evidence-combiner-signature/" TargetMode="External"/><Relationship Id="rId3" Type="http://schemas.openxmlformats.org/officeDocument/2006/relationships/hyperlink" Target="https://justinahiggins614-cmyk.github.io/jah-databases-data-1/data/archive-toolkit-multi-source-evidence-combi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Multi-Source Evidence Combiner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Multi-Source Evidence Combiner Database holds 15 evidence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Multi-Source Evidence Combiner: a plain-language overview (Signature)  [JAH-ATK198S-000001]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Multi-Source Evidence Combiner does and why archives need it. Signature original. The Signature evidence method combines sources with the math shown: each source'…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Multi-Source Evidence Combiner works (Signature)  [JAH-ATK198S-000002]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Multi-Source Evidence Combiner does and why archives need it. Signature original. The Signature approach builds an evidence ledger per question: each source entry…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Multi-Source Evidence Combiner works: the deep tour (Signature)  [JAH-ATK198S-000003]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Multi-Source Evidence Combiner does and why archives need it. Signature original. The Signature approach builds an evidence ledger per question: each source entry…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Dependence-discounted weighted voting: the simple idea (Signature)  [JAH-ATK198S-000004]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dependence-discounted weighted voting - how it works inside the Multi-Source Evidence Combiner. Signature original. The Signature evidence method combines sources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Dependence-discounted weighted voting in practice (Signature)  [JAH-ATK198S-000005]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dependence-discounted weighted voting - how it works inside the Multi-Source Evidence Combiner. Signature original. The Signature approach builds an evidence ledger per…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evidence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Evidence Blender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evidence while accounting for dependence and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https://justinahiggins614-cmyk.github.io/jah-databases/db/archive-toolkit-multi-source-evidence-combiner-signature/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https://justinahiggins614-cmyk.github.io/jah-databases-data-1/data/archive-toolkit-multi-source-evidence-combiner-signature/index.jsonl.gz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
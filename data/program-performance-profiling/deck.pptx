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performance-profiling/" TargetMode="External"/><Relationship Id="rId3" Type="http://schemas.openxmlformats.org/officeDocument/2006/relationships/hyperlink" Target="https://justinahiggins614-cmyk.github.io/jah-databases-data-1/data/program-performance-profil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Performance Profiling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Profilers, flame graphs, and measurement techniques that find where programs actually spend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Performance Profiling Database holds 20 performance profiling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Profilers, flame graphs, and measurement techniques that find where programs actually spend 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Sampling CPU Profiler  [JAH-PROGRA2-000001]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sampling profiler interrupts the program periodically and records the call stack, building a statistical picture of where time goes. Low overhead makes it safe for production. The picture is statis…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Flame Graphs  [JAH-PROGRA2-000002]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Flame graphs stack sampled call stacks into a visual mountain where width is time. The eye finds the wide plateaus instantly. They turn profiles into insight at a glance.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Instrumentation Profiler  [JAH-PROGRA2-000003]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Instrumentation inserts probes at function entry/exit for exact counts and times. Precision costs overhead, sometimes 10x. Use it for small regions, not whole programs.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Heap Profiling  [JAH-PROGRA2-000004]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Heap profilers track allocations by call site, revealing where memory comes from. Allocation hotspots often matter more than leaks. The profile shows the garbage before it becomes a problem.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GPU Kernel Profiling (Nsight)  [JAH-PROGRA2-000005]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Nsight profiles GPU kernels with hardware counters: occupancy, memory throughput, compute throughput. The roofline model shows whether kernels are memory or compute bound. Optimization targets the bo…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performance profiling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JAH-PROGRA2-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Profiler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Profilers, flame graphs, and measurement techniques that find where programs actually spend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https://justinahiggins614-cmyk.github.io/jah-databases/db/program-performance-profiling/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https://justinahiggins614-cmyk.github.io/jah-databases-data-1/data/program-performance-profiling/index.jsonl.gz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
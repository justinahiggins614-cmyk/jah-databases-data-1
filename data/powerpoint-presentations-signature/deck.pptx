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werpoint-presentations-signature/" TargetMode="External"/><Relationship Id="rId3" Type="http://schemas.openxmlformats.org/officeDocument/2006/relationships/hyperlink" Target="https://justinahiggins614-cmyk.github.io/jah-databases-data-1/data/powerpoint-presentatio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PowerPoint Presentations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deck-building rituals and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PowerPoint Presentations Database holds 15 signature presentation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deck-building rituals and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Title Ritual  [JAH-PPTXS-000001]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deck-building ritual authored in the Signature system: every deck opens with a title slide that states the single promise of the talk in ten words or fewer, stamps the deck's col…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JAH 7-Beat Deck Method  [JAH-PPTXS-000002]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structure: seven beats — Hook, Problem, Turn, Proof, Cost, Vision, Ask — each beat owning a fixed number of slides so a 21-slide talk can be timed to the minute. The Turn is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Color Discipline  [JAH-PPTXS-000003]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discipline: one ink color, one paper color, one signal color per deck — three colors total, chosen on the master and never overridden on individual slides. The signal color is sp…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Notes Doctrine  [JAH-PPTXS-000004]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doctrine for presenter notes: notes are written as spoken sentences, timed at 130 words per minute, with a [BEAT] cue wherever the speaker must pause and a [CLICK] cue wherever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Handout Protocol  [JAH-PPTXS-000005]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handout protocol: every deck ships a three-per-page handout with ruled lines, printed to PDF and proofed separately, carrying the deck's promise on the header of page one. The pr…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presentation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JAH-PPTXS-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Presentation Curator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deck-building rituals and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https://justinahiggins614-cmyk.github.io/jah-databases/db/powerpoint-presentations-signature/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https://justinahiggins614-cmyk.github.io/jah-databases-data-1/data/powerpoint-presentations-signature/index.jsonl.gz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
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ebrew-signature/" TargetMode="External"/><Relationship Id="rId3" Type="http://schemas.openxmlformats.org/officeDocument/2006/relationships/hyperlink" Target="https://justinahiggins614-cmyk.github.io/jah-databases-data-1/data/names-hebrew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Hebrew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Hebrew style — new creations built from real Hebrew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Hebrew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Hebrew style — new creations built from real Hebrew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Hebrew Names Database from genuine Hebrew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Hebrew-style given name: Noamtal  [JAH-NMHS4-000001]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Noamtal is a Signature original Hebrew-style given name, created for the Signature Hebrew Names Database. From noam (pleasantness) + tal (dew): 'pleasant dew'.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Hebrew-style given name: Yaelshir  [JAH-NMHS4-000002]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Yaelshir is a Signature original Hebrew-style given name, created for the Signature Hebrew Names Database. From Yael + shir (song). It is labeled a Signature creation and is not a traditional Hebrew…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Hebrew-style given name: Eitanaviv  [JAH-NMHS4-000003]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Eitanaviv is a Signature original Hebrew-style given name, created for the Signature Hebrew Names Database. From eitan (strong) + aviv (spring): 'strong spring'. It is labeled a Signature creation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Hebrew-style given name: Talor  [JAH-NMHS4-000004]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Talor is a Signature original Hebrew-style given name, created for the Signature Hebrew Names Database. From tal (dew) + or (light): 'dew light'. It is labeled a Signature creation and is not a tradi…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Hebrew-style given name: Shiranur  [JAH-NMHS4-000005]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Shiranur is a Signature original Hebrew-style given name, created for the Signature Hebrew Names Database. From shira (song) + nur? built on or (light). It is labeled a Signature creation and is not…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Hebrew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Hebrew style — new creations built from real Hebrew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https://justinahiggins614-cmyk.github.io/jah-databases/db/names-hebrew-signature/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https://justinahiggins614-cmyk.github.io/jah-databases-data-1/data/names-hebrew-signature/index.jsonl.gz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
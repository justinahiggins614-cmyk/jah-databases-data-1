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hhattisgarhi/" TargetMode="External"/><Relationship Id="rId3" Type="http://schemas.openxmlformats.org/officeDocument/2006/relationships/hyperlink" Target="https://justinahiggins614-cmyk.github.io/jah-databases-data-1/data/names-chhattisgarhi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Chhattisgarhi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Chhattisgarhi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Chhattisgarhi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Chhattisgarhi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Ram — Chhattisgarhi given name  [JAH-NMC6-000001]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 is a masculine given name in Chhattisgarhi. It is written राम in the native script. It means "pleasing, charming", from Sanskrit. The beloved hero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Sita — Chhattisgarhi given name  [JAH-NMC6-000002]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 is a feminine given name in Chhattisgarhi. It is written सीता in the native script. It means "furrow", from Sanskrit. The heroine of the Ramayana.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Mohan — Chhattisgarhi given name  [JAH-NMC6-000003]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 is a masculine given name in Chhattisgarhi. It is written मोहन in the native script. It means "enchanter", from Sanskrit. A beloved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Gita — Chhattisgarhi given name  [JAH-NMC6-000004]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 is a feminine given name in Chhattisgarhi. It is written गीता in the native script. It means "song", from Sanskrit.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Ramesh — Chhattisgarhi given name  [JAH-NMC6-000005]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Ramesh is a masculine given name in Chhattisgarhi. It is written रमेश in the native script. It means "lord of Rama", from Sanskrit Rama + isha. A popular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Chhattisgarhi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Chhattisgarhi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https://justinahiggins614-cmyk.github.io/jah-databases/db/names-chhattisgarhi/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https://justinahiggins614-cmyk.github.io/jah-databases-data-1/data/names-chhattisgarhi/index.jsonl.gz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
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intelligence-benchmark-civilization/" TargetMode="External"/><Relationship Id="rId3" Type="http://schemas.openxmlformats.org/officeDocument/2006/relationships/hyperlink" Target="https://justinahiggins614-cmyk.github.io/jah-databases-data-1/data/apex-tool-universal-intelligence-benchmark-civiliz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Intelligence Benchmark Civilization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One civilization of standard tests — search, reasoning, code, retrieval — scored the same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Intelligence Benchmark Civilization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civilization of standard tests — search, reasoning, code, retrieval — scored the same way.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standardized benchmark batteries are the evaluation norm;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Batteries, Not Vibes  [JAH-APX87-000001]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Standard tests beat impressions. This record covers building fixed task batteries per capability area.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Gold Answers  [JAH-APX87-000002]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task needs a reference answer with provenance. This record covers the gold answer vault.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Rubrics with Partial Credit  [JAH-APX87-000003]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Binary pass/fail wastes information. This record covers rubrics that award partial credit by criteria.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Keeping Tests Clean  [JAH-APX87-000004]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benchmark in the training data is a lie. This record covers contamination guards.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Version Everything  [JAH-APX87-000005]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Scores must stay comparable. This record covers versioning batteries so a 2024 score means the same in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Intelligence Benchmark Civilization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civilization of standard tests — search, reasoning, code, retrieval — scored the same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https://justinahiggins614-cmyk.github.io/jah-databases/db/apex-tool-universal-intelligence-benchmark-civilization/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https://justinahiggins614-cmyk.github.io/jah-databases-data-1/data/apex-tool-universal-intelligence-benchmark-civilization/index.jsonl.gz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
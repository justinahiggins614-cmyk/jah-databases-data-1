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kit-reverse-image-matching/" TargetMode="External"/><Relationship Id="rId3" Type="http://schemas.openxmlformats.org/officeDocument/2006/relationships/hyperlink" Target="https://justinahiggins614-cmyk.github.io/jah-databases-data-1/data/archive-toolkit-reverse-image-matching/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Reverse Image Matching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Locates matching or related images across accessible collections.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Reverse Image Matching Database holds 15 search methods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Locates matching or related images across accessible collections.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methodology — standard computer-science technique documented in the technical literature; fact-checked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Average hash (aHash) — Reverse Image Matching  [JAH-ATK110-00001]</a:t>
            </a:r>
          </a:p>
          <a:p>
            <a:pPr algn="l">
              <a:spcAft>
                <a:spcPts val="1000"/>
              </a:spcAft>
            </a:pPr>
            <a:r>
              <a:rPr sz="1400" b="0">
                <a:solidFill>
                  <a:srgbClr val="D5DBDB"/>
                </a:solidFill>
                <a:latin typeface="Calibri"/>
              </a:rPr>
              <a:t>   aHash shrinks any image to 8x8 grayscale, then sets each bit by whether the pixel beats the mean. The 64-bit result is a fingerprint: resizes and recompression barely move it. Hamming distance betwee…</a:t>
            </a:r>
          </a:p>
          <a:p>
            <a:pPr algn="l">
              <a:spcAft>
                <a:spcPts val="200"/>
              </a:spcAft>
            </a:pPr>
            <a:r>
              <a:rPr sz="1700" b="1">
                <a:solidFill>
                  <a:srgbClr val="FFFFFF"/>
                </a:solidFill>
                <a:latin typeface="Calibri"/>
              </a:rPr>
              <a:t>2. Perceptual hash (pHash) — Reverse Image Matching  [JAH-ATK110-00002]</a:t>
            </a:r>
          </a:p>
          <a:p>
            <a:pPr algn="l">
              <a:spcAft>
                <a:spcPts val="1000"/>
              </a:spcAft>
            </a:pPr>
            <a:r>
              <a:rPr sz="1400" b="0">
                <a:solidFill>
                  <a:srgbClr val="D5DBDB"/>
                </a:solidFill>
                <a:latin typeface="Calibri"/>
              </a:rPr>
              <a:t>   pHash applies a discrete cosine transform to the shrunken grayscale image and keeps the low-frequency coefficients. Low frequencies encode structure while ignoring fine noise, making pHash sturdier t…</a:t>
            </a:r>
          </a:p>
          <a:p>
            <a:pPr algn="l">
              <a:spcAft>
                <a:spcPts val="200"/>
              </a:spcAft>
            </a:pPr>
            <a:r>
              <a:rPr sz="1700" b="1">
                <a:solidFill>
                  <a:srgbClr val="FFFFFF"/>
                </a:solidFill>
                <a:latin typeface="Calibri"/>
              </a:rPr>
              <a:t>3. Difference hash (dHash) — Reverse Image Matching  [JAH-ATK110-00003]</a:t>
            </a:r>
          </a:p>
          <a:p>
            <a:pPr algn="l">
              <a:spcAft>
                <a:spcPts val="1000"/>
              </a:spcAft>
            </a:pPr>
            <a:r>
              <a:rPr sz="1400" b="0">
                <a:solidFill>
                  <a:srgbClr val="D5DBDB"/>
                </a:solidFill>
                <a:latin typeface="Calibri"/>
              </a:rPr>
              <a:t>   dHash compares each pixel to its right neighbor instead of the global mean, encoding gradients. Gradient bits survive brightness and contrast shifts that can flip aHash bits. dHash is often the best…</a:t>
            </a:r>
          </a:p>
          <a:p>
            <a:pPr algn="l">
              <a:spcAft>
                <a:spcPts val="200"/>
              </a:spcAft>
            </a:pPr>
            <a:r>
              <a:rPr sz="1700" b="1">
                <a:solidFill>
                  <a:srgbClr val="FFFFFF"/>
                </a:solidFill>
                <a:latin typeface="Calibri"/>
              </a:rPr>
              <a:t>4. Hamming distance ranking — Reverse Image Matching  [JAH-ATK110-00004]</a:t>
            </a:r>
          </a:p>
          <a:p>
            <a:pPr algn="l">
              <a:spcAft>
                <a:spcPts val="1000"/>
              </a:spcAft>
            </a:pPr>
            <a:r>
              <a:rPr sz="1400" b="0">
                <a:solidFill>
                  <a:srgbClr val="D5DBDB"/>
                </a:solidFill>
                <a:latin typeface="Calibri"/>
              </a:rPr>
              <a:t>   Two 64-bit hashes compare by Hamming distance: the count of differing bit positions. Distance 0-5 means near-certain duplicates; 6-10 means likely variants; beyond that, unrelated. Threshold choice t…</a:t>
            </a:r>
          </a:p>
          <a:p>
            <a:pPr algn="l">
              <a:spcAft>
                <a:spcPts val="200"/>
              </a:spcAft>
            </a:pPr>
            <a:r>
              <a:rPr sz="1700" b="1">
                <a:solidFill>
                  <a:srgbClr val="FFFFFF"/>
                </a:solidFill>
                <a:latin typeface="Calibri"/>
              </a:rPr>
              <a:t>5. Block-based matching — Reverse Image Matching  [JAH-ATK110-00005]</a:t>
            </a:r>
          </a:p>
          <a:p>
            <a:pPr algn="l">
              <a:spcAft>
                <a:spcPts val="1000"/>
              </a:spcAft>
            </a:pPr>
            <a:r>
              <a:rPr sz="1400" b="0">
                <a:solidFill>
                  <a:srgbClr val="D5DBDB"/>
                </a:solidFill>
                <a:latin typeface="Calibri"/>
              </a:rPr>
              <a:t>   When only part of an image matches, block hashes fingerprint overlapping tiles independently. A query tile hitting any gallery tile flags the containing image, catching crops and composites. Block 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search method</a:t>
            </a:r>
          </a:p>
          <a:p>
            <a:pPr algn="l">
              <a:spcAft>
                <a:spcPts val="1000"/>
              </a:spcAft>
            </a:pPr>
            <a:r>
              <a:rPr sz="2000" b="0">
                <a:solidFill>
                  <a:srgbClr val="FFFFFF"/>
                </a:solidFill>
                <a:latin typeface="Calibri"/>
              </a:rPr>
              <a:t>ID prefix:  JAH-ATK110-</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Reverse Image Matching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Locates matching or related images across accessible collections.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https://justinahiggins614-cmyk.github.io/jah-databases/db/archive-toolkit-reverse-image-matching/</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https://justinahiggins614-cmyk.github.io/jah-databases-data-1/data/archive-toolkit-reverse-image-matching/index.jsonl.gz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
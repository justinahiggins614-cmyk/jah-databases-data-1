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mouse-navigation/" TargetMode="External"/><Relationship Id="rId3" Type="http://schemas.openxmlformats.org/officeDocument/2006/relationships/hyperlink" Target="https://justinahiggins614-cmyk.github.io/jah-databases-data-1/data/zero-mouse-navig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Zero-Mouse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Never reaching for the mouse: keyboard shortcuts, vim bindings, focus management, spatial navigation, and the audits that prove it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Zero-Mouse Navigation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reaching for the mouse: keyboard shortcuts, vim bindings, focus management, spatial navigation, and the audits that prove it works.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Keyboard shortcut design  [JAH-ZMN-000001]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Good shortcuts are memorable (mnemonics: Ctrl+S save), consistent (same action, same keys, everywhere), and layered (basic set for everyone, advanced for power users). The design constraints are real…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Vim bindings and modal editing  [JAH-ZMN-000002]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Modal editing separates navigating (normal mode) from typing (insert mode): h/j/k/l move, d deletes, y yanks, and commands compose (d2w = delete 2 words). The learning curve is real, but the payoff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Focus management  [JAH-ZMN-000003]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Keyboard users live in the focus: it must always be visible, always logical, and never lost. The rules are simple — tab order follows visual order, focus is trapped in modals, and every action leaves…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Spatial navigation  [JAH-ZMN-000004]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Spatial navigation moves by direction, not tab order: arrow keys go to the nearest element in that direction (TV interfaces, game UIs, dashboards). The algorithm scores candidates by distance and ang…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Skip links  [JAH-ZMN-000005]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Skip links let keyboard users jump past navigation: 'skip to content' as the first tab stop, invisible until focused. They are the cheapest accessibility win in web UI — one link, enormous time savin…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JAH-ZMN-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Zero-Mouse Navigation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Never reaching for the mouse: keyboard shortcuts, vim bindings, focus management, spatial navigation, and the audits that prove it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https://justinahiggins614-cmyk.github.io/jah-databases/db/zero-mouse-navigation/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https://justinahiggins614-cmyk.github.io/jah-databases-data-1/data/zero-mouse-navigation/index.jsonl.gz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
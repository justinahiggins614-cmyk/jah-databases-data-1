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multi-language-ui-localization/" TargetMode="External"/><Relationship Id="rId3" Type="http://schemas.openxmlformats.org/officeDocument/2006/relationships/hyperlink" Target="https://justinahiggins614-cmyk.github.io/jah-databases-data-1/data/multi-language-ui-localiza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Multi-Language UI Localization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Interfaces in every language: i18n frameworks, ICU messages, pluralization, RTL, translation workflows, and QA.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Multi-Language UI Localization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Interfaces in every language: i18n frameworks, ICU messages, pluralization, RTL, translation workflows, and QA.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curated from public technical literature, documentation, and established engineering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i18n frameworks  [JAH-MLU-000001]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i18n frameworks externalize every user-visible string: keys in code, translations in locale files, the framework resolving at runtime. The architecture is t('key', params) everywhere — no hardcoded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ICU message format  [JAH-MLU-000002]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ICU MessageFormat is the standard for complex messages: plurals, selects (gender), and nested combinations in one string — '{n, plural, one {# file} other {# files}}'. Translators reorder freely (wor…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Pluralization  [JAH-MLU-000003]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Pluralization rules vary wildly: English has 2 forms, Russian 3, Arabic 6, Japanese 1. The code never branches on count — it delegates to the locale's CLDR rules via the message format. Translators 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RTL layouts  [JAH-MLU-000004]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Right-to-left layouts mirror the UI for Arabic, Hebrew, Persian: the whole layout flips (not just text) — navigation moves right, progress fills right-to-left, icons mirror (back arrows point right).…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Locale detection  [JAH-MLU-000005]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Locale detection picks the initial language: the OS/browser locale list (Accept-Language, in priority order), matched against supported locales with fallback. The user can always override — detection…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JAH-MLU-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Multi-Language UI Localization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Interfaces in every language: i18n frameworks, ICU messages, pluralization, RTL, translation workflows, and QA.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https://justinahiggins614-cmyk.github.io/jah-databases/db/multi-language-ui-localization/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https://justinahiggins614-cmyk.github.io/jah-databases-data-1/data/multi-language-ui-localization/index.jsonl.gz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
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nsitive-data-classifier/" TargetMode="External"/><Relationship Id="rId3" Type="http://schemas.openxmlformats.org/officeDocument/2006/relationships/hyperlink" Target="https://justinahiggins614-cmyk.github.io/jah-databases-data-1/data/archive-toolkit-sensitive-data-class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Sensitive Data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Sensitive Data Classifier Database holds 15 sensitive data classifiers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Regex-based PII detection  [JAH-ATK263-000001]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Well-known patterns for social security numbers, credit cards, emails, and phone numbers are matched with regular expressions tuned to avoid common false positives. Matches are labeled by type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Regex-based PII detection  [JAH-ATK263-000002]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Well-known patterns for social security numbers, credit cards, emails, and phone numbers are matched with regular expressions tuned to avoid common false positives. Matches are labeled by type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Regex-based PII detection  [JAH-ATK263-000003]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Well-known patterns for social security numbers, credit cards, emails, and phone numbers are matched with regular expressions tuned to avoid common false positives. Matches are labeled by type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Keyword and context scoring  [JAH-ATK263-000004]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Sensitive keywords (diagnosis, salary, password) contribute base scores, and surrounding context adjusts them: 'password' near 'reset instructions' scores lower than near 'is hunter2'. Weighted scori…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Keyword and context scoring  [JAH-ATK263-000005]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Sensitive keywords (diagnosis, salary, password) contribute base scores, and surrounding context adjusts them: 'password' near 'reset instructions' scores lower than near 'is hunter2'. Weighted scori…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sensitive data classifier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Sensitive Data Classifier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https://justinahiggins614-cmyk.github.io/jah-databases/db/archive-toolkit-sensitive-data-classifier/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https://justinahiggins614-cmyk.github.io/jah-databases-data-1/data/archive-toolkit-sensitive-data-classifier/index.jsonl.gz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
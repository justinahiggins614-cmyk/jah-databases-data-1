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world-state-consistency-signature/" TargetMode="External"/><Relationship Id="rId3" Type="http://schemas.openxmlformats.org/officeDocument/2006/relationships/hyperlink" Target="https://justinahiggins614-cmyk.github.io/jah-databases-data-1/data/robot-world-state-consistenc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Robot World-State Consistency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consistency checks that keep a robot's world model truthful.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Robot World-State Consistency Database holds 20 consistency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consistency checks that keep a robot's world model truthful.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Object Permanence  [JAH-RWS-S-000001]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Objects continue to exist when occluded; tracks persist through brief hiding. Recorded facts — Check: Object Permanence; Invariant: exists when unseen; On violation: keep track 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Pose Continuity  [JAH-RWS-S-000002]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Object poses change smoothly; teleportation indicates a tracking error. Recorded facts — Check: Pose Continuity; Invariant: smooth motion; On violation: flag jump. Used by robot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Collision-free State  [JAH-RWS-S-000003]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No two solid objects interpenetrate in the world model. Recorded facts — Check: Collision-free State; Invariant: no overlap; On violation: resolve or replan. Used by robot percept…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Support Relation  [JAH-RWS-S-000004]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Every object rests on a support or is held; floating objects are errors. Recorded facts — Check: Support Relation; Invariant: supported; On violation: find support. Used by robot…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Grasp Stability  [JAH-RWS-S-000005]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held object moves rigidly with the gripper; slip triggers regrasp. Recorded facts — Check: Grasp Stability; Invariant: rigid attach; On violation: regrasp. Used by robot percept…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consistency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JAH-RWS-S-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Robot World-State Consistency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consistency checks that keep a robot's world model truthful.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https://justinahiggins614-cmyk.github.io/jah-databases/db/robot-world-state-consistency-signature/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https://justinahiggins614-cmyk.github.io/jah-databases-data-1/data/robot-world-state-consistency-signature/index.jsonl.gz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
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issing-knowledge-detector-signature/" TargetMode="External"/><Relationship Id="rId3" Type="http://schemas.openxmlformats.org/officeDocument/2006/relationships/hyperlink" Target="https://justinahiggins614-cmyk.github.io/jah-databases-data-1/data/archive-toolkit-missing-knowledge-det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Missing Knowledge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required information absent from the accessible knowledge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Missing Knowledge Detector Database holds 15 knowledge audits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required information absent from the accessible knowledge base.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Missing Knowledge Detection: Signature Hole Survey (Foundation)  [JAH-ATK283S-00001]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Missing Knowledge Detection: Signature Hole Survey (Operation)  [JAH-ATK283S-00002]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Missing Knowledge Detection: Signature Hole Survey (Mastery)  [JAH-ATK283S-00003]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Missing Knowledge Detection: Signature Depth Sounding (Foundation)  [JAH-ATK283S-00004]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Missing Knowledge Detection: Signature Depth Sounding (Operation)  [JAH-ATK283S-00005]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knowledge audit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Knowledge Auditor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required information absent from the accessible knowledge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https://justinahiggins614-cmyk.github.io/jah-databases/db/archive-toolkit-missing-knowledge-detector-signature/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https://justinahiggins614-cmyk.github.io/jah-databases-data-1/data/archive-toolkit-missing-knowledge-detector-signature/index.jsonl.gz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
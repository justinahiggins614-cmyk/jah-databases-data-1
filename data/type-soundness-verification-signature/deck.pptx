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ype-soundness-verification-signature/" TargetMode="External"/><Relationship Id="rId3" Type="http://schemas.openxmlformats.org/officeDocument/2006/relationships/hyperlink" Target="https://justinahiggins614-cmyk.github.io/jah-databases-data-1/data/type-soundness-verific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Type Soundness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Well-typed programs don't go wrong: proving type soundness.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Type Soundness Verification Database holds 15 type soundness proof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Well-typed programs don't go wrong: proving type soundness.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Soundness Debt Ledger  [JAH-TSV-S-000001]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known soundness limitation (unsafe blocks, trusted axioms, unchecked FFI) is recorded as soundness debt with its blast radius and mitigation. The ledger makes the gap between…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Mechanized soundness in Coq/Lean  [JAH-TSV-S-000002]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Paper soundness proofs have bugs; mechanized ones don't (modulo the spec). Mechanizing progress+preservation in Coq or Lean turns the soundness argument into checked code — languag…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Soundness Debt Ledger  [JAH-TSV-S-000003]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known soundness limitation (unsafe blocks, trusted axioms, unchecked FFI) is recorded as soundness debt with its blast radius and mitigation. The ledger makes the gap between…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Mechanized soundness in Coq/Lean  [JAH-TSV-S-000004]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Paper soundness proofs have bugs; mechanized ones don't (modulo the spec). Mechanizing progress+preservation in Coq or Lean turns the soundness argument into checked code — languag…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Blame assignment in contracts  [JAH-TSV-S-000005]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Higher-order contracts (like gradual types) need blame: when a contract fails deep inside a callback, who broke it? The blame theorem for contracts proves the blamed party is the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type soundness proof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JAH-TSV-S-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Type Soundness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Well-typed programs don't go wrong: proving type soundness.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https://justinahiggins614-cmyk.github.io/jah-databases/db/type-soundness-verification-signature/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https://justinahiggins614-cmyk.github.io/jah-databases-data-1/data/type-soundness-verification-signature/index.jsonl.gz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
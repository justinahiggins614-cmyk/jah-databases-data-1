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or-self-regulation/" TargetMode="External"/><Relationship Id="rId3" Type="http://schemas.openxmlformats.org/officeDocument/2006/relationships/hyperlink" Target="https://justinahiggins614-cmyk.github.io/jah-databases-data-1/data/generator-self-regu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Generator Self-Regulation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self-regulation framework for boundless generators — hard caps, throttling, verification, and labeling, with real reference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Generator Self-Regulation Database holds 15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self-regulation framework for boundless generators — hard caps, throttling, verification, and labeling, with real reference implementations.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One-Trillion Hard Cap  [JAH-GSR-000001]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 boundless generator may ever produce more than 1,000,000,000,000 records. The cap is enforced inside the generation wrapper itself — not in calling code — so no caller can forget or bypass it. When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Token-Bucket Throttling  [JAH-GSR-000002]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generator must never overload its host or burn usage. The throttle enforces a minimum gap between generations (a token bucket in the reference build), so bursts are impossible even if the caller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Correctness Verification Gate  [JAH-GSR-000003]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generated record passes an independent correctness check before it is accepted. The check is a caller-supplied function returning {ok, errors}; any failure throws CORRECTNESS_FAILED and the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Simulated-Content Labeling  [JAH-GSR-000004]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a boundless generator emits is stamped _label='simulated' plus a _sigreg block (hard cap, sequence number, verified flag) at generation time, inside the wrapper. The label is applied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Weed-Out Loop  [JAH-GSR-000005]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Generated content is provisional: a weed-out loop periodically re-checks records against the correctness function and the archive, discarding anything that fails, duplicates, or drifts. Only records…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Generator Self-Regulation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self-regulation framework for boundless generators — hard caps, throttling, verification, and labeling, with real reference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https://justinahiggins614-cmyk.github.io/jah-databases/db/generator-self-regulation/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https://justinahiggins614-cmyk.github.io/jah-databases-data-1/data/generator-self-regulation/index.jsonl.gz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
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justinahiggins614-cmyk.github.io/jah-databases/db/generator-self-regulation/" TargetMode="External"/><Relationship Id="rId3" Type="http://schemas.openxmlformats.org/officeDocument/2006/relationships/hyperlink" Target="https://justinahiggins614-cmyk.github.io/jah-databases-data-1/data/generator-self-regulation/index.jsonl.gz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2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76809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4000" b="1">
                <a:solidFill>
                  <a:srgbClr val="FFFFFF"/>
                </a:solidFill>
                <a:latin typeface="Calibri"/>
              </a:rPr>
              <a:t>Generator Self-Regulation Database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743200"/>
            <a:ext cx="7315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0">
                <a:solidFill>
                  <a:srgbClr val="D5DBDB"/>
                </a:solidFill>
                <a:latin typeface="Calibri"/>
              </a:rPr>
              <a:t>The self-regulation framework for boundless generators — hard caps, throttling, verification, and labeling, with real reference implementations.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91840" y="429768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2E86C1"/>
                </a:solidFill>
                <a:latin typeface="Calibri"/>
              </a:rPr>
              <a:t>PUBLIC EDITION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39496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>
                <a:solidFill>
                  <a:srgbClr val="D4A537"/>
                </a:solidFill>
                <a:latin typeface="Calibri"/>
              </a:rPr>
              <a:t>Property of Justin Addam Higgins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2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2E86C1"/>
                </a:solidFill>
                <a:latin typeface="Calibri"/>
              </a:rPr>
              <a:t>About this database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76809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FFFFFF"/>
                </a:solidFill>
                <a:latin typeface="Calibri"/>
              </a:rPr>
              <a:t>The Generator Self-Regulation Database holds 15 safety records — the full, fully-formed file for every record, not descriptions alone.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D5DBDB"/>
                </a:solidFill>
                <a:latin typeface="Calibri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D5DBDB"/>
                </a:solidFill>
                <a:latin typeface="Calibri"/>
              </a:rPr>
              <a:t>The self-regulation framework for boundless generators — hard caps, throttling, verification, and labeling, with real reference implementations.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D5DBDB"/>
                </a:solidFill>
                <a:latin typeface="Calibri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D5DBDB"/>
                </a:solidFill>
                <a:latin typeface="Calibri"/>
              </a:rPr>
              <a:t>Provenance: public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D5DBDB"/>
                </a:solidFill>
                <a:latin typeface="Calibri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D5DBDB"/>
                </a:solidFill>
                <a:latin typeface="Calibri"/>
              </a:rPr>
              <a:t>Browse cards show image + title + description; one click opens the complete record.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2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2E86C1"/>
                </a:solidFill>
                <a:latin typeface="Calibri"/>
              </a:rPr>
              <a:t>Record highlights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76809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1. The One-Billion Hard Cap  [JAH-GSR-000001]</a:t>
            </a:r>
          </a:p>
          <a:p>
            <a:pPr algn="l">
              <a:spcAft>
                <a:spcPts val="1000"/>
              </a:spcAft>
            </a:pPr>
            <a:r>
              <a:rPr sz="1400" b="0">
                <a:solidFill>
                  <a:srgbClr val="D5DBDB"/>
                </a:solidFill>
                <a:latin typeface="Calibri"/>
              </a:rPr>
              <a:t>   No boundless generator may ever produce more than 1,000,000,000 records. The cap is enforced inside the generation wrapper itself — not in calling code — so no caller can forget or bypass it. When th…</a:t>
            </a:r>
          </a:p>
          <a:p>
            <a:pPr algn="l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2. Token-Bucket Throttling  [JAH-GSR-000002]</a:t>
            </a:r>
          </a:p>
          <a:p>
            <a:pPr algn="l">
              <a:spcAft>
                <a:spcPts val="1000"/>
              </a:spcAft>
            </a:pPr>
            <a:r>
              <a:rPr sz="1400" b="0">
                <a:solidFill>
                  <a:srgbClr val="D5DBDB"/>
                </a:solidFill>
                <a:latin typeface="Calibri"/>
              </a:rPr>
              <a:t>   A generator must never overload its host or burn usage. The throttle enforces a minimum gap between generations (a token bucket in the reference build), so bursts are impossible even if the caller lo…</a:t>
            </a:r>
          </a:p>
          <a:p>
            <a:pPr algn="l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3. Correctness Verification Gate  [JAH-GSR-000003]</a:t>
            </a:r>
          </a:p>
          <a:p>
            <a:pPr algn="l">
              <a:spcAft>
                <a:spcPts val="1000"/>
              </a:spcAft>
            </a:pPr>
            <a:r>
              <a:rPr sz="1400" b="0">
                <a:solidFill>
                  <a:srgbClr val="D5DBDB"/>
                </a:solidFill>
                <a:latin typeface="Calibri"/>
              </a:rPr>
              <a:t>   Every generated record passes an independent correctness check before it is accepted. The check is a caller-supplied function returning {ok, errors}; any failure throws CORRECTNESS_FAILED and the rec…</a:t>
            </a:r>
          </a:p>
          <a:p>
            <a:pPr algn="l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4. Simulated-Content Labeling  [JAH-GSR-000004]</a:t>
            </a:r>
          </a:p>
          <a:p>
            <a:pPr algn="l">
              <a:spcAft>
                <a:spcPts val="1000"/>
              </a:spcAft>
            </a:pPr>
            <a:r>
              <a:rPr sz="1400" b="0">
                <a:solidFill>
                  <a:srgbClr val="D5DBDB"/>
                </a:solidFill>
                <a:latin typeface="Calibri"/>
              </a:rPr>
              <a:t>   Every record a boundless generator emits is stamped _label='simulated' plus a _sigreg block (hard cap, sequence number, verified flag) at generation time, inside the wrapper. The label is applied by…</a:t>
            </a:r>
          </a:p>
          <a:p>
            <a:pPr algn="l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5. The Weed-Out Loop  [JAH-GSR-000005]</a:t>
            </a:r>
          </a:p>
          <a:p>
            <a:pPr algn="l">
              <a:spcAft>
                <a:spcPts val="1000"/>
              </a:spcAft>
            </a:pPr>
            <a:r>
              <a:rPr sz="1400" b="0">
                <a:solidFill>
                  <a:srgbClr val="D5DBDB"/>
                </a:solidFill>
                <a:latin typeface="Calibri"/>
              </a:rPr>
              <a:t>   Generated content is provisional: a weed-out loop periodically re-checks records against the correctness function and the archive, discarding anything that fails, duplicates, or drifts. Only records…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2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2E86C1"/>
                </a:solidFill>
                <a:latin typeface="Calibri"/>
              </a:rPr>
              <a:t>By the numbers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76809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0">
                <a:solidFill>
                  <a:srgbClr val="FFFFFF"/>
                </a:solidFill>
                <a:latin typeface="Calibri"/>
              </a:rPr>
              <a:t>Records:  15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FFFFFF"/>
                </a:solidFill>
                <a:latin typeface="Calibri"/>
              </a:rPr>
              <a:t>Record kind:  safety record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FFFFFF"/>
                </a:solidFill>
                <a:latin typeface="Calibri"/>
              </a:rPr>
              <a:t>ID prefix:  JAH-GSR-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FFFFFF"/>
                </a:solidFill>
                <a:latin typeface="Calibri"/>
              </a:rPr>
              <a:t>March to a million:  15 / 1,000,000 — in progress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FFFFFF"/>
                </a:solidFill>
                <a:latin typeface="Calibri"/>
              </a:rPr>
              <a:t>AI librarian:  JAH Generator Self-Regulation Librarian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FFFFFF"/>
                </a:solidFill>
                <a:latin typeface="Calibri"/>
              </a:rPr>
              <a:t>Edition:  Public Edition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2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3200" b="1">
                <a:solidFill>
                  <a:srgbClr val="2E86C1"/>
                </a:solidFill>
                <a:latin typeface="Calibri"/>
              </a:rPr>
              <a:t>Open the database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>
                <a:solidFill>
                  <a:srgbClr val="D5DBDB"/>
                </a:solidFill>
                <a:latin typeface="Calibri"/>
              </a:rPr>
              <a:t>The self-regulation framework for boundless generators — hard caps, throttling, verification, and labeling, with real reference implementations.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926080"/>
            <a:ext cx="7315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>
                <a:solidFill>
                  <a:srgbClr val="D4A537"/>
                </a:solidFill>
                <a:latin typeface="Calibri"/>
                <a:hlinkClick r:id="rId2"/>
              </a:rPr>
              <a:t>Live database page</a:t>
            </a:r>
          </a:p>
          <a:p>
            <a:pPr algn="ctr"/>
            <a:r>
              <a:rPr sz="1200">
                <a:solidFill>
                  <a:srgbClr val="7F8C8D"/>
                </a:solidFill>
                <a:latin typeface="Calibri"/>
                <a:hlinkClick r:id="rId2"/>
              </a:rPr>
              <a:t>https://justinahiggins614-cmyk.github.io/jah-databases/db/generator-self-regulation/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572000"/>
            <a:ext cx="7315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>
                <a:solidFill>
                  <a:srgbClr val="D4A537"/>
                </a:solidFill>
                <a:latin typeface="Calibri"/>
                <a:hlinkClick r:id="rId3"/>
              </a:rPr>
              <a:t>Machine-readable data index</a:t>
            </a:r>
          </a:p>
          <a:p>
            <a:pPr algn="ctr"/>
            <a:r>
              <a:rPr sz="1200">
                <a:solidFill>
                  <a:srgbClr val="7F8C8D"/>
                </a:solidFill>
                <a:latin typeface="Calibri"/>
                <a:hlinkClick r:id="rId3"/>
              </a:rPr>
              <a:t>https://justinahiggins614-cmyk.github.io/jah-databases-data-1/data/generator-self-regulation/index.jsonl.gz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
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completeness-analyzer-signature/" TargetMode="External"/><Relationship Id="rId3" Type="http://schemas.openxmlformats.org/officeDocument/2006/relationships/hyperlink" Target="https://justinahiggins614-cmyk.github.io/jah-databases-data-1/data/archive-tool-archive-completeness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Completeness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missing fields, empty records, broken references, and apparent gaps.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Completeness Analyzer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missing fields, empty records, broken references, and apparent gaps.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Missing-Field Scan — Core Method  [JAH-AT29S-000001]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completeness analyzer compares every record against the expected schema and lists which required fields are absent, per record and in aggregate. A fiel…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Missing-Field Scan — Compounded Pattern  [JAH-AT29S-000002]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completeness analyzer compares every record against the expected schema and lists which required fields are absent, per record and in aggregate. A fiel…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Missing-Field Scan — Full-System Integration  [JAH-AT29S-000003]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completeness analyzer compares every record against the expected schema and lists which required fields are absent, per record and in aggregate. A fiel…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Broken-Reference Check — Core Method  [JAH-AT29S-000004]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Records point at each other, and pointers rot: the target is deleted, the ID is mistyped, the namespace changes. The analyzer resolves every reference in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Broken-Reference Check — Compounded Pattern  [JAH-AT29S-000005]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Records point at each other, and pointers rot: the target is deleted, the ID is mistyped, the namespace changes. The analyzer resolves every reference in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Completeness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missing fields, empty records, broken references, and apparent gaps.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https://justinahiggins614-cmyk.github.io/jah-databases/db/archive-tool-archive-completeness-analyzer-signature/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https://justinahiggins614-cmyk.github.io/jah-databases-data-1/data/archive-tool-archive-completeness-analyzer-signature/index.jsonl.gz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
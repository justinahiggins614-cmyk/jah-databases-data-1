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untime-observability/" TargetMode="External"/><Relationship Id="rId3" Type="http://schemas.openxmlformats.org/officeDocument/2006/relationships/hyperlink" Target="https://justinahiggins614-cmyk.github.io/jah-databases-data-1/data/runtime-observabilit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Runtime Observability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Tracing, metrics, and eBPF: seeing inside running systems without stopping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Runtime Observability Database holds 20 observability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Tracing, metrics, and eBPF: seeing inside running systems without stopping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Distributed Tracing (OpenTelemetry)  [JAH-RUNTIM-000001]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Requests carry trace IDs across services; spans assemble into full request timelines. The trace shows the whole journey. Journeys get visible.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RED Metrics (Rate/Errors/Duration)  [JAH-RUNTIM-000002]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Services expose rate, errors, and duration; the three numbers summarize health. RED is the service dashboard. Health gets three numbers.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USE Metrics (Util/Sat/Errors)  [JAH-RUNTIM-000003]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Resources expose utilization, saturation, and errors; USE finds the bottlenecked resource. The method is systematic. Bottlenecks get found.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eBPF Observability  [JAH-RUNTIM-000004]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eBPF programs observe the kernel safely: syscalls, network, scheduling, all without stopping anything. The superpower is safe kernel vision. Systems get transparent.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Structured Logging  [JAH-RUNTIM-000005]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Logs as JSON with trace IDs and fields; machines parse them, humans read them. Structure gets queryable. Logs get useful.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observability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JAH-RUNTIM-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Observer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Tracing, metrics, and eBPF: seeing inside running systems without stopping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https://justinahiggins614-cmyk.github.io/jah-databases/db/runtime-observability/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https://justinahiggins614-cmyk.github.io/jah-databases-data-1/data/runtime-observability/index.jsonl.gz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
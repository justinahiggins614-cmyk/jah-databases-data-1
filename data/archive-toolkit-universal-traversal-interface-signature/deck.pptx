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traversal-interface-signature/" TargetMode="External"/><Relationship Id="rId3" Type="http://schemas.openxmlformats.org/officeDocument/2006/relationships/hyperlink" Target="https://justinahiggins614-cmyk.github.io/jah-databases-data-1/data/archive-toolkit-universal-traversal-interfa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Traversal Interface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Gives the AI a consistent navigation interface across different supported storage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Traversal Interface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Gives the AI a consistent navigation interface across different supported storage types.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Adapter pattern — Universal Traversal Interface  [JAH-ATK140S-00001]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Each storage type gets an adapter implementing list/stat/read. Adapters hide backend differences. Uniformity simplifies callers. This record documents a Signature-authored origin…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URI scheme dispatch — Universal Traversal Interface  [JAH-ATK140S-00002]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Schemes (mem://, zip://, s3://) select the adapter. Dispatch tables map scheme to implementation. Schemes make locations self-describing. This record documents a Signature-author…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Capability negotiation — Universal Traversal Interface  [JAH-ATK140S-00003]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Adapters advertise capabilities (seekable, writable); callers adapt. Negotiation prevents unsupported operations. Capabilities keep contracts honest. This record documents a 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Unified error model — Universal Traversal Interface  [JAH-ATK140S-00004]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All adapters raise the same error types (NotFound, Denied). Uniform errors simplify handling. Consistency aids reliability. This record documents a Signature-authored original 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Path normalization — Universal Traversal Interface  [JAH-ATK140S-00005]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One shared normalizer serves every storage backend, so paths mean the same thing everywhere. Shared rules prevent the divergence that creeps in when each adapter normalizes diffe…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Traversal Interface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Gives the AI a consistent navigation interface across different supported storage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https://justinahiggins614-cmyk.github.io/jah-databases/db/archive-toolkit-universal-traversal-interface-signature/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https://justinahiggins614-cmyk.github.io/jah-databases-data-1/data/archive-toolkit-universal-traversal-interface-signature/index.jsonl.gz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
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centralized-ipfs-bittorrent-bridges/" TargetMode="External"/><Relationship Id="rId3" Type="http://schemas.openxmlformats.org/officeDocument/2006/relationships/hyperlink" Target="https://justinahiggins614-cmyk.github.io/jah-databases-data-1/data/decentralized-ipfs-bittorrent-bridg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Decentralized IPFS &amp; BitTorrent Bridges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Bridges IPFS and BitTorrent — content addressable on both sides, fetched from wherever is fastest.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Decentralized IPFS &amp; BitTorrent Bridges Database holds 15 network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Bridges IPFS and BitTorrent — content addressable on both sides, fetched from wherever is fastest.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CID to Infohash  [JAH-DIB-000001]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CID to Infohash is a network ability in the Decentralized IPFS &amp; BitTorrent Bridges database. Translates IPFS CIDs to BitTorrent infohashes and back. The translation is deterministic; both identifier…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Dual-Announce  [JAH-DIB-000002]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Dual-Announce is a network ability in the Decentralized IPFS &amp; BitTorrent Bridges database. Announces content on both networks at once. The bridge announces to the DHT and the IPFS network; peers fin…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Fastest-Source Fetch  [JAH-DIB-000003]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Fastest-Source Fetch is a network ability in the Decentralized IPFS &amp; BitTorrent Bridges database. Fetches each piece from whichever network delivers first. Piece requests race both networks; the win…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Cross-Seeding  [JAH-DIB-000004]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Cross-Seeding is a network ability in the Decentralized IPFS &amp; BitTorrent Bridges database. Seeds BitTorrent content on IPFS and vice versa. Pinned content is re-announced on the other network automa…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Gateway Fallback  [JAH-DIB-000005]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Gateway Fallback is a network ability in the Decentralized IPFS &amp; BitTorrent Bridges database. Falls back to HTTP gateways when P2P is slow. If P2P stalls past the timeout, the gateway fetch starts;…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network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IPFS BitTorrent Bridge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Bridges IPFS and BitTorrent — content addressable on both sides, fetched from wherever is fastest.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https://justinahiggins614-cmyk.github.io/jah-databases/db/decentralized-ipfs-bittorrent-bridges/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https://justinahiggins614-cmyk.github.io/jah-databases-data-1/data/decentralized-ipfs-bittorrent-bridges/index.jsonl.gz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
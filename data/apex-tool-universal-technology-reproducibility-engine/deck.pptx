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technology-reproducibility-engine/" TargetMode="External"/><Relationship Id="rId3" Type="http://schemas.openxmlformats.org/officeDocument/2006/relationships/hyperlink" Target="https://justinahiggins614-cmyk.github.io/jah-databases-data-1/data/apex-tool-universal-technology-reproducibility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Technology Reproducibility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Packages every result with code, data, and instructions — so anyone can reproduce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Technology Reproducibility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Packages every result with code, data, and instructions — so anyone can reproduce it.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reproducibility checklists are standard in science;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Reproducibility Needs  [JAH-APX95-000001]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Code, data, dependencies, procedures, environment — a result is reproducible only when all five are captured.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Archiving the Source  [JAH-APX95-000002]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code versions, not ‘the latest.’ This record covers the source archiver.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Freezing Dependencies  [JAH-APX95-000003]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Drifting dependencies break reproductions. This record covers locking every dependency version.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Recording Procedures  [JAH-APX95-000004]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Steps matter as much as code. This record covers documenting the full procedure.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Packaging the Data  [JAH-APX95-000005]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Results need their data — or a recipe to fetch it. This record covers the data packager.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Technology Reproducibility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Packages every result with code, data, and instructions — so anyone can reproduce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https://justinahiggins614-cmyk.github.io/jah-databases/db/apex-tool-universal-technology-reproducibility-engine/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https://justinahiggins614-cmyk.github.io/jah-databases-data-1/data/apex-tool-universal-technology-reproducibility-engine/index.jsonl.gz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
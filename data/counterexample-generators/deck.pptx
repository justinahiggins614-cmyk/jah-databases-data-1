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unterexample-generators/" TargetMode="External"/><Relationship Id="rId3" Type="http://schemas.openxmlformats.org/officeDocument/2006/relationships/hyperlink" Target="https://justinahiggins614-cmyk.github.io/jah-databases-data-1/data/counterexample-generato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Counterexample Generators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Proofs of wrongness: generating the examples that break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Counterexample Generators Database holds 15 counterexample generation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Proofs of wrongness: generating the examples that break claims.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SMT solver models as counterexamples  [JAH-COUNTE-000001]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Z3 says SAT to the negated property, its model is a concrete counterexample: variable assignments that violate the claim. Reading the model — mapping solver variables back to program state — tur…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Alloy instance generation  [JAH-COUNTE-000002]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Alloy's analyzer doesn't just say 'no' — it shows a concrete instance violating the assertion, rendered as a diagram. Counterexamples as pictures: the design flaw is visible, not just logical. It's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SMT solver models as counterexamples  [JAH-COUNTE-000003]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When Z3 says SAT to the negated property, its model is a concrete counterexample: variable assignments that violate the claim. Reading the model — mapping solver variables back to program state — tur…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Alloy instance generation  [JAH-COUNTE-000004]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Alloy's analyzer doesn't just say 'no' — it shows a concrete instance violating the assertion, rendered as a diagram. Counterexamples as pictures: the design flaw is visible, not just logical. It's 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Adversarial example generation (ML)  [JAH-COUNTE-000005]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ML models, counterexamples are adversarial inputs: tiny perturbations flipping the prediction. Generators (FGSM, PGD) systematically find them, and each one refutes the claim 'the model is robust…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counterexample generation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JAH-COUNTE-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Counterexample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Proofs of wrongness: generating the examples that break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https://justinahiggins614-cmyk.github.io/jah-databases/db/counterexample-generators/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https://justinahiggins614-cmyk.github.io/jah-databases-data-1/data/counterexample-generators/index.jsonl.gz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
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documentation-civilization/" TargetMode="External"/><Relationship Id="rId3" Type="http://schemas.openxmlformats.org/officeDocument/2006/relationships/hyperlink" Target="https://justinahiggins614-cmyk.github.io/jah-databases-data-1/data/apex-tool-autonomous-documentation-civi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Documentation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Documentation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 Comment Extractor  [JAH-APX55-000001]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Pulls structured documentation from code comments — parameters, returns, examples — turning what developers already write into real pages.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Reference Builder  [JAH-APX55-000002]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complete API references from interface definitions: endpoints, schemas, and error codes, always matching the actual interface.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Getting-Started Guide Forger  [JAH-APX55-000003]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task-oriented starter guides from the API surface and common workflows, giving newcomers a path instead of a maze.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Code Example Tester  [JAH-APX55-000004]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Executes every code example in the docs and marks stale ones, so documentation never teaches broken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Change Watcher  [JAH-APX55-000005]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Watches code, schema, and config changes and opens documentation update tasks automatically, so docs track the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Documentation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https://justinahiggins614-cmyk.github.io/jah-databases/db/apex-tool-autonomous-documentation-civilization/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https://justinahiggins614-cmyk.github.io/jah-databases-data-1/data/apex-tool-autonomous-documentation-civilization/index.jsonl.gz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
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hmer-signature/" TargetMode="External"/><Relationship Id="rId3" Type="http://schemas.openxmlformats.org/officeDocument/2006/relationships/hyperlink" Target="https://justinahiggins614-cmyk.github.io/jah-databases-data-1/data/names-khm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Khmer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Khmer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Khmer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Khmer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Sok សុខ - sound, structure, and naming power  [JAH-NMKS4-000001]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Khmer unisex name Sok សុខ. Sound: 1 syllables, firm consonant close. Structure: Unisex; the most auspicious root.. Recorded meaning: Peace. Naming power: the name is sho…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Dara តារា - sound, structure, and naming power  [JAH-NMKS4-000002]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Khmer unisex name Dara តារា. Sound: 2 syllables, open vowels. Structure: Unisex; from Sanskrit tara.. Recorded meaning: Star. Naming power: the name is short, sayable,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Chan ចន្ទ - sound, structure, and naming power  [JAH-NMKS4-000003]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Khmer unisex name Chan ចន្ទ. Sound: 1 syllables, firm consonant close. Structure: Unisex; from Sanskrit chandra.. Recorded meaning: Moon.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Malis - sound, structure, and naming power  [JAH-NMKS4-000004]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Khmer feminine name Malis. Sound: 2 syllables, firm consonant close. Structure: A graceful girls' name.. Recorded meaning: Jasmine. Naming power: the name is short, saya…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Khmer naming framework  [JAH-NMKS4-000005]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Khmer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Khmer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Khmer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https://justinahiggins614-cmyk.github.io/jah-databases/db/names-khmer-signature/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https://justinahiggins614-cmyk.github.io/jah-databases-data-1/data/names-khmer-signature/index.jsonl.gz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
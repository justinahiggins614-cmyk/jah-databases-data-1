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lagasy/" TargetMode="External"/><Relationship Id="rId3" Type="http://schemas.openxmlformats.org/officeDocument/2006/relationships/hyperlink" Target="https://justinahiggins614-cmyk.github.io/jah-databases-data-1/data/names-malagas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Malagasy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Malagasy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Malagasy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Malagasy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Voahangy - Malagasy feminine given name  [JAH-NMM4-000001]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Voahangy is a feminine given name in Malagasy. Meaning: A classic Malagasy girls'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Nirina - Malagasy unisex given name  [JAH-NMM4-000002]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Nirina is a unisex given name in Malagasy. Meaning: A common Malagasy name; unisex..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Tahina - Malagasy masculine given name  [JAH-NMM4-000003]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Tahina is a masculine given name in Malagasy. Meaning: A common Malagasy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Hasina - Malagasy feminine given name  [JAH-NMM4-000004]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Hasina is a feminine given name in Malagasy. Meaning: A traditional girls'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Tiana - Malagasy unisex given name  [JAH-NMM4-000005]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Tiana is a unisex given name in Malagasy. Meaning: A common Malagasy name; unisex..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Malagasy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Malagasy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https://justinahiggins614-cmyk.github.io/jah-databases/db/names-malagasy/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https://justinahiggins614-cmyk.github.io/jah-databases-data-1/data/names-malagasy/index.jsonl.gz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
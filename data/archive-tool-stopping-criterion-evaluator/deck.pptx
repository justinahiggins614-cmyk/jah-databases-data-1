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topping-criterion-evaluator/" TargetMode="External"/><Relationship Id="rId3" Type="http://schemas.openxmlformats.org/officeDocument/2006/relationships/hyperlink" Target="https://justinahiggins614-cmyk.github.io/jah-databases-data-1/data/archive-tool-stopping-criterion-evalu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Stopping-Criterion Evaluator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Determines whether the available evidence is sufficient or further investigation is warranted.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Stopping-Criterion Evaluator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whether the available evidence is sufficient or further investigation is warranted.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(Stopping-Criterion Evaluator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Evidence coverage measurement (foundational)  [JAH-AT76-000001]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Coverage is measured as the fraction of the mission's subquestions that have at least one supporting source above the support threshold. A mission can feel complete while half its subquestions are 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Evidence coverage measurement (compounded)  [JAH-AT76-000002]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Coverage is measured as the fraction of the mission's subquestions that have at least one supporting source above the support threshold. A mission can feel complete while half its subquestions are 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Evidence coverage measurement (production)  [JAH-AT76-000003]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Coverage is measured as the fraction of the mission's subquestions that have at least one supporting source above the support threshold. A mission can feel complete while half its subquestions are 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Sufficiency threshold per mission type (foundational)  [JAH-AT76-000004]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sufficiency threshold is set from the mission's stakes: a casual overview stops at 60 percent coverage, a decision-grade investigation demands 90. Thresholds are declared in the mission plan,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Sufficiency threshold per mission type (compounded)  [JAH-AT76-000005]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sufficiency threshold is set from the mission's stakes: a casual overview stops at 60 percent coverage, a decision-grade investigation demands 90. Thresholds are declared in the mission plan, not…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Stopping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whether the available evidence is sufficient or further investigation is warranted.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https://justinahiggins614-cmyk.github.io/jah-databases/db/archive-tool-stopping-criterion-evaluator/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https://justinahiggins614-cmyk.github.io/jah-databases-data-1/data/archive-tool-stopping-criterion-evaluator/index.jsonl.gz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
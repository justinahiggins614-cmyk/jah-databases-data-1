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olicy-conflict-detector-signature/" TargetMode="External"/><Relationship Id="rId3" Type="http://schemas.openxmlformats.org/officeDocument/2006/relationships/hyperlink" Target="https://justinahiggins614-cmyk.github.io/jah-databases-data-1/data/archive-toolkit-policy-conflict-dete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Policy Conflict Detector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conflicting access, retention, licensing, or operational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Policy Conflict Detector Database holds 15 policy conflict detectors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conflicting access, retention, licensing, or operational rules.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Conflict simulation  [JAH-ATK276S-000001]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before changing a policy, the simulator shows what would break: which requests flip decisions, which workflows lose access, which obligations…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Conflict simulation  [JAH-ATK276S-000002]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before changing a policy, the simulator shows what would break: which requests flip decisions, which workflows lose access, which obligations…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Conflict simulation  [JAH-ATK276S-000003]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before changing a policy, the simulator shows what would break: which requests flip decisions, which workflows lose access, which obligations…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Auto-remediation proposals  [JAH-ATK276S-000004]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for each conflict the detector proposes minimal edits that resolve it: narrowing a scope, adding a precedence rank, or splitting a rule. Propo…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Auto-remediation proposals  [JAH-ATK276S-000005]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for each conflict the detector proposes minimal edits that resolve it: narrowing a scope, adding a precedence rank, or splitting a rule. Propo…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policy conflict detector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JAH-ATK276S-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Policy Conflict Detector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conflicting access, retention, licensing, or operational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https://justinahiggins614-cmyk.github.io/jah-databases/db/archive-toolkit-policy-conflict-detector-signature/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https://justinahiggins614-cmyk.github.io/jah-databases-data-1/data/archive-toolkit-policy-conflict-detector-signature/index.jsonl.gz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
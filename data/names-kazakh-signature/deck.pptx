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kazakh-signature/" TargetMode="External"/><Relationship Id="rId3" Type="http://schemas.openxmlformats.org/officeDocument/2006/relationships/hyperlink" Target="https://justinahiggins614-cmyk.github.io/jah-databases-data-1/data/names-kazakh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Kazakh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names in the Kazakh style — new creations built from real Kazakh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Kazakh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Kazakh style — new creations built from real Kazakh word-roots,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Kazakh Names Database from genuine Kazakh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Kazakh-style given name: Aynurgul  [JAH-NMKS6-000001]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Aynurgul is a Signature original Kazakh-style given name, created for the Signature Kazakh Names Database. From aynur (moonlight) + gul (flower). It is labeled a Signature creation and is not a tradi…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Kazakh-style given name: Nuraigerim  [JAH-NMKS6-000002]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Nuraigerim is a Signature original Kazakh-style given name, created for the Signature Kazakh Names Database. From nur (light) + aigerim. It is labeled a Signature creation and is not a traditional Ka…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Kazakh-style given name: Timurnur  [JAH-NMKS6-000003]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Timurnur is a Signature original Kazakh-style given name, created for the Signature Kazakh Names Database. From timur (iron) + nur (light): 'iron light'. It is labeled a Signature creation and is not…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Kazakh-style given name: Gulnaray  [JAH-NMKS6-000004]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Gulnaray is a Signature original Kazakh-style given name, created for the Signature Kazakh Names Database. From gulnara + ay (moon). It is labeled a Signature creation and is not a traditional Kazakh…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Kazakh-style given name: Seriknur  [JAH-NMKS6-000005]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Seriknur is a Signature original Kazakh-style given name, created for the Signature Kazakh Names Database. From serik (companion) + nur. It is labeled a Signature creation and is not a traditional Ka…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JAH-NMKS6-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Kazakh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Kazakh style — new creations built from real Kazakh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https://justinahiggins614-cmyk.github.io/jah-databases/db/names-kazakh-signature/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https://justinahiggins614-cmyk.github.io/jah-databases-data-1/data/names-kazakh-signature/index.jsonl.gz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
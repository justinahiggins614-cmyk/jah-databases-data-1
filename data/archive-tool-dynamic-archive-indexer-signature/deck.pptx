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ynamic-archive-indexer-signature/" TargetMode="External"/><Relationship Id="rId3" Type="http://schemas.openxmlformats.org/officeDocument/2006/relationships/hyperlink" Target="https://justinahiggins614-cmyk.github.io/jah-databases-data-1/data/archive-tool-dynamic-archive-index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Archive Indexer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indexing frameworks: living indexes that grow in rings.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Archive Indexer Database holds 15 signature indexing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indexing frameworks: living indexes that grow in rings.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Living Index that grows with the archive  [JAH-AT14S-0001]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Living Index is never rebuilt from scratch — it grows new rings like a tree every time documents arrive. Fresh documents sprout as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Branch-Map ordered keys  [JAH-AT14S-0002]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Branch-Map files archive keys like leaves pressed in order between the pages of a great book. Leaves hold sorted keys in linked pages…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Deep-Well write absorption  [JAH-AT14S-0003]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Deep-Well swallows index writes into a still surface pool, then settles them into layered sediment in the quiet hours. Writes land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Footprint-compressed posting trails  [JAH-AT14S-0004]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instead of carving every document number in full, the archive leaves footprints — each print records only how many steps since the last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Leapfrog posting intersections  [JAH-AT14S-0005]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Leapfrog lets two posting trails race by hopping over whole stretches instead of stepping on every stone. Every few stones a trail plants…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indexing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Indexer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indexing frameworks: living indexes that grow in rings.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https://justinahiggins614-cmyk.github.io/jah-databases/db/archive-tool-dynamic-archive-indexer-signature/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https://justinahiggins614-cmyk.github.io/jah-databases-data-1/data/archive-tool-dynamic-archive-indexer-signature/index.jsonl.gz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
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just-in-time-jit-bytecode-specialization-signature/" TargetMode="External"/><Relationship Id="rId3" Type="http://schemas.openxmlformats.org/officeDocument/2006/relationships/hyperlink" Target="https://justinahiggins614-cmyk.github.io/jah-databases-data-1/data/just-in-time-jit-bytecode-specializ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Just-In-Time (JIT) Bytecode Specialization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How JITs turn generic bytecode into fast machine code — speculation, guards, tiers, and deoptimization.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Just-In-Time (JIT) Bytecode Specialization Database holds 15 jit specialization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How JITs turn generic bytecode into fast machine code — speculation, guards, tiers, and deoptimization.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completion authored for the JAH Databases network;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SigSpec-Types  [JAH-JTJ-S-000001]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type speculation with confidence scores per call site. Engine: SigJIT. How it works: scored type profiles. Payoff: guided speculation.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SigGuard-Smart  [JAH-JTJ-S-000002]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guard placement minimizing deopt storms via profile clustering. Engine: SigJIT. How it works: clustered guards. Payoff: fewer deopts.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SigTier-Adapt  [JAH-JTJ-S-000003]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adaptive tiers reacting to battery and thermal state. Engine: SigJIT. How it works: state-aware tiering. Payoff: efficient mobile.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SigTrace-Persist  [JAH-JTJ-S-000004]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persistent traces surviving restarts for instant warmup. Engine: SigLua. How it works: trace cache. Payoff: zero warmup.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SigDeopt-Log  [JAH-JTJ-S-000005]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structured deopt logs pinpointing unstable assumptions. Engine: SigJIT. How it works: deopt telemetry. Payoff: debuggable opts.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jit specialization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JAH-JTJ-S-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JIT Scientist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How JITs turn generic bytecode into fast machine code — speculation, guards, tiers, and deoptimization.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https://justinahiggins614-cmyk.github.io/jah-databases/db/just-in-time-jit-bytecode-specialization-signature/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https://justinahiggins614-cmyk.github.io/jah-databases-data-1/data/just-in-time-jit-bytecode-specialization-signature/index.jsonl.gz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
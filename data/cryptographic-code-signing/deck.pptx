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ryptographic-code-signing/" TargetMode="External"/><Relationship Id="rId3" Type="http://schemas.openxmlformats.org/officeDocument/2006/relationships/hyperlink" Target="https://justinahiggins614-cmyk.github.io/jah-databases-data-1/data/cryptographic-code-sign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Cryptographic Code Signing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Prove software really came from its claimed author — signature schemes, transparency logs, and verification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Cryptographic Code Signing Database holds 15 code signing schemes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 software really came from its claimed author — signature schemes, transparency logs, and verification tools.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GPG detached signatures  [JAH-CRYPTO2-000001]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classic .asc/.sig sidecar: gpg --detach-sign, verified against the author’s public key. It signs release tarballs; verify with gpg --verify file.sig file. Standard: RFC 4880.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Sigstore cosign  [JAH-CRYPTO2-000002]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Keyless signing binding artifacts to OIDC identity with signatures logged in Rekor. It signs container images; verify with cosign verify --certificate-identity .... Standard: Sigstore spec.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Authenticode  [JAH-CRYPTO2-000003]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Windows’ PE signing; SmartScreen and driver policies gate on valid signatures. It signs EXE/DLL/sys drivers; verify with signtool verify /pa file.exe. Standard: Microsoft Authenticode.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Apple notarization  [JAH-CRYPTO2-000004]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Apple staples a notarization ticket to signed macOS software for Gatekeeper approval. It signs macOS apps; verify with spctl -a -vv app.app. Standard: Apple TN2206.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minisign  [JAH-CRYPTO2-000005]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dead-simple Ed25519 signing tool by Frank Denis with tiny trusted-comment signatures. It signs any file; verify with minisign -V -p key.pub -m file. Standard: Ed25519 (RFC 8032).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code signing scheme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JAH-CRYPTO2-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Code Signing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 software really came from its claimed author — signature schemes, transparency logs, and verification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https://justinahiggins614-cmyk.github.io/jah-databases/db/cryptographic-code-signing/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https://justinahiggins614-cmyk.github.io/jah-databases-data-1/data/cryptographic-code-signing/index.jsonl.gz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
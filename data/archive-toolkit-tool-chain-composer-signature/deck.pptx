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chain-composer-signature/" TargetMode="External"/><Relationship Id="rId3" Type="http://schemas.openxmlformats.org/officeDocument/2006/relationships/hyperlink" Target="https://justinahiggins614-cmyk.github.io/jah-databases-data-1/data/archive-toolkit-tool-chain-compo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Chain Composer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Chain Composer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Interface matching — Tool Chain Composer (Signature)  [JAH-ATK244S-0001]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chain composer connects individual tools into ordered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Goal decomposition — Tool Chain Composer (Signature)  [JAH-ATK244S-0002]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chain composer connects individual tools into ordered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DAG planning — Tool Chain Composer (Signature)  [JAH-ATK244S-0003]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chain composer connects individual tools into ordered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 coercion insertion — Tool Chain Composer (Signature)  [JAH-ATK244S-0004]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chain composer connects individual tools into ordered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Error handling per joint — Tool Chain Composer (Signature)  [JAH-ATK244S-0005]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chain composer connects individual tools into ordered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Chain Composer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tools into ordered execution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https://justinahiggins614-cmyk.github.io/jah-databases/db/archive-toolkit-tool-chain-composer-signature/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https://justinahiggins614-cmyk.github.io/jah-databases-data-1/data/archive-toolkit-tool-chain-composer-signature/index.jsonl.gz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
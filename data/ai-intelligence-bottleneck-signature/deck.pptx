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intelligence-bottleneck-signature/" TargetMode="External"/><Relationship Id="rId3" Type="http://schemas.openxmlformats.org/officeDocument/2006/relationships/hyperlink" Target="https://justinahiggins614-cmyk.github.io/jah-databases-data-1/data/ai-intelligence-bottleneck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Intelligence Bottleneck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Where AI systems get stuck: data, compute, memory, and reasoning bottlenecks, and how to widen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Intelligence Bottleneck Database holds 20 intelligence bottleneck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Where AI systems get stuck: data, compute, memory, and reasoning bottlenecks, and how to widen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Bottleneck Cartographer  [JAH-AIB-S-000001]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maps the whole pipeline as a territory: the narrow passes marked, the wide roads clear. The cartographer shows where to widen. Systems get navigated.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Starvation Gardener  [JAH-AIB-S-000002]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data pipelines so GPUs never starve: the loaders are tended, the prefetch watered. The garden feeds. Throughput gets nourished.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Roofline Surveyor  [JAH-AIB-S-000003]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surveys every kernel onto the roofline: the bound is named, the headroom measured. The survey guides. Limits get known truly.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Byte Accountant  [JAH-AIB-S-000004]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an accountant for memory bandwidth: every byte is ledgered, the waste itemized. The books balance. Bandwidth gets respected truly.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Cache Architect  [JAH-AIB-S-000005]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architects KV caches like buildings: paged, compressed, elegant. The architecture scales. Contexts get long beautifully.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intelligence bottleneck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JAH-AIB-S-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Debottlenecker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Where AI systems get stuck: data, compute, memory, and reasoning bottlenecks, and how to widen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https://justinahiggins614-cmyk.github.io/jah-databases/db/ai-intelligence-bottleneck-signature/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https://justinahiggins614-cmyk.github.io/jah-databases-data-1/data/ai-intelligence-bottleneck-signature/index.jsonl.gz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
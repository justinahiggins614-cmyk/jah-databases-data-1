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hierarchical-memory-manager/" TargetMode="External"/><Relationship Id="rId3" Type="http://schemas.openxmlformats.org/officeDocument/2006/relationships/hyperlink" Target="https://justinahiggins614-cmyk.github.io/jah-databases-data-1/data/archive-tool-hierarchical-memory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Hierarchical Memory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Organizes short-term context, long-term knowledge, summaries, and detailed source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Hierarchical Memory Manager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Organizes short-term context, long-term knowledge, summaries, and detailed source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(Hierarchical Memory Manager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Three-tier memory architecture (foundational)  [JAH-AT65-000001]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Memory is organized in three tiers: a small fast working set for the current task, a larger summary tier of distilled findings, and the full archive of source records. Each tier has a fixed capacity…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Three-tier memory architecture (compounded)  [JAH-AT65-000002]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Memory is organized in three tiers: a small fast working set for the current task, a larger summary tier of distilled findings, and the full archive of source records. Each tier has a fixed capacity…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Three-tier memory architecture (production)  [JAH-AT65-000003]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Memory is organized in three tiers: a small fast working set for the current task, a larger summary tier of distilled findings, and the full archive of source records. Each tier has a fixed capacity…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Promotion by reuse count (foundational)  [JAH-AT65-000004]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item in the summary tier that gets reused across tasks is promoted to the working set, evicting the least-recently-used working item back down. Reuse is the promotion signal because it is direct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Promotion by reuse count (compounded)  [JAH-AT65-000005]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item in the summary tier that gets reused across tasks is promoted to the working set, evicting the least-recently-used working item back down. Reuse is the promotion signal because it is direct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Hierarchy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Organizes short-term context, long-term knowledge, summaries, and detailed source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https://justinahiggins614-cmyk.github.io/jah-databases/db/archive-tool-hierarchical-memory-manager/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https://justinahiggins614-cmyk.github.io/jah-databases-data-1/data/archive-tool-hierarchical-memory-manager/index.jsonl.gz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
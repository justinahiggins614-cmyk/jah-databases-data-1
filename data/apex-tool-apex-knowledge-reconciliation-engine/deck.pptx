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knowledge-reconciliation-engine/" TargetMode="External"/><Relationship Id="rId3" Type="http://schemas.openxmlformats.org/officeDocument/2006/relationships/hyperlink" Target="https://justinahiggins614-cmyk.github.io/jah-databases-data-1/data/apex-tool-apex-knowledge-reconcilia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Knowledge Reconciliation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Merges what agrees, versions what conflicts — disagreement is preserved, never erased.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Knowledge Reconciliation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Merges what agrees, versions what conflicts — disagreement is preserved, never erased.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entity resolution is standard data practice;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Finding the Duplicates  [JAH-APX88-000001]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same fact often wears many records. This record covers detecting duplicates by entity, claim, and evidence overlap.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Timelining Claims  [JAH-APX88-000002]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Newer evidence can supersede older claims. This record covers ordering competing claims by evidence date.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Scoring Freshness  [JAH-APX88-000003]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Not every new claim beats an old one — but recency matters. This record covers freshness scoring with supersession logic.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Merging What Agrees  [JAH-APX88-000004]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Agreeing records combine into canonical forms. This record covers the merge engine.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Linking Provenance  [JAH-APX88-000005]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merged fact keeps its sources. This record covers provenance linking through merges.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Knowledge Reconciliation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Merges what agrees, versions what conflicts — disagreement is preserved, never erased.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https://justinahiggins614-cmyk.github.io/jah-databases/db/apex-tool-apex-knowledge-reconciliation-engine/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https://justinahiggins614-cmyk.github.io/jah-databases-data-1/data/apex-tool-apex-knowledge-reconciliation-engine/index.jsonl.gz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
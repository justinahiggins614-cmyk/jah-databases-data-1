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etwork-wide-task-memory-signature/" TargetMode="External"/><Relationship Id="rId3" Type="http://schemas.openxmlformats.org/officeDocument/2006/relationships/hyperlink" Target="https://justinahiggins614-cmyk.github.io/jah-databases-data-1/data/network-wide-task-memory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Network-Wide Task Memory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Network-Wide Task Memory Database holds 20 task memory entrys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by Justin Addam Higgins - a Signature-authored concept,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Remembered Building  [JAH-NWTM-S-000001]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remembering of a great building: twenty records, a generator, and a page, raised in one sitting. The remembering keeps the recipe warm for the next raising. Teaching ladder: rank…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Lesson of the Wayward Generator  [JAH-NWTM-S-000002]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lesson: a generator that strayed from the schema, caught thrice. The lesson: test the shaper before shaping the multitude. Teaching ladder: rank 1 — the concept in its simplest,…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Merging of Twins  [JAH-NWTM-S-000003]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merging of twin records across realms, both histories kept. The merging keys are remembered for the next merging. Teaching ladder: rank 1 — the concept in its simplest, most dire…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Swiftness Won  [JAH-NWTM-S-000004]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winning of swiftness: forty heartbeats to less than one, by the index. The lesson is eternal: measure, then sharpen the hot path. Teaching ladder: rank 1 — the concept in its sim…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Warning of the Eager Mend  [JAH-NWTM-S-000005]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warning: an eager mend that broke a stranger's work, rightly refused. The pattern is marked: dangerous near shared hearths. Teaching ladder: rank 1 — the concept in its simplest,…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task memory entry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JAH-NWTM-S-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Task Memory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 shared memory of tasks across the network: what ran, what worked.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https://justinahiggins614-cmyk.github.io/jah-databases/db/network-wide-task-memory-signature/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https://justinahiggins614-cmyk.github.io/jah-databases-data-1/data/network-wide-task-memory-signature/index.jsonl.gz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
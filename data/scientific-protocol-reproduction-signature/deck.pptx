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cientific-protocol-reproduction-signature/" TargetMode="External"/><Relationship Id="rId3" Type="http://schemas.openxmlformats.org/officeDocument/2006/relationships/hyperlink" Target="https://justinahiggins614-cmyk.github.io/jah-databases-data-1/data/scientific-protocol-reproduc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Scientific Protocol Reproduction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Reproducing lab protocols step by step: the methods, controls, and documentation that make science repeatable.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Scientific Protocol Reproduction Database holds 20 protocol reproduction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Reproducing lab protocols step by step: the methods, controls, and documentation that make science repeatable.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Protocol Scribe  [JAH-SCIENT-S-000001]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scribes protocols by watching the expert work and writing down every step, quantity, and aside. The scribe captures the tacit knowledge. Nothing stays in the expert's head.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Control Gardener  [JAH-SCIENT-S-000002]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gardens controls by planting the right ones for each experiment: the gardener knows which controls each design needs. Gardens are complete. No experiment lacks its controls.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Lot Detective  [JAH-SCIENT-S-000003]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 detective that traces failed reproductions to bad lots by comparing lot histories across labs. The detective follows the lot trail. Culprits get named.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Container Shipwright  [JAH-SCIENT-S-000004]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 shipwright that builds reproducibility containers from the analysis: dependencies detected, pinned, and sealed. The ship sails anywhere. Environments become portable.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Seed Keeper  [JAH-SCIENT-S-000005]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keeps every random seed like a seed bank: catalogued, labeled, and plantable. The keeper preserves stochastic history. Randomness gets archived.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protocol reproduction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JAH-SCIENT-S-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Protocol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Reproducing lab protocols step by step: the methods, controls, and documentation that make science repeatable.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https://justinahiggins614-cmyk.github.io/jah-databases/db/scientific-protocol-reproduction-signature/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https://justinahiggins614-cmyk.github.io/jah-databases-data-1/data/scientific-protocol-reproduction-signature/index.jsonl.gz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
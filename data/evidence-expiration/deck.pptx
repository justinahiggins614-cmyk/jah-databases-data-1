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idence-expiration/" TargetMode="External"/><Relationship Id="rId3" Type="http://schemas.openxmlformats.org/officeDocument/2006/relationships/hyperlink" Target="https://justinahiggins614-cmyk.github.io/jah-databases-data-1/data/evidence-expi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Evidence Expiration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Rules for when evidence dies — TTLs, triggers, and what happens after expiry.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Evidence Expiration Database holds 20 evidence expiration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when evidence dies — TTLs, triggers, and what happens after expiry.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Session tokens: 24-hour TTL  [JAH-EVIDEN-000001]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Session tokens expire 24 hours after issue. Expired tokens are rejected and purged nightly.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Price quotes: superseded by newer  [JAH-EVIDEN-000002]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price quote dies when a newer quote for the same items exists. Only the latest quote is valid.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API keys: revoked on compromise  [JAH-EVIDEN-000003]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Compromised API keys are revoked immediately. Revocation propagates within 5 minutes.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Consent records: retention law  [JAH-EVIDEN-000004]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Consent records are kept 7 years per regulation, then destroyed. The destruction is logged.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Metrics: 90-day rolling window  [JAH-EVIDEN-000005]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Raw metrics older than 90 days roll off; aggregates remain. Dashboards query the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evidence expiration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JAH-EVIDEN-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Evidence Expiration Clerk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when evidence dies — TTLs, triggers, and what happens after expiry.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https://justinahiggins614-cmyk.github.io/jah-databases/db/evidence-expiration/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https://justinahiggins614-cmyk.github.io/jah-databases-data-1/data/evidence-expiration/index.jsonl.gz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
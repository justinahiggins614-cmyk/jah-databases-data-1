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apex-digital-twin-factory/" TargetMode="External"/><Relationship Id="rId3" Type="http://schemas.openxmlformats.org/officeDocument/2006/relationships/hyperlink" Target="https://justinahiggins614-cmyk.github.io/jah-databases-data-1/data/apex-tool-apex-digital-twin-factory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Apex Digital Twin Factory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Builds connected digital representations of specified machines, infrastructure, processes, or software systems.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Apex Digital Twin Factory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Builds connected digital representations of specified machines, infrastructure, processes, or software systems.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Grieves, M., digital twin concept (2002).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Digital Twin Definition (Grieves)  [JAH-APX50-000001]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Grieves and Vickers' digital twin: a virtual representation paired with the physical, connected by data. The mirror that stays honest.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Sensor Data Ingestion  [JAH-APX50-000002]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Telemetry pipelines feed the twin: the mirror's eyes. Ingestion is continuous, timestamped, and validated.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Physics-Based Models (FEM/CFD)  [JAH-APX50-000003]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Finite elements and computational fluid dynamics: the twin's skeleton of physics. The mirror obeys laws.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State Estimation (Kalman Filters)  [JAH-APX50-000004]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Kalman's filter fuses noisy measurements into best estimates: the twin's judgment. Noise in, truth out.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Model Calibration  [JAH-APX50-000005]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Tune the twin to match the asset: calibration closes the mirror's gap. The reflection sharpens.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JAH-APX50-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Apex Digital Twin Factory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Builds connected digital representations of specified machines, infrastructure, processes, or software systems.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https://justinahiggins614-cmyk.github.io/jah-databases/db/apex-tool-apex-digital-twin-factory/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https://justinahiggins614-cmyk.github.io/jah-databases-data-1/data/apex-tool-apex-digital-twin-factory/index.jsonl.gz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
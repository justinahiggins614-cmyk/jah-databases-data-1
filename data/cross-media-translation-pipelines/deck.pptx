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media-translation-pipelines/" TargetMode="External"/><Relationship Id="rId3" Type="http://schemas.openxmlformats.org/officeDocument/2006/relationships/hyperlink" Target="https://justinahiggins614-cmyk.github.io/jah-databases-data-1/data/cross-media-translation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Cross-Media Translation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meaning between media — text to audio to video to image, without losing the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Cross-Media Translation Pipelines Database holds 15 translation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meaning between media — text to audio to video to image, without losing the message.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Text to Speech  [JAH-CMT-000001]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Text to Speech is a translation ability in the Cross-Media Translation Pipelines database. Turns written text into natural spoken audio. The pipeline handles pronunciation, pauses, and emphasis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Speech to Text  [JAH-CMT-000002]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Speech to Text is a translation ability in the Cross-Media Translation Pipelines database. Transcribes spoken audio into accurate text. Recognition runs with speaker labels and timestamps; confidence…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Image Description  [JAH-CMT-000003]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Image Description is a translation ability in the Cross-Media Translation Pipelines database. Describes images in words for those who cannot see them. Descriptions cover subjects, actions, setting,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Video Captioning  [JAH-CMT-000004]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Video Captioning is a translation ability in the Cross-Media Translation Pipelines database. Captions video with timed, readable subtitles. Speech is transcribed and timed to frames; captions break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 Language Avatars  [JAH-CMT-000005]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 Language Avatars is a translation ability in the Cross-Media Translation Pipelines database. Renders speech as a signing avatar. Text maps to sign sequences; the avatar performs them in sync wit…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translation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JAH-CMT-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Cross-Media Translation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meaning between media — text to audio to video to image, without losing the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https://justinahiggins614-cmyk.github.io/jah-databases/db/cross-media-translation-pipelines/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https://justinahiggins614-cmyk.github.io/jah-databases-data-1/data/cross-media-translation-pipelines/index.jsonl.gz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
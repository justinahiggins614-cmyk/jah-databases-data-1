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phemeral-data-sanitization/" TargetMode="External"/><Relationship Id="rId3" Type="http://schemas.openxmlformats.org/officeDocument/2006/relationships/hyperlink" Target="https://justinahiggins614-cmyk.github.io/jah-databases-data-1/data/ephemeral-data-sanitiz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Ephemeral Data Sanitization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Gone means gone: sanitizing temporary data so nothing lingers.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Ephemeral Data Sanitization Database holds 15 ephemeral data sanitization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Gone means gone: sanitizing temporary data so nothing lingers.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Memory zeroization  [JAH-EPHEME-000001]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Cryptographic keys and secrets must be wiped from RAM the moment they're no longer needed — memset isn't enough (compilers optimize it away). Secure zeroization uses volatile writes or dedicated func…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TTL-based auto-expiry  [JAH-EPHEME-000002]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Ephemeral data should die on schedule: TTLs on cache entries, self-destructing messages, auto-expiring tokens. The system, not human discipline, enforces deletion — data that can't linger because its…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Memory zeroization  [JAH-EPHEME-000003]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Cryptographic keys and secrets must be wiped from RAM the moment they're no longer needed — memset isn't enough (compilers optimize it away). Secure zeroization uses volatile writes or dedicated func…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TTL-based auto-expiry  [JAH-EPHEME-000004]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Ephemeral data should die on schedule: TTLs on cache entries, self-destructing messages, auto-expiring tokens. The system, not human discipline, enforces deletion — data that can't linger because its…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Forensic recovery resistance  [JAH-EPHEME-000005]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Against forensic recovery, deletion must consider remapped sectors, wear leveling, and filesystem journals — all places 'deleted' bytes survive. Resistance means layered deletion (overwrite + crypto-…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ephemeral data sanitization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JAH-EPHEME-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Ephemeral Sanitization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Gone means gone: sanitizing temporary data so nothing lingers.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https://justinahiggins614-cmyk.github.io/jah-databases/db/ephemeral-data-sanitization/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https://justinahiggins614-cmyk.github.io/jah-databases-data-1/data/ephemeral-data-sanitization/index.jsonl.gz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
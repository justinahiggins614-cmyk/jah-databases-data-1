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finite-spatial-canvas-mapping/" TargetMode="External"/><Relationship Id="rId3" Type="http://schemas.openxmlformats.org/officeDocument/2006/relationships/hyperlink" Target="https://justinahiggins614-cmyk.github.io/jah-databases-data-1/data/infinite-spatial-canvas-mapp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Infinite Spatial Canvas Mapping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Canvases without edges: tiling, level-of-detail, pan/zoom math, and spatial indexes for infinite workspaces.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Infinite Spatial Canvas Mapping Database holds 15 canvass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Canvases without edges: tiling, level-of-detail, pan/zoom math, and spatial indexes for infinite workspaces.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Quadtree Tiling  [JAH-ISC-000001]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Divides the infinite canvas into a quadtree of tiles, loading only the tiles intersecting the viewport. Tiling makes 'infinite' practical: memory holds the visible neighborhood, not the universe.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Level of Detail  [JAH-ISC-000002]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simplified versions of content when zoomed out - labels instead of paragraphs, icons instead of diagrams - swapping in detail as you zoom. LOD keeps frame rates smooth across enormous zoom 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Pan and Zoom Transforms  [JAH-ISC-000003]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between world and screen coordinates with an affine transform - scale plus translate - the mathematical heart of every canvas. Correct transforms with float care keep the canvas stable from micr…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Spatial Indexing  [JAH-ISC-000004]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Indexes canvas objects in an R-tree or similar so hit-testing and viewport queries stay fast with millions of items. Without a spatial index, every frame would scan everything.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Viewport Culling  [JAH-ISC-000005]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Skips drawing anything outside the viewport, the single biggest rendering win on large canvases. Culling turns 'millions of objects' from a crisis into a non-issue for the frame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canvas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JAH-ISC-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Canvas Mapper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Canvases without edges: tiling, level-of-detail, pan/zoom math, and spatial indexes for infinite workspaces.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https://justinahiggins614-cmyk.github.io/jah-databases/db/infinite-spatial-canvas-mapping/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https://justinahiggins614-cmyk.github.io/jah-databases-data-1/data/infinite-spatial-canvas-mapping/index.jsonl.gz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
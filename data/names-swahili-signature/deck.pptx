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wahili-signature/" TargetMode="External"/><Relationship Id="rId3" Type="http://schemas.openxmlformats.org/officeDocument/2006/relationships/hyperlink" Target="https://justinahiggins614-cmyk.github.io/jah-databases-data-1/data/names-swahil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Swahili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Swahili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Swahili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Swahili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Juma - sound, structure, and naming power  [JAH-NMSS4-000001]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Swahili masculine name Juma. Sound: 2 syllables, open vowels. Structure: Given to Friday-born boys.. Recorded meaning: Friday.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Amina - sound, structure, and naming power  [JAH-NMSS4-000002]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Swahili feminine name Amina. Sound: 3 syllables, open vowels. Structure: A traditional name of this language.. Recorded meaning: Trustworthy..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Baraka - sound, structure, and naming power  [JAH-NMSS4-000003]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Swahili masculine name Baraka. Sound: 3 syllables, open vowels. Structure: A traditional name of this language.. Recorded meaning: Blessing..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Neema - sound, structure, and naming power  [JAH-NMSS4-000004]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Swahili feminine name Neema. Sound: 2 syllables, open vowels. Structure: A traditional name of this language.. Recorded meaning: Grace..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Swahili naming framework  [JAH-NMSS4-000005]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Swahili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Swahili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Swahili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https://justinahiggins614-cmyk.github.io/jah-databases/db/names-swahili-signature/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https://justinahiggins614-cmyk.github.io/jah-databases-data-1/data/names-swahili-signature/index.jsonl.gz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
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apability-composition-signature/" TargetMode="External"/><Relationship Id="rId3" Type="http://schemas.openxmlformats.org/officeDocument/2006/relationships/hyperlink" Target="https://justinahiggins614-cmyk.github.io/jah-databases-data-1/data/ai-capability-composi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Capability Composition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Composing AI capabilities into pipelines, agents, and systems where the whole exceeds the 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Capability Composition Database holds 20 capability composition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Composing AI capabilities into pipelines, agents, and systems where the whole exceeds the parts.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Capability Weaving  [JAH-AICAPA2-S-000001]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weaves capabilities at the representation level instead of chaining their outputs: the retriever's embeddings feed the reasoner's attention directly. The weave shares computation…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Debate Adjudicator  [JAH-AICAPA2-S-000002]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adjudicator that doesn't just pick a winner but synthesizes the strongest argument from all debaters, keeping valid points from the losing side. The synthesis beats any single…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Agent Compass  [JAH-AICAPA2-S-000003]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compass that orients the ReAct loop: it scores whether the next step should think, act, or stop, ending loops that wander. The compass prevents the infinite tool-call spirals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Expert Loom  [JAH-AICAPA2-S-000004]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looms experts together by sharing their lower layers and specializing only the tops, so the router's job gets easier and experts stay coordinated. The loom balances specializatio…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Plan Cartographer  [JAH-AICAPA2-S-000005]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the plan as a territory with explored and unexplored regions, so the executor never repeats ground and the planner sees what's left. The cartography makes long tasks navigab…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capability composition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JAH-AICAPA2-S-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Composer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Composing AI capabilities into pipelines, agents, and systems where the whole exceeds the 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https://justinahiggins614-cmyk.github.io/jah-databases/db/ai-capability-composition-signature/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https://justinahiggins614-cmyk.github.io/jah-databases-data-1/data/ai-capability-composition-signature/index.jsonl.gz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
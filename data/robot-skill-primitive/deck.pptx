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obot-skill-primitive/" TargetMode="External"/><Relationship Id="rId3" Type="http://schemas.openxmlformats.org/officeDocument/2006/relationships/hyperlink" Target="https://justinahiggins614-cmyk.github.io/jah-databases-data-1/data/robot-skill-primitiv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Robot Skill Primitive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Primitive robot skills that compose into complex manipulation tasks.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Robot Skill Primitive Database holds 20 skill primitives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Primitive robot skills that compose into complex manipulation tasks.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Pick  [JAH-RSP-000001]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Moves to a grasp pose, closes the gripper, and lifts the object clear. Recorded facts — Primitive: Pick; Motion: approach-grasp-lift; Sensor: force + vision. Used by robotics engineers building task…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Place  [JAH-RSP-000002]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Carries a held object to a target pose and releases it precisely. Recorded facts — Primitive: Place; Motion: transport-release; Sensor: vision. Used by robotics engineers building task plans from reu…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Insert  [JAH-RSP-000003]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Aligns and pushes a part into a hole or slot with compliant force control. Recorded facts — Primitive: Insert; Motion: align-push; Sensor: force/torque. Used by robotics engineers building task plans…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Screw-driving  [JAH-RSP-000004]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Drives a screw with controlled torque and depth, detecting cross-threading. Recorded facts — Primitive: Screw-driving; Motion: rotate-feed; Sensor: torque. Used by robotics engineers building task pl…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Push  [JAH-RSP-000005]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Shoves an object along a surface to a target without grasping. Recorded facts — Primitive: Push; Motion: planar push; Sensor: tactile. Used by robotics engineers building task plans from reusable, te…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skill primitive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JAH-RSP-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Robot Skill Primitive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Primitive robot skills that compose into complex manipulation tasks.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https://justinahiggins614-cmyk.github.io/jah-databases/db/robot-skill-primitive/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https://justinahiggins614-cmyk.github.io/jah-databases-data-1/data/robot-skill-primitive/index.jsonl.gz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
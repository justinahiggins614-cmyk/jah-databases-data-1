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i-capability-transfer/" TargetMode="External"/><Relationship Id="rId3" Type="http://schemas.openxmlformats.org/officeDocument/2006/relationships/hyperlink" Target="https://justinahiggins614-cmyk.github.io/jah-databases-data-1/data/ai-capability-transfe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AI Capability Transfer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Moving capabilities between models and agents: distillation, adapters, and cross-model skill sharing.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AI Capability Transfer Database holds 20 capability transfer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Moving capabilities between models and agents: distillation, adapters, and cross-model skill sharing.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lane N1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Knowledge Distillation Transfer  [JAH-AICAPA3-000001]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Capabilities transfer from teacher to student via soft targets; the fidelity is measured. Teaching gets distilled. Skills get moved.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Adapter Modules (LoRA)  [JAH-AICAPA3-000002]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Capabilities add via small adapter modules; the base stays frozen. Transfer gets modular. Skills get plugged.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Cross-Architecture Transfer  [JAH-AICAPA3-000003]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Capabilities move between different architectures via representation alignment; the bridge is learned. Architectures get bridged. Skills get portable.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Federated Transfer  [JAH-AICAPA3-000004]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Capabilities aggregate from distributed learners without sharing data; the federation learns together. Privacy gets kept. Skills get crowdsourced.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Continual Transfer  [JAH-AICAPA3-000005]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New capabilities add without forgetting old; the transfer is lifelong. Learning gets cumulative. Skills get kept.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capability transfer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JAH-AICAPA3-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Transferrer Guide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Moving capabilities between models and agents: distillation, adapters, and cross-model skill sharing.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https://justinahiggins614-cmyk.github.io/jah-databases/db/ai-capability-transfer/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https://justinahiggins614-cmyk.github.io/jah-databases-data-1/data/ai-capability-transfer/index.jsonl.gz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
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iometric-focus-tracking/" TargetMode="External"/><Relationship Id="rId3" Type="http://schemas.openxmlformats.org/officeDocument/2006/relationships/hyperlink" Target="https://justinahiggins614-cmyk.github.io/jah-databases-data-1/data/biometric-focus-track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Biometric Focus Tracking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attention and mental load from biometric signals — gaze, heart rate, and posture — to adapt interfaces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Biometric Focus Tracking Database holds 15 focus-tracking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attention and mental load from biometric signals — gaze, heart rate, and posture — to adapt interfaces in real 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Gaze Dwell Detection  [JAH-BFT-000001]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Gaze Dwell Detection is a focus-tracking ability in the Biometric Focus Tracking database. Detects when the eyes rest on one element long enough to signal real attention. Fixations are clustered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Heart-Rate Load Index  [JAH-BFT-000002]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Heart-Rate Load Index is a focus-tracking ability in the Biometric Focus Tracking database. Turns heart-rate variability into a live cognitive-load score. Inter-beat intervals are windowed and the RM…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Posture Shift Counting  [JAH-BFT-000003]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Posture Shift Counting is a focus-tracking ability in the Biometric Focus Tracking database. Counts posture shifts as a proxy for restlessness during long sessions. Shifts are detected from accelerom…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Blink-Rate Fatigue Watch  [JAH-BFT-000004]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Blink-Rate Fatigue Watch is a focus-tracking ability in the Biometric Focus Tracking database. Watches blink rate for the rise that precedes fatigue. Blinks are detected from the eye-aspect ratio;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Attention Heat Overlay  [JAH-BFT-000005]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Attention Heat Overlay is a focus-tracking ability in the Biometric Focus Tracking database. Paints a live heat map of where attention has been over the last minute. Dwell points are accumulated into…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focus-tracking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JAH-BFT-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Biometric Focus Tracking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attention and mental load from biometric signals — gaze, heart rate, and posture — to adapt interfaces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https://justinahiggins614-cmyk.github.io/jah-databases/db/biometric-focus-tracking/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https://justinahiggins614-cmyk.github.io/jah-databases-data-1/data/biometric-focus-tracking/index.jsonl.gz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
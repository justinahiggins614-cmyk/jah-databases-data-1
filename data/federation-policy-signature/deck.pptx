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ederation-policy-signature/" TargetMode="External"/><Relationship Id="rId3" Type="http://schemas.openxmlformats.org/officeDocument/2006/relationships/hyperlink" Target="https://justinahiggins614-cmyk.github.io/jah-databases-data-1/data/federation-poli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Federation Policy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federation policies — original methods for databases that cooperate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Federation Policy Database holds 20 signature federation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federation policies — original methods for databases that cooperate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gateway-everything  [JAH-FEDERA-S-000001]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federation practice: all cross-member traffic passes the federation gateway; no side channels.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consent-attached PII  [JAH-FEDERA-S-000002]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privacy practice: PII rows carry their consent proof; rows without it do not cross boundaries.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anchor-calendar  [JAH-FEDERA-S-000003]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trust practice: anchor rotations are on the calendar, rehearsed, never surprises.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explicit-mapping  [JAH-FEDERA-S-000004]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practice: schema mappings are explicit tables; unmapped fields never sneak through.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degrade-dont-block  [JAH-FEDERA-S-000005]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reliability practice: slow members degrade federated queries; they never block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federation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JAH-FEDERA-S-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Federation Policy Steward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federation policies — original methods for databases that cooperate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https://justinahiggins614-cmyk.github.io/jah-databases/db/federation-policy-signature/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https://justinahiggins614-cmyk.github.io/jah-databases-data-1/data/federation-policy-signature/index.jsonl.gz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
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cord-lifecycle-signature/" TargetMode="External"/><Relationship Id="rId3" Type="http://schemas.openxmlformats.org/officeDocument/2006/relationships/hyperlink" Target="https://justinahiggins614-cmyk.github.io/jah-databases-data-1/data/record-lifecycl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Database Record Lifecycle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record-lifecycle methods — original techniques for governing data from birth to deletion.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Database Record Lifecycle Database holds 20 signature record lifecycle stages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record-lifecycle methods — original techniques for governing data from birth to deletion.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birth-certificate  [JAH-RECORD-S-000001]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creation practice: every record is born with a birth certificate — ID, timestamp, source, and the minimum fields.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quarantine-not-delete  [JAH-RECORD-S-000002]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validation practice: failed records quarantine with reasons, never silently dropped.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idempotent-enrichment  [JAH-RECORD-S-000003]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enrichment rule: enrichment jobs are idempotent and re-runnable, so failures just retry.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publish-gate  [JAH-RECORD-S-000004]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publishing rule: publishing is gated on enrichment completion — no partial publishes.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cold-manifest  [JAH-RECORD-S-000005]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archival practice: cold storage always has a hot manifest.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record lifecycle stage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JAH-RECORD-S-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Record Lifecycle Manager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record-lifecycle methods — original techniques for governing data from birth to deletion.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https://justinahiggins614-cmyk.github.io/jah-databases/db/record-lifecycle-signature/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https://justinahiggins614-cmyk.github.io/jah-databases-data-1/data/record-lifecycle-signature/index.jsonl.gz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
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workflow-assembly/" TargetMode="External"/><Relationship Id="rId3" Type="http://schemas.openxmlformats.org/officeDocument/2006/relationships/hyperlink" Target="https://justinahiggins614-cmyk.github.io/jah-databases-data-1/data/cross-workflow-assembl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Cross-Database Workflow Assembly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Workflows assembled from capabilities across many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Cross-Database Workflow Assembly Database holds 20 assembled workflows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Workflows assembled from capabilities across many databases.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Research-to-Report Pipeline  [JAH-CWA-000001]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pipeline assembling search, summarization, and citation capabilities into a research report workflow. Each step's output schema is declared, so the assembly is verified before it ever runs. Teachin…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Multi-Source Data Fusion  [JAH-CWA-000002]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workflow fusing records from several databases into one unified view with conflict resolution. Fusion rules are explicit about precedence, so disagreements resolve deterministically. Teaching ladde…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Automated Publishing Chain  [JAH-CWA-000003]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chain from draft to published: review, format, proof, publish, announce - each a capability. The chain's gates are explicit; a draft cannot skip review no matter how urgent it feels. Teaching ladde…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Continuous Monitoring Loop  [JAH-CWA-000004]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loop assembling metric collection, anomaly detection, and alerting into 24/7 monitoring. The loop's thresholds are versioned, so alert behavior is reproducible and reviewable. Teaching ladder: rank…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Legacy Migration Conveyor  [JAH-CWA-000005]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conveyor moving records from a legacy database to a modern one with validation at each station. Validation stations reject bad records with reasons, so the new database starts clean. Teaching ladde…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assembled workflow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JAH-CWA-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Workflow Assembly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Workflows assembled from capabilities across many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https://justinahiggins614-cmyk.github.io/jah-databases/db/cross-workflow-assembly/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https://justinahiggins614-cmyk.github.io/jah-databases-data-1/data/cross-workflow-assembly/index.jsonl.gz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
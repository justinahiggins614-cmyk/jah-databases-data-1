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long-context-assembly-engine/" TargetMode="External"/><Relationship Id="rId3" Type="http://schemas.openxmlformats.org/officeDocument/2006/relationships/hyperlink" Target="https://justinahiggins614-cmyk.github.io/jah-databases-data-1/data/archive-tool-long-context-assembly-engin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Long-Context Assembly Engine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Combines selected records into a coherent working context that fits model limits.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Long-Context Assembly Engine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Combines selected records into a coherent working context that fits model limits.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computer-science methods literature (Long-Context Assembly Engine practice); cross-checked against standard references,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Relevance-ordered record sequencing (foundational)  [JAH-AT64-000001]</a:t>
            </a:r>
          </a:p>
          <a:p>
            <a:pPr algn="l">
              <a:spcAft>
                <a:spcPts val="1000"/>
              </a:spcAft>
            </a:pPr>
            <a:r>
              <a:rPr sz="1400" b="0">
                <a:solidFill>
                  <a:srgbClr val="D5DBDB"/>
                </a:solidFill>
                <a:latin typeface="Calibri"/>
              </a:rPr>
              <a:t>   Selected records are ordered by relevance score, most relevant first, because models attend more strongly to early context. Ties break by recency so fresher records win. The ordering is stable and de…</a:t>
            </a:r>
          </a:p>
          <a:p>
            <a:pPr algn="l">
              <a:spcAft>
                <a:spcPts val="200"/>
              </a:spcAft>
            </a:pPr>
            <a:r>
              <a:rPr sz="1700" b="1">
                <a:solidFill>
                  <a:srgbClr val="FFFFFF"/>
                </a:solidFill>
                <a:latin typeface="Calibri"/>
              </a:rPr>
              <a:t>2. Relevance-ordered record sequencing (compounded)  [JAH-AT64-000002]</a:t>
            </a:r>
          </a:p>
          <a:p>
            <a:pPr algn="l">
              <a:spcAft>
                <a:spcPts val="1000"/>
              </a:spcAft>
            </a:pPr>
            <a:r>
              <a:rPr sz="1400" b="0">
                <a:solidFill>
                  <a:srgbClr val="D5DBDB"/>
                </a:solidFill>
                <a:latin typeface="Calibri"/>
              </a:rPr>
              <a:t>   Selected records are ordered by relevance score, most relevant first, because models attend more strongly to early context. Ties break by recency so fresher records win. The ordering is stable and de…</a:t>
            </a:r>
          </a:p>
          <a:p>
            <a:pPr algn="l">
              <a:spcAft>
                <a:spcPts val="200"/>
              </a:spcAft>
            </a:pPr>
            <a:r>
              <a:rPr sz="1700" b="1">
                <a:solidFill>
                  <a:srgbClr val="FFFFFF"/>
                </a:solidFill>
                <a:latin typeface="Calibri"/>
              </a:rPr>
              <a:t>3. Relevance-ordered record sequencing (production)  [JAH-AT64-000003]</a:t>
            </a:r>
          </a:p>
          <a:p>
            <a:pPr algn="l">
              <a:spcAft>
                <a:spcPts val="1000"/>
              </a:spcAft>
            </a:pPr>
            <a:r>
              <a:rPr sz="1400" b="0">
                <a:solidFill>
                  <a:srgbClr val="D5DBDB"/>
                </a:solidFill>
                <a:latin typeface="Calibri"/>
              </a:rPr>
              <a:t>   Selected records are ordered by relevance score, most relevant first, because models attend more strongly to early context. Ties break by recency so fresher records win. The ordering is stable and de…</a:t>
            </a:r>
          </a:p>
          <a:p>
            <a:pPr algn="l">
              <a:spcAft>
                <a:spcPts val="200"/>
              </a:spcAft>
            </a:pPr>
            <a:r>
              <a:rPr sz="1700" b="1">
                <a:solidFill>
                  <a:srgbClr val="FFFFFF"/>
                </a:solidFill>
                <a:latin typeface="Calibri"/>
              </a:rPr>
              <a:t>4. Token budget allocation per record (foundational)  [JAH-AT64-000004]</a:t>
            </a:r>
          </a:p>
          <a:p>
            <a:pPr algn="l">
              <a:spcAft>
                <a:spcPts val="1000"/>
              </a:spcAft>
            </a:pPr>
            <a:r>
              <a:rPr sz="1400" b="0">
                <a:solidFill>
                  <a:srgbClr val="D5DBDB"/>
                </a:solidFill>
                <a:latin typeface="Calibri"/>
              </a:rPr>
              <a:t>   The total token budget is split across records proportionally to relevance, with a minimum floor so no selected record is starved to zero. Proportional allocation spends the most tokens where they ma…</a:t>
            </a:r>
          </a:p>
          <a:p>
            <a:pPr algn="l">
              <a:spcAft>
                <a:spcPts val="200"/>
              </a:spcAft>
            </a:pPr>
            <a:r>
              <a:rPr sz="1700" b="1">
                <a:solidFill>
                  <a:srgbClr val="FFFFFF"/>
                </a:solidFill>
                <a:latin typeface="Calibri"/>
              </a:rPr>
              <a:t>5. Token budget allocation per record (compounded)  [JAH-AT64-000005]</a:t>
            </a:r>
          </a:p>
          <a:p>
            <a:pPr algn="l">
              <a:spcAft>
                <a:spcPts val="1000"/>
              </a:spcAft>
            </a:pPr>
            <a:r>
              <a:rPr sz="1400" b="0">
                <a:solidFill>
                  <a:srgbClr val="D5DBDB"/>
                </a:solidFill>
                <a:latin typeface="Calibri"/>
              </a:rPr>
              <a:t>   The total token budget is split across records proportionally to relevance, with a minimum floor so no selected record is starved to zero. Proportional allocation spends the most tokens where they 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JAH-AT64-</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Context Assembly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Combines selected records into a coherent working context that fits model limits.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https://justinahiggins614-cmyk.github.io/jah-databases/db/archive-tool-long-context-assembly-engine/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https://justinahiggins614-cmyk.github.io/jah-databases-data-1/data/archive-tool-long-context-assembly-engine/index.jsonl.gz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
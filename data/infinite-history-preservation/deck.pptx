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history-preservation/" TargetMode="External"/><Relationship Id="rId3" Type="http://schemas.openxmlformats.org/officeDocument/2006/relationships/hyperlink" Target="https://justinahiggins614-cmyk.github.io/jah-databases-data-1/data/infinite-history-preserv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Infinite History Preservation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Infinite History Preservation Database holds 15 storage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Every-Change Versioning  [JAH-IHP-000001]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Every-Change Versioning is a storage ability in the Infinite History Preservation database. Versions every single change, no matter how small. Each write creates a new version linked to its parent;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Deduplicated Storage  [JAH-IHP-000002]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Deduplicated Storage is a storage ability in the Infinite History Preservation database. Stores each unique chunk once across all of history. Content-defined chunking dedups across versions;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Time-Travel Reads  [JAH-IHP-000003]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Time-Travel Reads is a storage ability in the Infinite History Preservation database. Reads any version as of any past moment. Reads take a timestamp; the version active then is served. It takes time…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Branching Timelines  [JAH-IHP-000004]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Branching Timelines is a storage ability in the Infinite History Preservation database. Branches history for experiments without touching the main line. Branches fork from any version; merges reconci…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Retention Forever  [JAH-IHP-000005]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Retention Forever is a storage ability in the Infinite History Preservation database. Keeps versions forever by default with no expiry. No version is ever garbage-collected unless explicitly pruned 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JAH-IHP-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Infinite History Preservation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https://justinahiggins614-cmyk.github.io/jah-databases/db/infinite-history-preservation/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https://justinahiggins614-cmyk.github.io/jah-databases-data-1/data/infinite-history-preservation/index.jsonl.gz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
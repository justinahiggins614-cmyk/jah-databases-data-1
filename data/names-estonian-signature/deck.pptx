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estonian-signature/" TargetMode="External"/><Relationship Id="rId3" Type="http://schemas.openxmlformats.org/officeDocument/2006/relationships/hyperlink" Target="https://justinahiggins614-cmyk.github.io/jah-databases-data-1/data/names-estonia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Estonian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Estonian style — new creations built from real Estonian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Estonian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Estonian style — new creations built from real Estonian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Estonian Names Database from genuine Estonian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Estonian-style given name: Jaantamm  [JAH-NMES4-000001]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Jaantamm is a Signature original Estonian-style given name, created for the Signature Estonian Names Database. From Jaan + tamm (oak). It is labeled a Signature creation and is not a traditional Esto…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Estonian-style given name: Marimagi  [JAH-NMES4-000002]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Marimagi is a Signature original Estonian-style given name, created for the Signature Estonian Names Database. From Mari + magi (hill). It is labeled a Signature creation and is not a traditional Est…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Estonian-style given name: Peeterkask  [JAH-NMES4-000003]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Peeterkask is a Signature original Estonian-style given name, created for the Signature Estonian Names Database. From Peeter + kask (clearing). It is labeled a Signature creation and is not a traditi…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Estonian-style given name: Kadrireba  [JAH-NMES4-000004]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Kadrireba is a Signature original Estonian-style given name, created for the Signature Estonian Names Database. From Kadri + rebane (fox). It is labeled a Signature creation and is not a traditional…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Estonian-style given name: Matimeri  [JAH-NMES4-000005]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Matimeri is a Signature original Estonian-style given name, created for the Signature Estonian Names Database. From Mati + meri (sea). It is labeled a Signature creation and is not a traditional Esto…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JAH-NMES4-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Estonian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Estonian style — new creations built from real Estonian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https://justinahiggins614-cmyk.github.io/jah-databases/db/names-estonian-signature/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https://justinahiggins614-cmyk.github.io/jah-databases-data-1/data/names-estonian-signature/index.jsonl.gz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
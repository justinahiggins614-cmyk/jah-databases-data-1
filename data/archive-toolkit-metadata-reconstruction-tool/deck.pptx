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etadata-reconstruction-tool/" TargetMode="External"/><Relationship Id="rId3" Type="http://schemas.openxmlformats.org/officeDocument/2006/relationships/hyperlink" Target="https://justinahiggins614-cmyk.github.io/jah-databases-data-1/data/archive-toolkit-metadata-reconstruction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Metadata Reconstruction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Metadata Reconstruction Tool Database holds 15 metadata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Metadata Reconstruction Tool: a plain-language overview  [JAH-ATK159-000001]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Metadata Reconstruction Tool does and why archives need it. A metadata reconstruction tool rebuilds the information that should have traveled with a file but got lost: when it was…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Metadata Reconstruction Tool works  [JAH-ATK159-000002]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Metadata Reconstruction Tool does and why archives need it. Real reconstruction combines several evidence streams: filename parsing with regular expressions pulls dates, sequence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Metadata Reconstruction Tool works: the deep tour  [JAH-ATK159-000003]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Metadata Reconstruction Tool does and why archives need it. Real reconstruction combines several evidence streams: filename parsing with regular expressions pulls dates, sequence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Filename and path pattern mining: the simple idea  [JAH-ATK159-000004]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filename and path pattern mining - how it works inside the Metadata Reconstruction Tool. A metadata reconstruction tool rebuilds the information that should have traveled with a file but…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Filename and path pattern mining in practice  [JAH-ATK159-000005]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filename and path pattern mining - how it works inside the Metadata Reconstruction Tool. Real reconstruction combines several evidence streams: filename parsing with regular expressions…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metadata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Metadata Sleuth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lost metadata from filenames, files, and related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https://justinahiggins614-cmyk.github.io/jah-databases/db/archive-toolkit-metadata-reconstruction-tool/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https://justinahiggins614-cmyk.github.io/jah-databases-data-1/data/archive-toolkit-metadata-reconstruction-tool/index.jsonl.gz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
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update-and-rollback-signature/" TargetMode="External"/><Relationship Id="rId3" Type="http://schemas.openxmlformats.org/officeDocument/2006/relationships/hyperlink" Target="https://justinahiggins614-cmyk.github.io/jah-databases-data-1/data/secure-update-and-rollbac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Secure Update and Rollback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Secure Update and Rollback Database holds 20 secure update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Update Oath  [JAH-SUR-S-000001]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every update swears an oath: signed, tested, staged, and rollback-ready, checked by automation. Oath-breaking updates don't ship. Updates get sworn.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Partition Gardener  [JAH-SUR-S-000002]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A/B partitions by tending both: the inactive is verified before it becomes active, the old kept until the new proves itself. The garden always has a fallback. Updates gro…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Downgrade Guard  [JAH-SUR-S-000003]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guard that stands at the bootloader refusing downgrades, with the refusal logged and alerted. The guard is unbribable. Time moves forward.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Delta Weaver  [JAH-SUR-S-000004]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weaves deltas from the binary structure, not just bytes: the weave understands the format and produces tiny, verifiable patches. Deltas get smart. Bandwidth gets saved.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Chain Chronicler  [JAH-SUR-S-000005]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chronicles every boot stage's verification as a story: each link verified and logged. The chronicle is the trust narrative. Boots get biographies.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update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Updater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https://justinahiggins614-cmyk.github.io/jah-databases/db/secure-update-and-rollback-signature/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https://justinahiggins614-cmyk.github.io/jah-databases-data-1/data/secure-update-and-rollback-signature/index.jsonl.gz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
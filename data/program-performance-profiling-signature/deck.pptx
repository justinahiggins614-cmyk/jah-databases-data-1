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performance-profiling-signature/" TargetMode="External"/><Relationship Id="rId3" Type="http://schemas.openxmlformats.org/officeDocument/2006/relationships/hyperlink" Target="https://justinahiggins614-cmyk.github.io/jah-databases-data-1/data/program-performance-profi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Performance Profiling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Profilers, flame graphs, and measurement techniques that find where programs actually spend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Performance Profiling Database holds 20 performance profiling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Profilers, flame graphs, and measurement techniques that find where programs actually spend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Honest Profiler  [JAH-PROGRA2-S-000001]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profiler that refuses to lie: it reports overhead, sampling error, and observer effects alongside the numbers. Every profile carries its uncertainty. Decisions rest on honest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Flame Cartographer  [JAH-PROGRA2-S-000002]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flame graphs across versions as a terrain, showing where the mountains moved. The cartographer highlights new plateaus in red. Regressions become visible geography.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Wait Detective  [JAH-PROGRA2-S-000003]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detective that investigates every waiting thread: what it's waiting for, who's holding it, and the chain to the root cause. The detective follows the wait chain to the culprit.…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Allocation Gardener  [JAH-PROGRA2-S-000004]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allocations by finding the weeds: temporary objects that could be stack-allocated or reused. The gardener suggests the fix per site. Garbage gets weeded before it grows.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Roofline Surveyor  [JAH-PROGRA2-S-000005]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surveys every kernel onto the roofline with one command, marking each as memory-bound, compute-bound, or balanced. The surveyor prescribes the fix per kernel. Optimization starts…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performance profiling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JAH-PROGRA2-S-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Profiler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Profilers, flame graphs, and measurement techniques that find where programs actually spend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https://justinahiggins614-cmyk.github.io/jah-databases/db/program-performance-profiling-signature/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https://justinahiggins614-cmyk.github.io/jah-databases-data-1/data/program-performance-profiling-signature/index.jsonl.gz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
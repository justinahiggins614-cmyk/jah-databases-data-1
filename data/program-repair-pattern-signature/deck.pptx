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program-repair-pattern-signature/" TargetMode="External"/><Relationship Id="rId3" Type="http://schemas.openxmlformats.org/officeDocument/2006/relationships/hyperlink" Target="https://justinahiggins614-cmyk.github.io/jah-databases-data-1/data/program-repair-pattern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Program Repair Pattern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Named patterns for automated program repair, with before-and-after code.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Program Repair Pattern Database holds 20 repair patterns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Named patterns for automated program repair, with before-and-after code.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 original by Justin Addam Higgins - a Signature-authored concept, never presented as public record.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Signature Fencepost Rite  [JAH-PRP-S-000001]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Signature-original rite that walks every loop boundary and rights the fencepost errors it finds. The rite counts twice - once for the coder, once for the machine - and the counts must agree. Teachi…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Signature Void Ward  [JAH-PRP-S-000002]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Signature-original ward placed before every dereference, turning the void into a handled guest. Warded code greets absence politely instead of crashing at its sight. Teaching ladder: rank 1 — the c…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Signature True Measure  [JAH-PRP-S-000003]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Signature-original measure binding every loop to the true length of its data. Measured loops cannot overrun, for they know exactly how far the road goes. Teaching ladder: rank 1 — the concept in it…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Signature Honest Casting  [JAH-PRP-S-000004]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Signature-original casting where every type change is spoken aloud in the code. Honest casts hide nothing; the reader always knows what became what. Teaching ladder: rank 1 — the concept in its sim…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Signature API Pilgrimage  [JAH-PRP-S-000005]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Signature-original pilgrimage carrying code from the old API's land to the new one's, mapping every step. No call is left behind in the deprecated land. Teaching ladder: rank 1 — the concept in its…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20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repair pattern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JAH-PRP-S-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20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Repair Pattern Guide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Named patterns for automated program repair, with before-and-after code.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https://justinahiggins614-cmyk.github.io/jah-databases/db/program-repair-pattern-signature/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https://justinahiggins614-cmyk.github.io/jah-databases-data-1/data/program-repair-pattern-signature/index.jsonl.gz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
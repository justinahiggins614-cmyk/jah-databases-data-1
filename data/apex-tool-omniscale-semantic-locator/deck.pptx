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omniscale-semantic-locator/" TargetMode="External"/><Relationship Id="rId3" Type="http://schemas.openxmlformats.org/officeDocument/2006/relationships/hyperlink" Target="https://justinahiggins614-cmyk.github.io/jah-databases-data-1/data/apex-tool-omniscale-semantic-loc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Omniscale Semantic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the same concept across languages, formats, disciplines, and levels of abstraction — from a street term to a formal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Omniscale Semantic Locator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same concept across languages, formats, disciplines, and levels of abstraction — from a street term to a formal definition.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cross-lingual IR (CLEF); multilingual embeddings (mBERT, LASER); ontology alignment (OAEI); word-sense disambiguation.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Semantic Locator is  [JAH-APX7-000001]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locator answers 'where is this concept, in any language, any format, any field?' It takes a concept expressed one way — a word, a formula, a diagram label — and finds its counterparts elsewhere,…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Cross-scale concept data model  [JAH-APX7-000002]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concept is a record with expressions at multiple rungs: colloquial terms, trade jargon, scientific terms, formal definitions, formulas, and diagram labels, each tagged with language and discipline.…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Hybrid matching algorithm  [JAH-APX7-000003]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Matching combines two independent signals: embedding similarity across languages and symbolic checks like shared formulas, shared units, or shared definition structure. Either signal alone makes mist…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Abstraction-ladder traversal algorithm  [JAH-APX7-000004]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street term and a formal definition rarely match directly; the ladder climbs rung by rung, each step evidenced. 'Heat flow' matches the trade term 'thermal load', which matches the scientific 'heat…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Locate query interface specification  [JAH-APX7-000005]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submit an expression with its language, discipline, and abstraction rung, plus how much evidence they need. Responses list matching concepts with per-match evidence: which bridges fired, thei…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Omniscale Semantic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same concept across languages, formats, disciplines, and levels of abstraction — from a street term to a formal definition.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https://justinahiggins614-cmyk.github.io/jah-databases/db/apex-tool-omniscale-semantic-locator/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https://justinahiggins614-cmyk.github.io/jah-databases-data-1/data/apex-tool-omniscale-semantic-locator/index.jsonl.gz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
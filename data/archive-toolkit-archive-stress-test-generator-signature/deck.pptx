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stress-test-generator-signature/" TargetMode="External"/><Relationship Id="rId3" Type="http://schemas.openxmlformats.org/officeDocument/2006/relationships/hyperlink" Target="https://justinahiggins614-cmyk.github.io/jah-databases-data-1/data/archive-toolkit-archive-stress-test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Stress-Test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workloads to test scale, concurrency, latency, and failure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Stress-Test Generator Database holds 15 stress workloads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workloads to test scale, concurrency, latency, and failure handling.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Stress Testing: Signature Storm Charts (Foundation)  [JAH-ATK291S-00001]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Stress Testing: Signature Storm Charts (Operation)  [JAH-ATK291S-00002]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Stress Testing: Signature Storm Charts (Mastery)  [JAH-ATK291S-00003]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Stress Testing: Signature Rising Wind (Foundation)  [JAH-ATK291S-00004]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Stress Testing: Signature Rising Wind (Operation)  [JAH-ATK291S-00005]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stress workload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Load Tester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workloads to test scale, concurrency, latency, and failure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https://justinahiggins614-cmyk.github.io/jah-databases/db/archive-toolkit-archive-stress-test-generator-signature/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https://justinahiggins614-cmyk.github.io/jah-databases-data-1/data/archive-toolkit-archive-stress-test-generator-signature/index.jsonl.gz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
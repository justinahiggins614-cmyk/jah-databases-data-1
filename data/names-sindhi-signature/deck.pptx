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ndhi-signature/" TargetMode="External"/><Relationship Id="rId3" Type="http://schemas.openxmlformats.org/officeDocument/2006/relationships/hyperlink" Target="https://justinahiggins614-cmyk.github.io/jah-databases-data-1/data/names-sind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Sindhi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Sindhi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Sindhi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Sindhi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Mohan - sound, structure, and naming power  [JAH-NMSS5-000001]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Sindhi masculine name Mohan. Sound: 2 syllables, firm consonant close. Structure: A traditional name of this language.. Recorded meaning: Charming.. Naming power: the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Lachman - sound, structure, and naming power  [JAH-NMSS5-000002]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Sindhi masculine name Lachman. Sound: 2 syllables, firm consonant close. Structure: A traditional name of this language.. Recorded meaning: A classic Sindhi boys' name..…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Hira - sound, structure, and naming power  [JAH-NMSS5-000003]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Sindhi feminine name Hira. Sound: 2 syllables, open vowels. Structure: A traditional name of this language.. Recorded meaning: Diamond..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Dharam - sound, structure, and naming power  [JAH-NMSS5-000004]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Sindhi masculine name Dharam. Sound: 2 syllables, firm consonant close. Structure: A traditional name of this language.. Recorded meaning: Duty, righteousness.. Naming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Sindhi naming framework  [JAH-NMSS5-000005]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Sindhi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Sindhi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Sindhi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https://justinahiggins614-cmyk.github.io/jah-databases/db/names-sindhi-signature/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https://justinahiggins614-cmyk.github.io/jah-databases-data-1/data/names-sindhi-signature/index.jsonl.gz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
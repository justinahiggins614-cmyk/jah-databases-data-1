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esperanto/" TargetMode="External"/><Relationship Id="rId3" Type="http://schemas.openxmlformats.org/officeDocument/2006/relationships/hyperlink" Target="https://justinahiggins614-cmyk.github.io/jah-databases-data-1/data/names-esperanto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Esperanto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Esperanto names — Zamenhof, Esperantized given names and the naming customs of the Esperanto world.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Esperanto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Esperanto names — Zamenhof, Esperantized given names and the naming customs of the Esperanto world.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Ludoviko — Esperanto given name  [JAH-NME3-000001]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Ludoviko is an Esperanto name. Of Esperanto form of Ludwik origin. Zamenhof's own Esperanto name: Ludwik Zamenhof became Ludoviko.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Klara — Esperanto given name  [JAH-NME3-000002]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Klara is an Esperanto name. It means "bright, clear", from Latin clara. Klara Zamenhof, the creator's wife.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Johano — Esperanto given name  [JAH-NME3-000003]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Johano is an Esperanto name. It means "God is gracious", from Hebrew, Esperantized. John rendered in Esperanto spelling.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Mario — Esperanto given name  [JAH-NME3-000004]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Mario is an Esperanto name. Of Hebrew, Esperantized origin. Mary rendered in Esperanto spelling.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Petro — Esperanto given name  [JAH-NME3-000005]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Petro is an Esperanto name. It means "rock, stone", from Greek, Esperantized. Peter rendered in Esperanto spelling.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JAH-NME3-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Esperanto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Esperanto names — Zamenhof, Esperantized given names and the naming customs of the Esperanto world.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https://justinahiggins614-cmyk.github.io/jah-databases/db/names-esperanto/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https://justinahiggins614-cmyk.github.io/jah-databases-data-1/data/names-esperanto/index.jsonl.gz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
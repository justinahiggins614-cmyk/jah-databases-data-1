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reasoning-cross-examiner-signature/" TargetMode="External"/><Relationship Id="rId3" Type="http://schemas.openxmlformats.org/officeDocument/2006/relationships/hyperlink" Target="https://justinahiggins614-cmyk.github.io/jah-databases-data-1/data/apex-tool-apex-reasoning-cross-exami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Reasoning Cross-Examiner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Challenges proposed answers with counterexamples, competing explanations, missing premises, and adversarial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Reasoning Cross-Examiner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Challenges proposed answers with counterexamples, competing explanations, missing premises, and adversarial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Claim Courtroom  [JAH-APX30S-000001]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claim courtroom tries every important claim: the claim takes the stand, the cross-examiner questions it, and the verdict is guilty-of-weakness or cleared. Claims that skip the courtroom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Black-Swan Net  [JAH-APX30S-000002]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black-swan net is cast specifically for the refuting instance: it trawls the edges of the claim's domain where counterexamples hide. An empty net after a full trawl is evidence; an untrawled…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Steel Forge  [JAH-APX30S-000003]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steel forge heats opposing views until the impurities burn off: the advocate must produce the strongest possible version of the other side, and the forge-master rejects weak steel. Only forg…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Premise X-Ray  [JAH-APX30S-000004]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premise X-ray sees through arguments to their hidden skeletons: every unstated assumption glows on the film. Radiologists — trained premise readers — annotate each glow before the argument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Base-Rate Beacon  [JAH-APX30S-000005]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base-rate beacon shines the reference-class rate over every vivid story: the beacon's light shows how much the story should move the prior. Stories told in darkness — without the beacon — 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Reasoning Cross-Examiner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Challenges proposed answers with counterexamples, competing explanations, missing premises, and adversarial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https://justinahiggins614-cmyk.github.io/jah-databases/db/apex-tool-apex-reasoning-cross-examiner-signature/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https://justinahiggins614-cmyk.github.io/jah-databases-data-1/data/apex-tool-apex-reasoning-cross-examiner-signature/index.jsonl.gz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
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synthesis-constraint/" TargetMode="External"/><Relationship Id="rId3" Type="http://schemas.openxmlformats.org/officeDocument/2006/relationships/hyperlink" Target="https://justinahiggins614-cmyk.github.io/jah-databases-data-1/data/program-synthesis-constrai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Synthesis Constraint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Constraint-guided program synthesis: types, examples, and solvers that turn specifications into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Synthesis Constraint Database holds 20 program synthesis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Constraint-guided program synthesis: types, examples, and solvers that turn specifications into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Type-Directed Synthesis  [JAH-PROGRA-000001]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target type guides the search: only programs with the right type are ever considered. Types prune the search space enormously. The synthesizer fills typed holes with well-typed terms until the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Programming by Example (PBE)  [JAH-PROGRA-000002]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Input-output examples specify the program, and the synthesizer finds the simplest program fitting them. FlashFill in spreadsheets is the famous success. Examples are an intuitive spec for non-program…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SMT Solver-Based Synthesis  [JAH-PROGRA-000003]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spec becomes logical constraints and an SMT solver finds a program satisfying them. Counterexample-guided loops refine the candidate. The guarantee is logical: the program provably meets the spec.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Neural Program Synthesis  [JAH-PROGRA-000004]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Neural models learn to map specs to code from large corpora, generating candidates that symbolic methods then verify. The neural net proposes; the verifier disposes. Scale comes from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Sketch-Based Synthesis  [JAH-PROGRA-000005]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programmer writes a sketch with holes, and the synthesizer fills the holes to satisfy assertions. Sketches capture insight; synthesis handles detail. This division of labor scales to real program…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program synthesis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JAH-PROGRA-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Synthesizer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Constraint-guided program synthesis: types, examples, and solvers that turn specifications into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https://justinahiggins614-cmyk.github.io/jah-databases/db/program-synthesis-constraint/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https://justinahiggins614-cmyk.github.io/jah-databases-data-1/data/program-synthesis-constraint/index.jsonl.gz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
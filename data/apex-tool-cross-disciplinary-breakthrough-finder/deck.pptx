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cross-disciplinary-breakthrough-finder/" TargetMode="External"/><Relationship Id="rId3" Type="http://schemas.openxmlformats.org/officeDocument/2006/relationships/hyperlink" Target="https://justinahiggins614-cmyk.github.io/jah-databases-data-1/data/apex-tool-cross-disciplinary-breakthrough-fin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Cross-Disciplinary Breakthrough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Cross-Disciplinary Breakthrough Finder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TRIZ contradiction matrix; combinatorial innovation (Arthur, Fleming); technology roadmapping; design-by-analogy research.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Breakthrough Finder is  [JAH-APX24-000001]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finder takes unsolved problems and proven methods from every field, then searches their combinations for breakthrough potential: method A plus method B applied to problem C, with a predicted syne…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Method combination data model  [JAH-APX24-000002]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combination is a record: its ingredient methods with roles, the target problem, the predicted synergy mechanism (why 1+1&gt;2 here), the test protocol, and the outcome when tested. Synergy mechanisms…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Combination search algorithm  [JAH-APX24-000003]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combination space is enormous; search is guided by problem structure: methods whose mechanisms address the problem's binding constraints rank first, and diversity prevents twelve variants of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Synergy prediction algorithm  [JAH-APX24-000004]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Synergy is predicted from mechanism interaction: do the methods' strengths cover each other's weaknesses on this problem's constraints? The predictor models the combination's expected performance fro…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Breakthrough query interface specification  [JAH-APX24-000005]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submit a hard problem and get ranked combination proposals with synergy mechanisms and test plans; or submit a method and get problems it could help crack. The interface tracks proposals thro…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Cross-Disciplinary Breakthrough Finder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combinations of established methods that could crack difficult unsolved problems — breakthroughs by recombination.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https://justinahiggins614-cmyk.github.io/jah-databases/db/apex-tool-cross-disciplinary-breakthrough-finder/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https://justinahiggins614-cmyk.github.io/jah-databases-data-1/data/apex-tool-cross-disciplinary-breakthrough-finder/index.jsonl.gz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
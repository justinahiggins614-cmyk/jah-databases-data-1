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distributed-vector-sharding/" TargetMode="External"/><Relationship Id="rId3" Type="http://schemas.openxmlformats.org/officeDocument/2006/relationships/hyperlink" Target="https://justinahiggins614-cmyk.github.io/jah-databases-data-1/data/distributed-vector-sharding/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Distributed Vector Sharding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How vector indexes are split across machines: sharding strategies, request routing, rebalancing, and the real systems that do it — every record with a runnable demo.</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Distributed Vector Sharding Database holds 15 fundamental abilitys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How vector indexes are split across machines: sharding strategies, request routing, rebalancing, and the real systems that do it — every record with a runnable demo.</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Public-harvest: curated from public technical literature, documentation, and established engineering practice.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Consistent hashing ring  [JAH-DISTRI3-000001]</a:t>
            </a:r>
          </a:p>
          <a:p>
            <a:pPr algn="l">
              <a:spcAft>
                <a:spcPts val="1000"/>
              </a:spcAft>
            </a:pPr>
            <a:r>
              <a:rPr sz="1400" b="0">
                <a:solidFill>
                  <a:srgbClr val="D5DBDB"/>
                </a:solidFill>
                <a:latin typeface="Calibri"/>
              </a:rPr>
              <a:t>   Consistent hashing maps both data keys and servers onto the same hash ring, so each key belongs to the first server clockwise from its hash. When a server joins or leaves, only the keys adjacent to i…</a:t>
            </a:r>
          </a:p>
          <a:p>
            <a:pPr algn="l">
              <a:spcAft>
                <a:spcPts val="200"/>
              </a:spcAft>
            </a:pPr>
            <a:r>
              <a:rPr sz="1700" b="1">
                <a:solidFill>
                  <a:srgbClr val="FFFFFF"/>
                </a:solidFill>
                <a:latin typeface="Calibri"/>
              </a:rPr>
              <a:t>2. Virtual nodes (vnodes)  [JAH-DISTRI3-000002]</a:t>
            </a:r>
          </a:p>
          <a:p>
            <a:pPr algn="l">
              <a:spcAft>
                <a:spcPts val="1000"/>
              </a:spcAft>
            </a:pPr>
            <a:r>
              <a:rPr sz="1400" b="0">
                <a:solidFill>
                  <a:srgbClr val="D5DBDB"/>
                </a:solidFill>
                <a:latin typeface="Calibri"/>
              </a:rPr>
              <a:t>   A plain hash ring gives each server one token, which leads to lopsided shards when servers differ in capacity or the hash function clusters. Virtual nodes give every physical server many tokens sprea…</a:t>
            </a:r>
          </a:p>
          <a:p>
            <a:pPr algn="l">
              <a:spcAft>
                <a:spcPts val="200"/>
              </a:spcAft>
            </a:pPr>
            <a:r>
              <a:rPr sz="1700" b="1">
                <a:solidFill>
                  <a:srgbClr val="FFFFFF"/>
                </a:solidFill>
                <a:latin typeface="Calibri"/>
              </a:rPr>
              <a:t>3. Shard key design  [JAH-DISTRI3-000003]</a:t>
            </a:r>
          </a:p>
          <a:p>
            <a:pPr algn="l">
              <a:spcAft>
                <a:spcPts val="1000"/>
              </a:spcAft>
            </a:pPr>
            <a:r>
              <a:rPr sz="1400" b="0">
                <a:solidFill>
                  <a:srgbClr val="D5DBDB"/>
                </a:solidFill>
                <a:latin typeface="Calibri"/>
              </a:rPr>
              <a:t>   The shard key decides which shard owns each record, and a bad choice creates hot shards that throttle the whole cluster. Good shard keys have high cardinality, spread writes evenly, and keep the quer…</a:t>
            </a:r>
          </a:p>
          <a:p>
            <a:pPr algn="l">
              <a:spcAft>
                <a:spcPts val="200"/>
              </a:spcAft>
            </a:pPr>
            <a:r>
              <a:rPr sz="1700" b="1">
                <a:solidFill>
                  <a:srgbClr val="FFFFFF"/>
                </a:solidFill>
                <a:latin typeface="Calibri"/>
              </a:rPr>
              <a:t>4. Range vs hash partitioning  [JAH-DISTRI3-000004]</a:t>
            </a:r>
          </a:p>
          <a:p>
            <a:pPr algn="l">
              <a:spcAft>
                <a:spcPts val="1000"/>
              </a:spcAft>
            </a:pPr>
            <a:r>
              <a:rPr sz="1400" b="0">
                <a:solidFill>
                  <a:srgbClr val="D5DBDB"/>
                </a:solidFill>
                <a:latin typeface="Calibri"/>
              </a:rPr>
              <a:t>   Hash partitioning spreads keys pseudo-randomly and gives even load, but it destroys ordering — range scans must fan out to every shard. Range partitioning keeps nearby keys together so range queries…</a:t>
            </a:r>
          </a:p>
          <a:p>
            <a:pPr algn="l">
              <a:spcAft>
                <a:spcPts val="200"/>
              </a:spcAft>
            </a:pPr>
            <a:r>
              <a:rPr sz="1700" b="1">
                <a:solidFill>
                  <a:srgbClr val="FFFFFF"/>
                </a:solidFill>
                <a:latin typeface="Calibri"/>
              </a:rPr>
              <a:t>5. Replication factor and quorums  [JAH-DISTRI3-000005]</a:t>
            </a:r>
          </a:p>
          <a:p>
            <a:pPr algn="l">
              <a:spcAft>
                <a:spcPts val="1000"/>
              </a:spcAft>
            </a:pPr>
            <a:r>
              <a:rPr sz="1400" b="0">
                <a:solidFill>
                  <a:srgbClr val="D5DBDB"/>
                </a:solidFill>
                <a:latin typeface="Calibri"/>
              </a:rPr>
              <a:t>   Each shard is copied to R replicas so one dead machine does not lose data. Reads and writes use quorums: a write succeeds when W replicas acknowledge and a read succeeds when R replicas answer, with…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fundamental ability</a:t>
            </a:r>
          </a:p>
          <a:p>
            <a:pPr algn="l">
              <a:spcAft>
                <a:spcPts val="1000"/>
              </a:spcAft>
            </a:pPr>
            <a:r>
              <a:rPr sz="2000" b="0">
                <a:solidFill>
                  <a:srgbClr val="FFFFFF"/>
                </a:solidFill>
                <a:latin typeface="Calibri"/>
              </a:rPr>
              <a:t>ID prefix:  JAH-DISTRI3-</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Distributed Vector Sharding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How vector indexes are split across machines: sharding strategies, request routing, rebalancing, and the real systems that do it — every record with a runnable demo.</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https://justinahiggins614-cmyk.github.io/jah-databases/db/distributed-vector-sharding/</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https://justinahiggins614-cmyk.github.io/jah-databases-data-1/data/distributed-vector-sharding/index.jsonl.gz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
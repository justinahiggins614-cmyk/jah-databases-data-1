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investigation-coordinator-signature/" TargetMode="External"/><Relationship Id="rId3" Type="http://schemas.openxmlformats.org/officeDocument/2006/relationships/hyperlink" Target="https://justinahiggins614-cmyk.github.io/jah-databases-data-1/data/archive-tool-investigation-coordin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Investigation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Investigation Coordinator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Investigation Coordinator,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Subtask decomposition for parallel work (foundational)  [JAH-AT79S-000001]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mission plan is decomposed into subtasks with explicit inputs, expected outputs, and no hidden dependencies between them. Independence is verified by checking that no subtask'…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Subtask decomposition for parallel work (compounded)  [JAH-AT79S-000002]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mission plan is decomposed into subtasks with explicit inputs, expected outputs, and no hidden dependencies between them. Independence is verified by checking that no subtask'…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Subtask decomposition for parallel work (production)  [JAH-AT79S-000003]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mission plan is decomposed into subtasks with explicit inputs, expected outputs, and no hidden dependencies between them. Independence is verified by checking that no subtask'…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Worker assignment by capability match (foundational)  [JAH-AT79S-000004]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subtask is assigned to the worker whose capability profile best matches the subtask's requirements, scored by overlap of required versus offered skills. Assignment also respe…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Worker assignment by capability match (compounded)  [JAH-AT79S-000005]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subtask is assigned to the worker whose capability profile best matches the subtask's requirements, scored by overlap of required versus offered skills. Assignment also respe…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Coordinator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https://justinahiggins614-cmyk.github.io/jah-databases/db/archive-tool-investigation-coordinator-signature/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https://justinahiggins614-cmyk.github.io/jah-databases-data-1/data/archive-tool-investigation-coordinator-signature/index.jsonl.gz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
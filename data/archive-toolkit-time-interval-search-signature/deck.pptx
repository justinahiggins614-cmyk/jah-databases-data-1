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ime-interval-search-signature/" TargetMode="External"/><Relationship Id="rId3" Type="http://schemas.openxmlformats.org/officeDocument/2006/relationships/hyperlink" Target="https://justinahiggins614-cmyk.github.io/jah-databases-data-1/data/archive-toolkit-time-interval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Time-Interval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events and records within specified periods.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Time-Interval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events and records within specified periods.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Interval overlap test — Time-Interval Search  [JAH-ATK116S-00001]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Two intervals overlap unless one ends before the other begins: NOT (e1 &lt; s2 OR e2 &lt; s1). This single test answers 'did these events coincide' in constant time. Overlap is the pri…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Allen's interval algebra — Time-Interval Search  [JAH-ATK116S-00002]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Allen defined 13 relations between intervals: before, meets, overlaps, starts, during, finishes, equals, and inverses. Any pair of definite intervals satisfies exactly one relati…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Point-in-interval queries — Time-Interval Search  [JAH-ATK116S-00003]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'What was active at time T' tests s &lt;= T &lt;= e per interval. Interval trees answer these in O(log n + k) instead of scanning. Point queries drive 'state of the world at' reconstru…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Interval trees — Time-Interval Search  [JAH-ATK116S-00004]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Interval trees store intervals keyed by start, with subtree max-end for pruning. Queries descend only branches that can overlap the window. They are the standard in-memory struct…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Containment queries — Time-Interval Search  [JAH-ATK116S-00005]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Containment asks which intervals lie entirely inside the window: s &gt;= qs AND e &lt;= qe. It finds events fully covered by a reporting period. Containment differs from overlap by exc…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Time-Interval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events and records within specified periods.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https://justinahiggins614-cmyk.github.io/jah-databases/db/archive-toolkit-time-interval-search-signature/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https://justinahiggins614-cmyk.github.io/jah-databases-data-1/data/archive-toolkit-time-interval-search-signature/index.jsonl.gz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
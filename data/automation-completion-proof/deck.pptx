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ion-completion-proof/" TargetMode="External"/><Relationship Id="rId3" Type="http://schemas.openxmlformats.org/officeDocument/2006/relationships/hyperlink" Target="https://justinahiggins614-cmyk.github.io/jah-databases-data-1/data/automation-completion-proof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Automation Completion Proof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Proofs that the automation actually finished — claims, artifacts, verifiers, and verification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Automation Completion Proof Database holds 20 completion proofs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Proofs that the automation actually finished — claims, artifacts, verifiers, and verification steps.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Backup completed: checksum proof  [JAH-AUTOMA2-000001]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nightly backup claims completion. The proof is the checksum manifest matching the source. Verified every morning.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Deploy finished: trace log proof  [JAH-AUTOMA2-000002]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deploy claims all 40 hosts updated. The proof is the trace log with 40 success entries.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Tests passed: test evidence proof  [JAH-AUTOMA2-000003]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suite claims green. The proof is the test report with 4,200 passes and 0 failures.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Migration done: invariant check  [JAH-AUTOMA2-000004]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migration claims row counts match. The proof is the invariant check: source count equals target count.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Model trained: attestation proof  [JAH-AUTOMA2-000005]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Training claims completion with the attested config. The proof is the signed attestation of hyperparams and data hash.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completion proof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Completion Proof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Proofs that the automation actually finished — claims, artifacts, verifiers, and verification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https://justinahiggins614-cmyk.github.io/jah-databases/db/automation-completion-proof/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https://justinahiggins614-cmyk.github.io/jah-databases-data-1/data/automation-completion-proof/index.jsonl.gz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
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ken-efficient-prompt-shaping-signature/" TargetMode="External"/><Relationship Id="rId3" Type="http://schemas.openxmlformats.org/officeDocument/2006/relationships/hyperlink" Target="https://justinahiggins614-cmyk.github.io/jah-databases-data-1/data/token-efficient-prompt-shap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Token-Efficient Prompt Shaping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Saying more with fewer tokens: prompt compression, context pruning, structured prompts, caching, and the cost math behind every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Token-Efficient Prompt Shaping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more with fewer tokens: prompt compression, context pruning, structured prompts, caching, and the cost math behind every token.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Why tokens cost money  [JAH-TEP-S-000001]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token in and out of a language model is metered: input tokens, output tokens, at per-million rates that differ by model. A 100k-token context window used carelessly costs dollars per request;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Prompt compression  [JAH-TEP-S-000002]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Prompt compression shrinks inputs while keeping meaning: drop filler words, compress verbose JSON to compact forms, replace repeated boilerplate with references. LLMLingua-style compressors learn whi…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Context pruning  [JAH-TEP-S-000003]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Retrieved context is mostly noise: pruning keeps the chunks that matter for this query and drops the rest. Techniques: relevance re-ranking then top-k cutoff, duplicate removal (near-dup chunks waste…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Structured prompts  [JAH-TEP-S-000004]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Structured prompts (XML tags, markdown sections, JSON schemas) beat prose walls: the model parses sections reliably, follows the schema, and the output validates. &lt;context&gt;, &lt;instructions&gt;, &lt;examples…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Few-shot selection  [JAH-TEP-S-000005]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Few-shot examples teach by showing, but each example costs tokens — so choose few and well. Selection strategies: diversity (cover the input space), similarity (nearest neighbors of the query), and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JAH-TEP-S-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Token-Efficient Prompt Shaping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Saying more with fewer tokens: prompt compression, context pruning, structured prompts, caching, and the cost math behind every token.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https://justinahiggins614-cmyk.github.io/jah-databases/db/token-efficient-prompt-shaping-signature/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https://justinahiggins614-cmyk.github.io/jah-databases-data-1/data/token-efficient-prompt-shaping-signature/index.jsonl.gz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
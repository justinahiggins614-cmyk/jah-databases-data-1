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neuromorphic-intelligence-adapter/" TargetMode="External"/><Relationship Id="rId3" Type="http://schemas.openxmlformats.org/officeDocument/2006/relationships/hyperlink" Target="https://justinahiggins614-cmyk.github.io/jah-databases-data-1/data/apex-tool-neuromorphic-intelligence-adap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Neuromorphic Intelligence Adapter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Plugs brain-style spiking hardware into ordinary computing workflows —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Neuromorphic Intelligence Adapter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Plugs brain-style spiking hardware into ordinary computing workflows —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spiking neural communication is documented neuroscience and chip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Spikes Instead of Numbers  [JAH-APX79-000001]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Neuromorphic chips communicate in spikes — brief electrical pulses — rather than continuous numbers. This record covers the basic idea and why it can save energy.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Rate Coding  [JAH-APX79-000002]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encoding: a value becomes a spike train whose firing rate represents it. This record covers rate coding and its accuracy trade-offs.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Temporal Coding  [JAH-APX79-000003]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Values can also hide in precise spike timing. This record covers temporal coding for workloads where timing carries the information.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Knowing the Hardware  [JAH-APX79-000004]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Different neuromorphic chips speak different protocols. This record covers the driver layer that abstracts device specifics behind one interface.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Which Workloads Fit  [JAH-APX79-000005]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Spike hardware suits sparse, event-driven, pattern-like workloads — not dense linear algebra. This record covers the admission filter.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Neuromorphic Intelligence Adapter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Plugs brain-style spiking hardware into ordinary computing workflows —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https://justinahiggins614-cmyk.github.io/jah-databases/db/apex-tool-neuromorphic-intelligence-adapter/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https://justinahiggins614-cmyk.github.io/jah-databases-data-1/data/apex-tool-neuromorphic-intelligence-adapter/index.jsonl.gz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
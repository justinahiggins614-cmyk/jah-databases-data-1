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program-genesis-engine/" TargetMode="External"/><Relationship Id="rId3" Type="http://schemas.openxmlformats.org/officeDocument/2006/relationships/hyperlink" Target="https://justinahiggins614-cmyk.github.io/jah-databases-data-1/data/apex-tool-universal-program-genesis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Program Genesis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software projects from precise specifications, including source code, dependencies, interfaces, and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Program Genesis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software projects from precise specifications, including source code, dependencies, interfaces, and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Dijkstra, E. W., A Discipline of Programming.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Specification-Driven Program Generation  [JAH-APX41-000001]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Dijkstra's tradition: derive programs from precise specifications so correctness is constructed, not debugged in. The engine treats the spec as the source of truth and the code as its consequence.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Template-Based Code Generation  [JAH-APX41-000002]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Scaffolding tools like Yeoman and cookiecutter generate project skeletons from templates: structure once, instantiate forever. The engine's fastest path from idea to project.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Program Synthesis from Examples (FlashFill)  [JAH-APX41-000003]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Gulwani's FlashFill synthesizes string-manipulation programs from a few examples — programming by demonstration. The synthesizer searches the DSL for the program matching all examples.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Validated LLM Code Generation  [JAH-APX41-000004]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Large language models generate code from descriptions; validation — tests, review, execution — makes it trustworthy. Generation proposes; verification disposes.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Model-Driven Engineering (MDA)  [JAH-APX41-000005]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OMG's Model-Driven Architecture generates code from platform-independent models: model once, target many platforms. The model is the asset; code is the rendering.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Program Genesis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software projects from precise specifications, including source code, dependencies, interfaces, and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https://justinahiggins614-cmyk.github.io/jah-databases/db/apex-tool-universal-program-genesis-engine/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https://justinahiggins614-cmyk.github.io/jah-databases-data-1/data/apex-tool-universal-program-genesis-engine/index.jsonl.gz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
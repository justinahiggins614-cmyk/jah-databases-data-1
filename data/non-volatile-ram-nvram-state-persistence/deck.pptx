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on-volatile-ram-nvram-state-persistence/" TargetMode="External"/><Relationship Id="rId3" Type="http://schemas.openxmlformats.org/officeDocument/2006/relationships/hyperlink" Target="https://justinahiggins614-cmyk.github.io/jah-databases-data-1/data/non-volatile-ram-nvram-state-persist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Non-Volatile RAM (NVRAM) State Persistence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keeping critical state alive across power loss with NVRAM.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Non-Volatile RAM (NVRAM) State Persistence Database holds 15 NVRAM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keeping critical state alive across power loss with NVRAM.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UEFI Variable Storage  [JAH-NVR-000001]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Stores boot configuration in UEFI NVRAM variables with authenticated write support. BootOrder, keys, and settings persist across power loss; authenticated variables need signed updates. It is the fir…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Battery-Backed SRAM  [JAH-NVR-000002]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Keeps SRAM alive with a battery so state survives power loss with SRAM speed. Write latency is nanoseconds and endurance is unlimited; the battery needs monitoring. Industrial controllers rely on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MRAM and FRAM  [JAH-NVR-000003]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magnetoresistive and ferroelectric RAM for byte-addressable non-volatility. No battery, no wear leveling, instant writes — the ideal NVRAM technologies maturing now. They replace battery-backed…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Persistent Memory (PMEM)  [JAH-NVR-000004]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persistent memory into the address space for DAX-speed durable storage. Loads and stores are durable; no page cache or block layer in the way. It blurs the line between memory and storage.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DAX Filesystems  [JAH-NVR-000005]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filesystems with direct access to persistent memory, bypassing the page cache. Reads and writes hit the media directly at memory speed. It is the filesystem for the PMEM 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NVRAM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JAH-NVR-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Non-Volatile RAM (NVRAM) State Persistence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keeping critical state alive across power loss with NVRAM.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https://justinahiggins614-cmyk.github.io/jah-databases/db/non-volatile-ram-nvram-state-persistence/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https://justinahiggins614-cmyk.github.io/jah-databases-data-1/data/non-volatile-ram-nvram-state-persistence/index.jsonl.gz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
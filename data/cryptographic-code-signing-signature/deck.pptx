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yptographic-code-signing-signature/" TargetMode="External"/><Relationship Id="rId3" Type="http://schemas.openxmlformats.org/officeDocument/2006/relationships/hyperlink" Target="https://justinahiggins614-cmyk.github.io/jah-databases-data-1/data/cryptographic-code-sig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Cryptographic Code Signing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Cryptographic Code Signing Database holds 15 code signing schemes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SigSeal artifacts  [JAH-CRYPTO2-S-000001]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content-sealed artifacts with the seal embedded in the file header. It signs any artifact; verify with sigseal verify file. Standard: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SigLedger transparency  [JAH-CRYPTO2-S-000002]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an append-only transparency ledger every signature is published to. It signs signatures; verify with sigledger inclusion proof. Standard: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SigKey-Rotate  [JAH-CRYPTO2-S-000003]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key rotation with forward-signed rotation certificates. It signs key rotations; verify with sigkey chain key.pub. Standard: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SigThreshold  [JAH-CRYPTO2-S-000004]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threshold signatures requiring k-of-n signers for releases. It signs releases; verify with sigthresh verify --quorum 3/5. Standard: Signature.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SigBoot measured  [JAH-CRYPTO2-S-000005]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measured boot extending PCR-like registers into the Signature ledger. It signs boot chain; verify with sigboot attestation. Standard: Signature.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signing scheme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JAH-CRYPTO2-S-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Signing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 software really came from its claimed author — signature schemes, transparency logs, and verification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https://justinahiggins614-cmyk.github.io/jah-databases/db/cryptographic-code-signing-signature/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https://justinahiggins614-cmyk.github.io/jah-databases-data-1/data/cryptographic-code-signing-signature/index.jsonl.gz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
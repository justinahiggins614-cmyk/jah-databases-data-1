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heckpoint-and-resume-manager/" TargetMode="External"/><Relationship Id="rId3" Type="http://schemas.openxmlformats.org/officeDocument/2006/relationships/hyperlink" Target="https://justinahiggins614-cmyk.github.io/jah-databases-data-1/data/archive-toolkit-checkpoint-and-resume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Checkpoint and Resume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Checkpoint and Resume Manager Database holds 15 checkpoint and resume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Write-ahead checkpoint log  [JAH-ATK251-000001]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write-ahead checkpoint log records every state transition to an append-only log before the change is applied. If the process crashes, the system replays the log from the last committed entry to reb…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Write-ahead checkpoint log  [JAH-ATK251-000002]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write-ahead checkpoint log records every state transition to an append-only log before the change is applied. If the process crashes, the system replays the log from the last committed entry to reb…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Write-ahead checkpoint log  [JAH-ATK251-000003]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write-ahead checkpoint log records every state transition to an append-only log before the change is applied. If the process crashes, the system replays the log from the last committed entry to reb…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Periodic snapshot checkpointing  [JAH-ATK251-000004]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Periodic snapshot checkpointing saves the complete state every N operations instead of logging each one. Recovery loads the most recent snapshot and replays only the operations that came after it,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Periodic snapshot checkpointing  [JAH-ATK251-000005]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Periodic snapshot checkpointing saves the complete state every N operations instead of logging each one. Recovery loads the most recent snapshot and replays only the operations that came after it, wh…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checkpoint and resume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Checkpoint and Resume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https://justinahiggins614-cmyk.github.io/jah-databases/db/archive-toolkit-checkpoint-and-resume-manager/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https://justinahiggins614-cmyk.github.io/jah-databases-data-1/data/archive-toolkit-checkpoint-and-resume-manager/index.jsonl.gz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
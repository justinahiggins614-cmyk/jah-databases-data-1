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universal-file-reader-signature/" TargetMode="External"/><Relationship Id="rId3" Type="http://schemas.openxmlformats.org/officeDocument/2006/relationships/hyperlink" Target="https://justinahiggins614-cmyk.github.io/jah-databases-data-1/data/archive-tool-universal-file-read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Universal File Reader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Reads supported formats through appropriate parsers and extraction tools. Signature edition of original methods.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Universal File Reader Database holds 15 tool profiles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Reads supported formats through appropriate parsers and extraction tools. Signature edition of original methods.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archive-intelligence tools program, lane T2a — Signature original authored for Justin Addam Higgins.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Magic-Byte Dispatch — Core Method  [JAH-AT22S-000001]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File extensions lie; magic bytes rarely do. The reader inspects the first few bytes of a file — the signatures that identify PDF, ZIP, PNG, and hundreds mo…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Magic-Byte Dispatch — Compounded Pattern  [JAH-AT22S-000002]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File extensions lie; magic bytes rarely do. The reader inspects the first few bytes of a file — the signatures that identify PDF, ZIP, PNG, and hundreds mo…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Magic-Byte Dispatch — Full-System Integration  [JAH-AT22S-000003]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File extensions lie; magic bytes rarely do. The reader inspects the first few bytes of a file — the signatures that identify PDF, ZIP, PNG, and hundreds mo…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Parser Registry — Core Method  [JAH-AT22S-000004]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Each supported format gets a parser function registered under its format name, with metadata about what it extracts and what it needs. The reader looks up…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Parser Registry — Compounded Pattern  [JAH-AT22S-000005]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Each supported format gets a parser function registered under its format name, with metadata about what it extracts and what it needs. The reader looks up…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tool profile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JAH-AT22S-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File Reader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Reads supported formats through appropriate parsers and extraction tools. Signature edition of original methods.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https://justinahiggins614-cmyk.github.io/jah-databases/db/archive-tool-universal-file-reader-signature/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https://justinahiggins614-cmyk.github.io/jah-databases-data-1/data/archive-tool-universal-file-reader-signature/index.jsonl.gz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
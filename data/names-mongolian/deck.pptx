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ngolian/" TargetMode="External"/><Relationship Id="rId3" Type="http://schemas.openxmlformats.org/officeDocument/2006/relationships/hyperlink" Target="https://justinahiggins614-cmyk.github.io/jah-databases-data-1/data/names-mongol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Mongolian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Mongolian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Mongolian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Mongolian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Bat — Mongolian given name  [JAH-NMM6-000001]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Bat is a masculine given name in Mongolian. It is written Бат in the native script. It means "firm, strong", from Mongolian. A classic masculine name element meaning firm.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Bold — Mongolian given name  [JAH-NMM6-000002]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Bold is a masculine given name in Mongolian. It is written Болд in the native script. It means "steel", from Mongolian. A masculine name meaning steel.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Oyuun — Mongolian given name  [JAH-NMM6-000003]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Oyuun is a feminine given name in Mongolian. It is written Оюун in the native script. It means "wisdom", from Mongolian. A beloved feminine name meaning wisdom.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Naran — Mongolian given name  [JAH-NMM6-000004]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Naran is a feminine given name in Mongolian. It is written Наран in the native script. It means "sun", from Mongolian. A radiant feminine name meaning sun.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Temujin — Mongolian given name  [JAH-NMM6-000005]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Temujin is a masculine given name in Mongolian. It is written Тэмүжин in the native script. It means "of iron", from Mongolian temur. The birth name of Genghis Khan, meaning iron-like.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Mongolian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Mongolian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https://justinahiggins614-cmyk.github.io/jah-databases/db/names-mongolian/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https://justinahiggins614-cmyk.github.io/jah-databases-data-1/data/names-mongolian/index.jsonl.gz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
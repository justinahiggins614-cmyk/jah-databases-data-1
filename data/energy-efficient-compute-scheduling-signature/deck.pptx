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ergy-efficient-compute-scheduling-signature/" TargetMode="External"/><Relationship Id="rId3" Type="http://schemas.openxmlformats.org/officeDocument/2006/relationships/hyperlink" Target="https://justinahiggins614-cmyk.github.io/jah-databases-data-1/data/energy-efficient-compute-schedu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Energy-Efficient Compute Scheduling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compute where energy is cheapest and cleanest — same work, smaller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Energy-Efficient Compute Scheduling Database holds 15 scheduling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where energy is cheapest and cleanest — same work, smaller footprint.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Carbon-Aware Placement  [JAH-EEC-S-000001]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Carbon-Aware Placement is a scheduling ability in the Signature Energy-Efficient Compute Scheduling database. Places jobs in regions where the grid is cleanest right now. Grid carbon intens…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Time Shifting  [JAH-EEC-S-000002]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Time Shifting is a scheduling ability in the Signature Energy-Efficient Compute Scheduling database. Delays flexible jobs to low-carbon hours. Jobs tagged flexible wait for the daily carbon…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Power Capping  [JAH-EEC-S-000003]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Power Capping is a scheduling ability in the Signature Energy-Efficient Compute Scheduling database. Caps node power draw during peak grid stress. Caps lower CPU frequency; the scheduler 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Idle Harvesting  [JAH-EEC-S-000004]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Idle Harvesting is a scheduling ability in the Signature Energy-Efficient Compute Scheduling database. Fills idle capacity with batch work instead of leaving machines on. Idle nodes pull fr…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Cooling-Aware Packing  [JAH-EEC-S-000005]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Cooling-Aware Packing is a scheduling ability in the Signature Energy-Efficient Compute Scheduling database. Packs jobs to minimize cooling energy, not just CPU. Hot jobs spread across cool…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JAH-EEC-S-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Energy-Efficient Compute Scheduling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where energy is cheapest and cleanest — same work, smaller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https://justinahiggins614-cmyk.github.io/jah-databases/db/energy-efficient-compute-scheduling-signature/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https://justinahiggins614-cmyk.github.io/jah-databases-data-1/data/energy-efficient-compute-scheduling-signature/index.jsonl.gz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
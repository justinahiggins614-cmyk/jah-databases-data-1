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trieval-by-example/" TargetMode="External"/><Relationship Id="rId3" Type="http://schemas.openxmlformats.org/officeDocument/2006/relationships/hyperlink" Target="https://justinahiggins614-cmyk.github.io/jah-databases-data-1/data/archive-toolkit-retrieval-by-exampl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Retrieval-by-Example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records similar to a supplied example.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Retrieval-by-Example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records similar to a supplied example.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retrieval-by-example;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Example embedding — Retrieval-by-Example  [JAH-ATK208-0001]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Retrieval-by-example inverts the query box: instead of describing what you want in words, you hand the system one good example and it finds more like it. A researcher with one perfect paper, an engin…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Feature decomposition — Retrieval-by-Example  [JAH-ATK208-0002]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Retrieval-by-example inverts the query box: instead of describing what you want in words, you hand the system one good example and it finds more like it. A researcher with one perfect paper, an engin…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More-like-this query — Retrieval-by-Example  [JAH-ATK208-0003]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Retrieval-by-example inverts the query box: instead of describing what you want in words, you hand the system one good example and it finds more like it. A researcher with one perfect paper, an engin…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Negative examples — Retrieval-by-Example  [JAH-ATK208-0004]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Retrieval-by-example inverts the query box: instead of describing what you want in words, you hand the system one good example and it finds more like it. A researcher with one perfect paper, an engin…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Facet-constrained similarity — Retrieval-by-Example  [JAH-ATK208-0005]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Retrieval-by-example inverts the query box: instead of describing what you want in words, you hand the system one good example and it finds more like it. A researcher with one perfect paper, an engin…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Retrieval-by-Example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records similar to a supplied example.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https://justinahiggins614-cmyk.github.io/jah-databases/db/archive-toolkit-retrieval-by-example/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https://justinahiggins614-cmyk.github.io/jah-databases-data-1/data/archive-toolkit-retrieval-by-example/index.jsonl.gz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
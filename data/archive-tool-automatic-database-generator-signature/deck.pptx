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database-generator-signature/" TargetMode="External"/><Relationship Id="rId3" Type="http://schemas.openxmlformats.org/officeDocument/2006/relationships/hyperlink" Target="https://justinahiggins614-cmyk.github.io/jah-databases-data-1/data/archive-tool-automatic-database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Database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structured databases from approved specifications, schemas, and source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Database Generator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structured databases from approved specifications, schemas, and source material.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Automatic Database Generator,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Specification approval gate (foundational)  [JAH-AT94S-000001]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Generation starts only from an approved specification: a reviewed document naming the database's purpose, schema, and source material. The approval gate refuses ad-hoc generation…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Specification approval gate (compounded)  [JAH-AT94S-000002]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Generation starts only from an approved specification: a reviewed document naming the database's purpose, schema, and source material. The approval gate refuses ad-hoc generation…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Specification approval gate (production)  [JAH-AT94S-000003]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Generation starts only from an approved specification: a reviewed document naming the database's purpose, schema, and source material. The approval gate refuses ad-hoc generation…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materialization into validators (foundational)  [JAH-AT94S-000004]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spec's schema is materialized into executable validators: one predicate per field checking type, range, and format. Materialized validators run on every synthesized record bef…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Schema materialization into validators (compounded)  [JAH-AT94S-000005]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spec's schema is materialized into executable validators: one predicate per field checking type, range, and format. Materialized validators run on every synthesized record bef…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Database Generator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structured databases from approved specifications, schemas, and source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https://justinahiggins614-cmyk.github.io/jah-databases/db/archive-tool-automatic-database-generator-signature/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https://justinahiggins614-cmyk.github.io/jah-databases-data-1/data/archive-tool-automatic-database-generator-signature/index.jsonl.gz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
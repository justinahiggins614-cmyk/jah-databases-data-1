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eospatial-search-signature/" TargetMode="External"/><Relationship Id="rId3" Type="http://schemas.openxmlformats.org/officeDocument/2006/relationships/hyperlink" Target="https://justinahiggins614-cmyk.github.io/jah-databases-data-1/data/archive-toolkit-geospatial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Geospatial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records using coordinates, boundaries, routes, and geographic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Geospatial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records using coordinates, boundaries, routes, and geographic relationships.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Haversine distance — Geospatial Search  [JAH-ATK115S-00001]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Haversine computes great-circle distance between latitude/longitude points on a spherical Earth. The formula uses sines of half-differences, remaining numerically stable for near…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Bounding-box queries — Geospatial Search  [JAH-ATK115S-00002]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bounding box (min/max lat/lon) filters candidates with four cheap comparisons before any distance math. Boxes prune the vast majority of points; exact distance then ranks survi…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R-tree spatial index — Geospatial Search  [JAH-ATK115S-00003]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R-trees group nearby points into nested minimum bounding rectangles. Queries descend only branches whose rectangles intersect the search area. R-trees make spatial filtering loga…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Geohash encoding — Geospatial Search  [JAH-ATK115S-00004]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Geohash interleaves lat/lon bits into a base-32 string where shared prefixes mean nearby cells. Prefix length sets precision: longer strings, smaller cells. Geohashes turn 2-D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K-nearest neighbors — Geospatial Search  [JAH-ATK115S-00005]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KNN queries return the k closest points regardless of distance, answering 'the 5 nearest'. Best-first traversal of the spatial index expands the most promising branches first. KN…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Geospatial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records using coordinates, boundaries, routes, and geographic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https://justinahiggins614-cmyk.github.io/jah-databases/db/archive-toolkit-geospatial-search-signature/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https://justinahiggins614-cmyk.github.io/jah-databases-data-1/data/archive-toolkit-geospatial-search-signature/index.jsonl.gz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
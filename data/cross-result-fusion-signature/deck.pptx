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result-fusion-signature/" TargetMode="External"/><Relationship Id="rId3" Type="http://schemas.openxmlformats.org/officeDocument/2006/relationships/hyperlink" Target="https://justinahiggins614-cmyk.github.io/jah-databases-data-1/data/cross-result-fus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Cross-Database Result Fusion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result-fusion methods — original techniques for merging many sources into one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Cross-Database Result Fusion Database holds 20 signature result fusion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result-fusion methods — original techniques for merging many sources into one truth.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rank-fusion default  [JAH-CRF-S-000001]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search practice: when scores are not comparable, fuse ranks, not scores — reciprocal rank fusion is the default.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normalize-before-merge  [JAH-CRF-S-000002]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fusion rule: scores are normalized per source before any merge,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quorum-vote  [JAH-CRF-S-000003]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decision pattern: votes need a quorum to decide; near-ties escalate to humans.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published-weights  [JAH-CRF-S-000004]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fairness practice: merge weights are published to the people being ranked.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cluster-canonical  [JAH-CRF-S-000005]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dedupe pattern: cluster near-duplicates, show one canonical with a source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result fusion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Result Fusion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result-fusion methods — original techniques for merging many sources into one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https://justinahiggins614-cmyk.github.io/jah-databases/db/cross-result-fusion-signature/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https://justinahiggins614-cmyk.github.io/jah-databases-data-1/data/cross-result-fusion-signature/index.jsonl.gz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
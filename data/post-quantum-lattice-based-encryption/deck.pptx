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st-quantum-lattice-based-encryption/" TargetMode="External"/><Relationship Id="rId3" Type="http://schemas.openxmlformats.org/officeDocument/2006/relationships/hyperlink" Target="https://justinahiggins614-cmyk.github.io/jah-databases-data-1/data/post-quantum-lattice-based-encryp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Post-Quantum Lattice-Based Encryption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Post-Quantum Lattice-Based Encryption Database holds 15 encryption parameter sets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ML-KEM Key Exchange  [JAH-PQL-000001]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Establishes shared secrets with the Module Learning-With-Errors problem, standardized by NIST as ML-KEM (FIPS 203). It replaces Diffie-Hellman and ECDH in protocols like TLS, keeping key exchange saf…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ML-DSA Signatures  [JAH-PQL-000002]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with the Module Short-Integer-Solution problem, standardized as ML-DSA (FIPS 204), the quantum-safe replacement for RSA and ECDSA signatures. Certificates, firmware, and software updates move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LWE Problem  [JAH-PQL-000003]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Learning With Errors asks an attacker to solve noisy linear equations - easy without noise, believed hard with it, even for quantum computers. LWE's hardness underpins the security proofs of lattice…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Module Lattices  [JAH-PQL-000004]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Works over module lattices - structured generalizations balancing efficiency and security - which is what makes ML-KEM and ML-DSA practical. The module structure enables fast NTT-based arithmetic wit…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Parameter Sets  [JAH-PQL-000005]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Chooses among standardized parameter sets trading security level against key and signature size. Picking the right set - not too weak, not wastefully large - is the central practical decision in depl…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parameter set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JAH-PQL-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Post-Quantum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that survives quantum computers: lattice problems, NIST-standardized algorithms, and migration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https://justinahiggins614-cmyk.github.io/jah-databases/db/post-quantum-lattice-based-encryption/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https://justinahiggins614-cmyk.github.io/jah-databases-data-1/data/post-quantum-lattice-based-encryption/index.jsonl.gz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
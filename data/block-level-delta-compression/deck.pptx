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block-level-delta-compression/" TargetMode="External"/><Relationship Id="rId3" Type="http://schemas.openxmlformats.org/officeDocument/2006/relationships/hyperlink" Target="https://justinahiggins614-cmyk.github.io/jah-databases-data-1/data/block-level-delta-compress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Block-Level Delta Compression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Send only what changed — delta algorithms and tools that sync gigabytes with kilobytes of transfer.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Block-Level Delta Compression Database holds 15 delta compression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Send only what changed — delta algorithms and tools that sync gigabytes with kilobytes of transfer.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 compiled from openly published documentation, project sources, and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rsync delta algorithm  [JAH-BLD-000001]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Rolling checksums find matching blocks so only changed chunks cross the wire. Algorithm: rolling checksum + MD4/MD5; granularity: block (~700B default). Used for: file sync.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bsdiff  [JAH-BLD-000002]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Colin Percival’s binary diff producing tiny patches for executables with shifted sections. Algorithm: suffix-sorted diff; granularity: byte. Used for: binary patches.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xdelta3  [JAH-BLD-000003]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VCDIFF encoder/decoder with streaming support and secondary compression. Algorithm: VCDIFF (RFC 3284); granularity: byte window. Used for: deltas, ROM hacking.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zsync  [JAH-BLD-000004]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Clients download only changed blocks of large files using block checksums over HTTP. Algorithm: rsync-style over HTTP; granularity: block. Used for: ISO updates.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casync  [JAH-BLD-000005]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Content-addressable sync splitting files into variable chunks for global dedup. Algorithm: content-defined chunking; granularity: variable chunk. Used for: OS image sync.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delta compression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JAH-BLD-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Delta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Send only what changed — delta algorithms and tools that sync gigabytes with kilobytes of transfer.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https://justinahiggins614-cmyk.github.io/jah-databases/db/block-level-delta-compression/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https://justinahiggins614-cmyk.github.io/jah-databases-data-1/data/block-level-delta-compression/index.jsonl.gz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
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proof-of-work-stake-pos-sync-signature/" TargetMode="External"/><Relationship Id="rId3" Type="http://schemas.openxmlformats.org/officeDocument/2006/relationships/hyperlink" Target="https://justinahiggins614-cmyk.github.io/jah-databases-data-1/data/cryptographic-proof-of-work-stake-pos-syn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Cryptographic Proof-of-Work / Stake (PoS) Sync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proof-of-work and proof-of-stake networks reach and stay in sync.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Cryptographic Proof-of-Work / Stake (PoS) Sync Database holds 15 consensus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proof-of-work and proof-of-stake networks reach and stay in sync.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Hashcash Proof-of-Work  [JAH-CPW-S-000001]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Secures chains with hashcash-style proof-of-work: find a nonce making the block hash meet the target. Work is verifiable instantly but expensive to produce; the longest-work chain wins. Bitcoin prove…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Ethash Memory-Hard PoW  [JAH-CPW-S-000002]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memory-hard Ethash so commodity GPUs compete fairly with ASICs. The DAG forces memory bandwidth to matter; verification stays light. It was Ethereum's ASIC-resistance answer. This is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Casper Proof-of-Stake  [JAH-CPW-S-000003]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Finalizes blocks with Casper-style proof-of-stake voting by bonded validators. Validators vote with their stake; finality comes in epochs, not probabilistic confirmations. Ethereum's merge made it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Ouroboros PoS  [JAH-CPW-S-000004]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Elects slot leaders with Ouroboros's provably-secure proof-of-stake. Stake-weighted lotteries pick leaders per slot; the protocol has peer-reviewed security proofs. Cardano runs it in production.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Finality Gadgets  [JAH-CPW-S-000005]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finality gadgets that checkpoint the chain with validator supermajorities. Once finalized, history cannot reorganize without slashing a third of stake. It gives users irreversible confirmations.…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consensus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JAH-CPW-S-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Cryptographic Proof-of-Work / Stake (PoS) Sync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proof-of-work and proof-of-stake networks reach and stay in sync.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https://justinahiggins614-cmyk.github.io/jah-databases/db/cryptographic-proof-of-work-stake-pos-sync-signature/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https://justinahiggins614-cmyk.github.io/jah-databases-data-1/data/cryptographic-proof-of-work-stake-pos-sync-signature/index.jsonl.gz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
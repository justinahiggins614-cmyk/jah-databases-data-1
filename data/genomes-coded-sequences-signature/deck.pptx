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enomes-coded-sequences-signature/" TargetMode="External"/><Relationship Id="rId3" Type="http://schemas.openxmlformats.org/officeDocument/2006/relationships/hyperlink" Target="https://justinahiggins614-cmyk.github.io/jah-databases-data-1/data/genomes-coded-sequenc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Genomes Coded Sequences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genome study methods and safeguards.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Genomes Coded Sequences Database holds 15 signature genome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genome study methods and safeguards.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composition authored in the Signature system; clearly labeled Signature — it is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Reference-First Rule  [JAH-GSEQS-000001]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rule for genome work: always align to the public reference assembly (never to a private sample), cite the accession, and state the assembly version in every analysis. The rule ke…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Accession Ledger  [JAH-GSEQS-000002]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ledger habit: every genome file opens with organism, assembly name, accession, length, and GC% — the five facts that make a genome record checkable. The ledger is filled from NCB…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Coded-Model Doctrine  [JAH-GSEQS-000003]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doctrine: teaching models derived from published statistics (length, GC%, chromosome count) are clearly labeled as models — never presented as real reference bases. The doctrine'…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GC Calculator  [JAH-GSEQS-000004]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teaching tool: compute GC content from any sequence string, the first statistic every genome student learns. The calculator's exercise runs it over the coded teaching models to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K-mer Profiler  [JAH-GSEQS-000005]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profiler: count k-mers (short substrings) in a sequence to build a composition fingerprint — the technique behind fast taxonomic classifiers. The profiler runs on teaching models…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genome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JAH-GSEQS-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Genome Coach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genome study methods and safeguards.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https://justinahiggins614-cmyk.github.io/jah-databases/db/genomes-coded-sequences-signature/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https://justinahiggins614-cmyk.github.io/jah-databases-data-1/data/genomes-coded-sequences-signature/index.jsonl.gz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
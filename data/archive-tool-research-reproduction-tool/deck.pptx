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earch-reproduction-tool/" TargetMode="External"/><Relationship Id="rId3" Type="http://schemas.openxmlformats.org/officeDocument/2006/relationships/hyperlink" Target="https://justinahiggins614-cmyk.github.io/jah-databases-data-1/data/archive-tool-research-reproduction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Research Reproduction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Research Reproduction Tool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research-reproducibility database covers.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(Research Reproduction Tool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log capture at investigation time (foundational)  [JAH-AT77-000001]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During the original investigation, every query, source version, and retrieval parameter is captured into a replay log. Capture is automatic and complete; a replay is only as good as the log it replay…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Search log capture at investigation time (compounded)  [JAH-AT77-000002]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During the original investigation, every query, source version, and retrieval parameter is captured into a replay log. Capture is automatic and complete; a replay is only as good as the log it replay…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 log capture at investigation time (production)  [JAH-AT77-000003]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During the original investigation, every query, source version, and retrieval parameter is captured into a replay log. Capture is automatic and complete; a replay is only as good as the log it replay…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Query replay against pinned versions (foundational)  [JAH-AT77-000004]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Replay re-issues each logged query against the same source versions recorded in the log, not the current live versions. Pinning versions isolates the search procedure from archive drift: if the repla…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Query replay against pinned versions (compounded)  [JAH-AT77-000005]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Replay re-issues each logged query against the same source versions recorded in the log, not the current live versions. Pinning versions isolates the search procedure from archive drift: if the repla…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Reproduction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Repeats a search using saved queries, source versions, and recorded procedures where possible. This is a search-replay tool that re-executes recorded searches; it is not general reproducibility guidance, which the resea…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https://justinahiggins614-cmyk.github.io/jah-databases/db/archive-tool-research-reproduction-tool/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https://justinahiggins614-cmyk.github.io/jah-databases-data-1/data/archive-tool-research-reproduction-tool/index.jsonl.gz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
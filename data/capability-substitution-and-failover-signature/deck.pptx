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apability-substitution-and-failover-signature/" TargetMode="External"/><Relationship Id="rId3" Type="http://schemas.openxmlformats.org/officeDocument/2006/relationships/hyperlink" Target="https://justinahiggins614-cmyk.github.io/jah-databases-data-1/data/capability-substitution-and-failov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Capability Substitution and Failover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Substitution plans that keep work going when a capability fails.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Capability Substitution and Failover Database holds 20 failover plans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Substitution plans that keep work going when a capability fails.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by Justin Addam Higgins - a Signature-authored concept,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Second Road  [JAH-CSF-S-000001]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second road, always built beside the first, ready when the first washes out. Travelers never notice the switch; the roads are sworn to feel the same. Teaching ladder: rank 1 —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Lesser Champion  [JAH-CSF-S-000002]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lesser champion who steps in when the champion falls, announcing the change honestly. The champion's pride is honesty: all know the lesser champion fights in their stead. Teachin…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Twin Well  [JAH-CSF-S-000003]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twin well: when the first runs dry, the second gives water. Drawn water is remembered, so none is drawn twice when the first well flows again. Teaching ladder: rank 1 — the conce…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Swift Crutch  [JAH-CSF-S-000004]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crutch: a swift simple tool that carries the load when the great tool stumbles. The crutch is honest about its limp. Teaching ladder: rank 1 — the concept in its simplest, most 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Back Path  [JAH-CSF-S-000005]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back path through the woods, taken when the high road is blocked. Scouts report the back path's health as you walk it. Teaching ladder: rank 1 — the concept in its simplest, most…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failover plan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JAH-CSF-S-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Failover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Substitution plans that keep work going when a capability fails.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https://justinahiggins614-cmyk.github.io/jah-databases/db/capability-substitution-and-failover-signature/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https://justinahiggins614-cmyk.github.io/jah-databases-data-1/data/capability-substitution-and-failover-signature/index.jsonl.gz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
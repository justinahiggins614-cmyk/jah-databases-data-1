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independent-intelligence-council-signature/" TargetMode="External"/><Relationship Id="rId3" Type="http://schemas.openxmlformats.org/officeDocument/2006/relationships/hyperlink" Target="https://justinahiggins614-cmyk.github.io/jah-databases-data-1/data/apex-tool-independent-intelligence-counci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Independent Intelligence Council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multiple independently configured reasoning systems and investigates their disagreements.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Independent Intelligence Council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multiple independently configured reasoning systems and investigates their disagreements.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Round-Table Engine  [JAH-APX31S-000001]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round-table seats independent reasoners with no head of the table: speaking order is drawn, the loudest voice gets no extra weight, and the table's scribe records every position. Hierarchy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Dissent Amplifier  [JAH-APX31S-000002]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dissent amplifier turns up the volume on minority positions: the fewer who hold a view, the more carefully it is examined. Majorities are already loud; the amplifier serves the quiet.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Independence Guard  [JAH-APX31S-000003]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independence guard watches council members for contamination: shared sources, correlated training, whispered coordination. Guarded independence is real independence — the guard reports every…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Bet Ledger  [JAH-APX31S-000004]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bet ledger makes council members put track-record weight behind their positions: members stake reputation points on outcomes, and the ledger settles publicly. Talk is cheap; the ledger price…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Rotating Skeptic  [JAH-APX31S-000005]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rotating skeptic assigns one member per decision to argue the 'no' case — and the role rotates so nobody owns negativity. Every decision hears its best objection from a fresh voice.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Independent Intelligence Council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multiple independently configured reasoning systems and investigates their disagreements.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https://justinahiggins614-cmyk.github.io/jah-databases/db/apex-tool-independent-intelligence-council-signature/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https://justinahiggins614-cmyk.github.io/jah-databases-data-1/data/apex-tool-independent-intelligence-council-signature/index.jsonl.gz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
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rol-system-stability-signature/" TargetMode="External"/><Relationship Id="rId3" Type="http://schemas.openxmlformats.org/officeDocument/2006/relationships/hyperlink" Target="https://justinahiggins614-cmyk.github.io/jah-databases-data-1/data/control-system-sta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Control System Stability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Control System Stability Database holds 20 control stability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Tuning Gardener  [JAH-CONTRO-S-000001]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PID gains by growing them from safe seeds and pruning the aggressive, measuring the step response at each stage. The garden blooms into well-tuned loops. Tuning is cultiv…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Margin Accountant  [JAH-CONTRO-S-000002]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an accountant that tracks the stability budget like money: every design choice spends margin, and the ledger must stay positive. The accountant prevents bankruptcy. Stability sta…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Encirclement Cartographer  [JAH-CONTRO-S-000003]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Nyquist encirclements as a territory with -1 as the forbidden castle. The cartographer shows the safe paths. Loops navigate around the castle.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Energy Sculptor  [JAH-CONTRO-S-000004]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sculpts Lyapunov functions from the system's energy, chipping away until dV/dt is negative. The sculptor reveals the stability inside. Nonlinear systems confess.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Pole Shepherd  [JAH-CONTRO-S-000005]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shepherds closed-loop poles into the good region by guiding the gain along the root locus. The shepherd never lets poles stray right. Flocks stay left.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control stability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JAH-CONTRO-S-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Controller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PID tuning, stability margins, and Lyapunov methods that keep control systems from oscillating out of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https://justinahiggins614-cmyk.github.io/jah-databases/db/control-system-stability-signature/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https://justinahiggins614-cmyk.github.io/jah-databases-data-1/data/control-system-stability-signature/index.jsonl.gz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
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utonomous-ai-cooperation-designer/" TargetMode="External"/><Relationship Id="rId3" Type="http://schemas.openxmlformats.org/officeDocument/2006/relationships/hyperlink" Target="https://justinahiggins614-cmyk.github.io/jah-databases-data-1/data/apex-tool-autonomous-ai-cooperation-design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Autonomous AI Cooperation Designer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Designs how AI agents team up — who does what, what they share, how results get checked.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Autonomous AI Cooperation Designer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Designs how AI agents team up — who does what, what they share, how results get checked.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agent capability directories are standard in multi-agent systems;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Knowing the Agents  [JAH-APX92-000001]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Cooperation starts with a roster. This record covers the agent registry: who exists and what each can do.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Forming the Team  [JAH-APX92-000002]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right agents for the task, no more. This record covers team formation covering all required capabilities.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Assigning Roles  [JAH-APX92-000003]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agent needs a clear role and scope. This record covers role assignment without overlaps.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Designing the Protocol  [JAH-APX92-000004]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Agents must speak the same language. This record covers message formats and exchange rules.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Ordering the Turns  [JAH-APX92-000005]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Who acts when matters. This record covers turn coordination across the team.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JAH-APX92-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Autonomous AI Cooperation Designer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Designs how AI agents team up — who does what, what they share, how results get checked.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https://justinahiggins614-cmyk.github.io/jah-databases/db/apex-tool-autonomous-ai-cooperation-designer/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https://justinahiggins614-cmyk.github.io/jah-databases-data-1/data/apex-tool-autonomous-ai-cooperation-designer/index.jsonl.gz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
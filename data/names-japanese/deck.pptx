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japanese/" TargetMode="External"/><Relationship Id="rId3" Type="http://schemas.openxmlformats.org/officeDocument/2006/relationships/hyperlink" Target="https://justinahiggins614-cmyk.github.io/jah-databases-data-1/data/names-japa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Japanese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Japanese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Japanese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Japanese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Haruto 陽翔 - Japanese masculine given name  [JAH-NMJ-000001]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Haruto (陽翔) is a masculine given name in Japanese. Meaning: Sunlight + to soar. A top-ranked modern boys' name; meaning depends on the kanji chosen.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Sakura 桜 - Japanese feminine given name  [JAH-NMJ-000002]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Sakura (桜) is a feminine given name in Japanese. Meaning: Cherry blossom. Evokes spring and renewal; a classic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Ren 蓮 - Japanese unisex given name  [JAH-NMJ-000003]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 (蓮) is a unisex given name in Japanese. Meaning: Lotus. A unisex name from the lotus flower, symbol of purity.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Aiko 愛子 - Japanese feminine given name  [JAH-NMJ-000004]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Aiko (愛子) is a feminine given name in Japanese. Meaning: Beloved child. Combines 'love' with the traditional -ko ending.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Kenji 健二 - Japanese masculine given name  [JAH-NMJ-000005]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Kenji (健二) is a masculine given name in Japanese. Meaning: Healthy second son. A traditional boys' name; the second character once marked birth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JAH-NMJ-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Japanese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Japanese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https://justinahiggins614-cmyk.github.io/jah-databases/db/names-japanese/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https://justinahiggins614-cmyk.github.io/jah-databases-data-1/data/names-japanese/index.jsonl.gz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
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independent-intelligence-council/" TargetMode="External"/><Relationship Id="rId3" Type="http://schemas.openxmlformats.org/officeDocument/2006/relationships/hyperlink" Target="https://justinahiggins614-cmyk.github.io/jah-databases-data-1/data/apex-tool-independent-intelligence-counci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Independent Intelligence Council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multiple independently configured reasoning systems and investigates their disagreements.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Independent Intelligence Council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multiple independently configured reasoning systems and investigates their disagreements.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Breiman, L. (1996). Bagging predictors. Machine Learning.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Ensemble Methods: Bagging  [JAH-APX31-000001]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Breiman's bagging trains models on bootstrap resamples and averages their votes; variance falls while bias holds. The council's simplest form: many weak judges, one robust verdict.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Delphi Method  [JAH-APX31-000002]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Dalkey and Helmer's Delphi (RAND) structures expert judgment: anonymous rounds, controlled feedback, statistical aggregation. Anonymity kills bandwagons; iteration kills noise.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Prediction Markets  [JAH-APX31-000003]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Hayek's insight mechanized: markets aggregate dispersed information into prices. The Iowa Electronic Markets have a long track record of beating polls — money concentrates minds.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Condorcet's Jury Theorem  [JAH-APX31-000004]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Condorcet (1785): if each voter is even slightly better than chance and votes independently, the majority's accuracy approaches certainty as the jury grows. Independence is the load-bearing wall —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Mixture of Experts  [JAH-APX31-000005]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Jacobs and colleagues' mixture of experts routes each input to the specialist most suited, with a gating network learning the routing. The council that knows who knows what.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Independent Intelligence Council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multiple independently configured reasoning systems and investigates their disagreements.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https://justinahiggins614-cmyk.github.io/jah-databases/db/apex-tool-independent-intelligence-council/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https://justinahiggins614-cmyk.github.io/jah-databases-data-1/data/apex-tool-independent-intelligence-council/index.jsonl.gz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
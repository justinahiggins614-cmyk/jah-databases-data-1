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wu-chinese/" TargetMode="External"/><Relationship Id="rId3" Type="http://schemas.openxmlformats.org/officeDocument/2006/relationships/hyperlink" Target="https://justinahiggins614-cmyk.github.io/jah-databases-data-1/data/names-wu-chine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Wu Chinese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Wu Chinese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Wu Chinese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Wu Chinese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Wei 伟 - Wu Chinese masculine given name  [JAH-NMWC-000001]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Wei (伟) is a masculine given name in Wu Chinese. Meaning: Great. The Wu reading of the same character as Mandarin Wei.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Fang 芳 - Wu Chinese feminine given name  [JAH-NMWC-000002]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Fang (芳) is a feminine given name in Wu Chinese. Meaning: Fragrant..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Jian 健 - Wu Chinese masculine given name  [JAH-NMWC-000003]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Jian (健) is a masculine given name in Wu Chinese. Meaning: Healthy..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Li 丽 - Wu Chinese feminine given name  [JAH-NMWC-000004]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 (丽) is a feminine given name in Wu Chinese. Meaning: Beautiful..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Min 敏 - Wu Chinese unisex given name  [JAH-NMWC-000005]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Min (敏) is a unisex given name in Wu Chinese. Meaning: Quick, clever..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JAH-NMWC-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Wu Chinese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Wu Chinese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https://justinahiggins614-cmyk.github.io/jah-databases/db/names-wu-chinese/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https://justinahiggins614-cmyk.github.io/jah-databases-data-1/data/names-wu-chinese/index.jsonl.gz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
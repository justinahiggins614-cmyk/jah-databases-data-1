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api-creation-engine-signature/" TargetMode="External"/><Relationship Id="rId3" Type="http://schemas.openxmlformats.org/officeDocument/2006/relationships/hyperlink" Target="https://justinahiggins614-cmyk.github.io/jah-databases-data-1/data/apex-tool-universal-api-cre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API Creation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documented interfaces that allow compatible programs and databases to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API Creation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documented interfaces that allow compatible programs and databases to communicate.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Contract Scribe  [JAH-APX44S-000001]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contract scribe writes API contracts in plain-yet-precise language: every endpoint, every field, every error — scribed before a line of implementation. The scribe's word is law.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Resource Mapper  [JAH-APX44S-000002]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resource mapper charts every resource like territory: nouns mapped, verbs assigned, boundaries surveyed. The map prevents endpoint sprawl.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Query Tailor  [JAH-APX44S-000003]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query tailor fits responses precisely: clients measured, queries cut to fit, no excess fabric. Off-the-rack over-fetching is for others.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Typed Courier  [JAH-APX44S-000004]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typed courier carries RPCs swiftly and safely: typed envelopes, generated routes, delivery guaranteed. The courier never loses a parcel.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Payload Inspector  [JAH-APX44S-000005]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payload inspector examines every datum at the border: schema-checked, error-reported, invalid turned back. The border is secure.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API Creation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documented interfaces that allow compatible programs and databases to communicate.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https://justinahiggins614-cmyk.github.io/jah-databases/db/apex-tool-universal-api-creation-engine-signature/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https://justinahiggins614-cmyk.github.io/jah-databases-data-1/data/apex-tool-universal-api-creation-engine-signature/index.jsonl.gz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
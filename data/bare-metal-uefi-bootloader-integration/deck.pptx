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bare-metal-uefi-bootloader-integration/" TargetMode="External"/><Relationship Id="rId3" Type="http://schemas.openxmlformats.org/officeDocument/2006/relationships/hyperlink" Target="https://justinahiggins614-cmyk.github.io/jah-databases-data-1/data/bare-metal-uefi-bootloader-integration/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JAH Bare-Metal UEFI Bootloader Integration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Techniques for booting operating systems directly on UEFI firmware without legacy layers.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JAH Bare-Metal UEFI Bootloader Integration Database holds 15 bootloader techniques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Techniques for booting operating systems directly on UEFI firmware without legacy layers.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industry records and documentation</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UEFI PE32+ Image Loading  [JAH-BMU-000001]</a:t>
            </a:r>
          </a:p>
          <a:p>
            <a:pPr algn="l">
              <a:spcAft>
                <a:spcPts val="1000"/>
              </a:spcAft>
            </a:pPr>
            <a:r>
              <a:rPr sz="1400" b="0">
                <a:solidFill>
                  <a:srgbClr val="D5DBDB"/>
                </a:solidFill>
                <a:latin typeface="Calibri"/>
              </a:rPr>
              <a:t>   Loads bootloaders as PE32+ executables through the firmware's LoadImage service. The image carries relocations and a proper subsystem type so the firmware can place it anywhere in memory. It is the f…</a:t>
            </a:r>
          </a:p>
          <a:p>
            <a:pPr algn="l">
              <a:spcAft>
                <a:spcPts val="200"/>
              </a:spcAft>
            </a:pPr>
            <a:r>
              <a:rPr sz="1700" b="1">
                <a:solidFill>
                  <a:srgbClr val="FFFFFF"/>
                </a:solidFill>
                <a:latin typeface="Calibri"/>
              </a:rPr>
              <a:t>2. Graphics Output Protocol Setup  [JAH-BMU-000002]</a:t>
            </a:r>
          </a:p>
          <a:p>
            <a:pPr algn="l">
              <a:spcAft>
                <a:spcPts val="1000"/>
              </a:spcAft>
            </a:pPr>
            <a:r>
              <a:rPr sz="1400" b="0">
                <a:solidFill>
                  <a:srgbClr val="D5DBDB"/>
                </a:solidFill>
                <a:latin typeface="Calibri"/>
              </a:rPr>
              <a:t>   Uses the Graphics Output Protocol for framebuffer access before any OS driver loads. The bootloader queries available modes, picks the native resolution, and draws progress UI directly. It replaces l…</a:t>
            </a:r>
          </a:p>
          <a:p>
            <a:pPr algn="l">
              <a:spcAft>
                <a:spcPts val="200"/>
              </a:spcAft>
            </a:pPr>
            <a:r>
              <a:rPr sz="1700" b="1">
                <a:solidFill>
                  <a:srgbClr val="FFFFFF"/>
                </a:solidFill>
                <a:latin typeface="Calibri"/>
              </a:rPr>
              <a:t>3. Boot Services Memory Management  [JAH-BMU-000003]</a:t>
            </a:r>
          </a:p>
          <a:p>
            <a:pPr algn="l">
              <a:spcAft>
                <a:spcPts val="1000"/>
              </a:spcAft>
            </a:pPr>
            <a:r>
              <a:rPr sz="1400" b="0">
                <a:solidFill>
                  <a:srgbClr val="D5DBDB"/>
                </a:solidFill>
                <a:latin typeface="Calibri"/>
              </a:rPr>
              <a:t>   Manages the transition from firmware boot services to OS runtime by exiting boot services cleanly. The loader collects the memory map, calls ExitBootServices, and never touches firmware services agai…</a:t>
            </a:r>
          </a:p>
          <a:p>
            <a:pPr algn="l">
              <a:spcAft>
                <a:spcPts val="200"/>
              </a:spcAft>
            </a:pPr>
            <a:r>
              <a:rPr sz="1700" b="1">
                <a:solidFill>
                  <a:srgbClr val="FFFFFF"/>
                </a:solidFill>
                <a:latin typeface="Calibri"/>
              </a:rPr>
              <a:t>4. Secure Boot Chain  [JAH-BMU-000004]</a:t>
            </a:r>
          </a:p>
          <a:p>
            <a:pPr algn="l">
              <a:spcAft>
                <a:spcPts val="1000"/>
              </a:spcAft>
            </a:pPr>
            <a:r>
              <a:rPr sz="1400" b="0">
                <a:solidFill>
                  <a:srgbClr val="D5DBDB"/>
                </a:solidFill>
                <a:latin typeface="Calibri"/>
              </a:rPr>
              <a:t>   Verifies each boot stage's signature against keys in the firmware database before executing it. Platform Key to Key Exchange Key to signature database forms the chain of trust. Only signed loaders ru…</a:t>
            </a:r>
          </a:p>
          <a:p>
            <a:pPr algn="l">
              <a:spcAft>
                <a:spcPts val="200"/>
              </a:spcAft>
            </a:pPr>
            <a:r>
              <a:rPr sz="1700" b="1">
                <a:solidFill>
                  <a:srgbClr val="FFFFFF"/>
                </a:solidFill>
                <a:latin typeface="Calibri"/>
              </a:rPr>
              <a:t>5. ESP Partition Layout  [JAH-BMU-000005]</a:t>
            </a:r>
          </a:p>
          <a:p>
            <a:pPr algn="l">
              <a:spcAft>
                <a:spcPts val="1000"/>
              </a:spcAft>
            </a:pPr>
            <a:r>
              <a:rPr sz="1400" b="0">
                <a:solidFill>
                  <a:srgbClr val="D5DBDB"/>
                </a:solidFill>
                <a:latin typeface="Calibri"/>
              </a:rPr>
              <a:t>   Lays out the EFI System Partition with the standard directory structure firmware expects. The FAT32 partition holds loaders under EFI/BOOT and EFI/&lt;vendor&gt;, plus fallback binaries. Correct layout 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bootloader technique</a:t>
            </a:r>
          </a:p>
          <a:p>
            <a:pPr algn="l">
              <a:spcAft>
                <a:spcPts val="1000"/>
              </a:spcAft>
            </a:pPr>
            <a:r>
              <a:rPr sz="2000" b="0">
                <a:solidFill>
                  <a:srgbClr val="FFFFFF"/>
                </a:solidFill>
                <a:latin typeface="Calibri"/>
              </a:rPr>
              <a:t>ID prefix:  JAH-BMU-</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Bare-Metal UEFI Bootloader Integration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Techniques for booting operating systems directly on UEFI firmware without legacy layers.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https://justinahiggins614-cmyk.github.io/jah-databases/db/bare-metal-uefi-bootloader-integration/</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https://justinahiggins614-cmyk.github.io/jah-databases-data-1/data/bare-metal-uefi-bootloader-integration/index.jsonl.gz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
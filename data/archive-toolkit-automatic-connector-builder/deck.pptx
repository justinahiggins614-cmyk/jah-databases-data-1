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connector-builder/" TargetMode="External"/><Relationship Id="rId3" Type="http://schemas.openxmlformats.org/officeDocument/2006/relationships/hyperlink" Target="https://justinahiggins614-cmyk.github.io/jah-databases-data-1/data/archive-toolkit-automatic-connector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Connector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connector implementations for documented, supported archive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Connector Builder Database holds 15 connector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connector implementations for documented, supported archive interfaces.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Connector Building: Spec Parsing (Foundation)  [JAH-ATK286-00001]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Connector Building: Spec Parsing (Operation)  [JAH-ATK286-00002]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Connector Building: Spec Parsing (Mastery)  [JAH-ATK286-00003]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Connector Building: Client Codegen (Foundation)  [JAH-ATK286-00004]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Connector Building: Client Codegen (Operation)  [JAH-ATK286-00005]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connector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Connector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connector implementations for documented, supported archive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https://justinahiggins614-cmyk.github.io/jah-databases/db/archive-toolkit-automatic-connector-builder/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https://justinahiggins614-cmyk.github.io/jah-databases-data-1/data/archive-toolkit-automatic-connector-builder/index.jsonl.gz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
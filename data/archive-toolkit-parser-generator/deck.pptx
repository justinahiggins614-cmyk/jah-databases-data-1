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arser-generator/" TargetMode="External"/><Relationship Id="rId3" Type="http://schemas.openxmlformats.org/officeDocument/2006/relationships/hyperlink" Target="https://justinahiggins614-cmyk.github.io/jah-databases-data-1/data/archive-toolkit-parser-gener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Parser Generator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Parser Generator Database holds 15 parser builds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Parser Generation: Tokenizing (Foundation)  [JAH-ATK287-00001]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Parser Generation: Tokenizing (Operation)  [JAH-ATK287-00002]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Parser Generation: Tokenizing (Mastery)  [JAH-ATK287-00003]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Parser Generation: Grammar Rules (Foundation)  [JAH-ATK287-00004]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Parser Generation: Grammar Rules (Operation)  [JAH-ATK287-00005]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parser build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Parser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Creates and tests parsers for new supported file formats.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https://justinahiggins614-cmyk.github.io/jah-databases/db/archive-toolkit-parser-generator/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https://justinahiggins614-cmyk.github.io/jah-databases-data-1/data/archive-toolkit-parser-generator/index.jsonl.gz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
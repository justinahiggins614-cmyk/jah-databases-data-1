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theorem-caching-signature/" TargetMode="External"/><Relationship Id="rId3" Type="http://schemas.openxmlformats.org/officeDocument/2006/relationships/hyperlink" Target="https://justinahiggins614-cmyk.github.io/jah-databases-data-1/data/automated-theorem-cach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Theorem Caching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Never prove twice: caching and reusing proof effort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Theorem Caching Database holds 15 theorem caching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prove twice: caching and reusing proof effort at scale.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Proof Freshness Stamps  [JAH-ATC-S-000001]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cached proof carries a freshness stamp — prover version, dependency versions, and the date. Stale stamps (prover upgraded, dependency changed) are visibly marked and re-verif…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Lemma library reuse  [JAH-ATC-S-000002]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Proved lemmas are the ultimate cache: a lemma proved once is reused in every future proof that needs it. Curated lemma libraries (mathlib in Lean, with 100k+ theorems) mean most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Proof Freshness Stamps  [JAH-ATC-S-000003]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cached proof carries a freshness stamp — prover version, dependency versions, and the date. Stale stamps (prover upgraded, dependency changed) are visibly marked and re-verif…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Lemma library reuse  [JAH-ATC-S-000004]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Proved lemmas are the ultimate cache: a lemma proved once is reused in every future proof that needs it. Curated lemma libraries (mathlib in Lean, with 100k+ theorems) mean most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Counterexample cache for failed goals  [JAH-ATC-S-000005]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Failed proof attempts are cached too: the goal plus its counterexample. When the same goal recurs, the cached counterexample immediately shows why it fails — no wasted solver time…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theorem caching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Theorem Cache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prove twice: caching and reusing proof effort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https://justinahiggins614-cmyk.github.io/jah-databases/db/automated-theorem-caching-signature/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https://justinahiggins614-cmyk.github.io/jah-databases-data-1/data/automated-theorem-caching-signature/index.jsonl.gz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
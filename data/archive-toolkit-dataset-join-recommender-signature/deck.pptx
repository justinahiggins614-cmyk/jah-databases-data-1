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dataset-join-recommender-signature/" TargetMode="External"/><Relationship Id="rId3" Type="http://schemas.openxmlformats.org/officeDocument/2006/relationships/hyperlink" Target="https://justinahiggins614-cmyk.github.io/jah-databases-data-1/data/archive-toolkit-dataset-join-recommend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Dataset Join Recommender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datasets that can be joined on shared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Dataset Join Recommender Database holds 15 join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datasets that can be joined on shared fields.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by Justin Addam Higgins (JAH). Property of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Dataset Join Recommender: a plain-language overview (Signature)  [JAH-ATK192S-000001]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Dataset Join Recommender does and why archives need it. Signature original. The Signature join method scores every candidate pair with its evidence shown: shared…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Dataset Join Recommender works (Signature)  [JAH-ATK192S-000002]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Dataset Join Recommender does and why archives need it. Signature original. The Signature approach scores joinability with frozen weights — key overlap, uniquenes…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Dataset Join Recommender works: the deep tour (Signature)  [JAH-ATK192S-000003]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Overview: what the Dataset Join Recommender does and why archives need it. Signature original. The Signature approach scores joinability with frozen weights — key overlap, uniquenes…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Key-overlap scoring: the simple idea (Signature)  [JAH-ATK192S-000004]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key-overlap scoring - how it works inside the Dataset Join Recommender. Signature original. The Signature join method scores every candidate pair with its evidence show…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Key-overlap scoring in practice (Signature)  [JAH-ATK192S-000005]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record. Core method: key-overlap scoring - how it works inside the Dataset Join Recommender. Signature original. The Signature approach scores joinability with frozen weights — key overlap,…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join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JAH-ATK192S-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Join Scout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datasets that can be joined on shared fields.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https://justinahiggins614-cmyk.github.io/jah-databases/db/archive-toolkit-dataset-join-recommender-signature/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https://justinahiggins614-cmyk.github.io/jah-databases-data-1/data/archive-toolkit-dataset-join-recommender-signature/index.jsonl.gz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
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-access-control-and-permission-auditor-signature/" TargetMode="External"/><Relationship Id="rId3" Type="http://schemas.openxmlformats.org/officeDocument/2006/relationships/hyperlink" Target="https://justinahiggins614-cmyk.github.io/jah-databases-data-1/data/archive-tool-access-control-and-permission-auditor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Access Control and Permission Auditor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Enforces authorization boundaries and records access decisions. This is the enforcement and audit tool that checks effective permissions and finds over-privilege; access-control architecture is the identity-access-contr…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Access Control and Permission Auditor Database holds 15 archive tools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Enforces authorization boundaries and records access decisions. This is the enforcement and audit tool that checks effective permissions and finds over-privilege; access-control architecture is the identity-access-control database's subject.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Signature-authored original by Justin Addam Higgins (JAH) for Access Control and Permission Auditor, 2026-10-21.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Permission inventory collection (foundational)  [JAH-AT97S-000001]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original: The auditor collects the complete permission inventory: every role, every grant, every user-to-role assignment. Collection pulls from the live systems, not from documentation, bec…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Permission inventory collection (compounded)  [JAH-AT97S-000002]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original: The auditor collects the complete permission inventory: every role, every grant, every user-to-role assignment. Collection pulls from the live systems, not from documentation, bec…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Permission inventory collection (production)  [JAH-AT97S-000003]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original: The auditor collects the complete permission inventory: every role, every grant, every user-to-role assignment. Collection pulls from the live systems, not from documentation, bec…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Effective access computation per user (foundational)  [JAH-AT97S-000004]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original: Each user's effective permissions are computed as the union of all grants from all their roles, including nested role inheritance. The computation resolves the full inheritance ch…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Effective access computation per user (compounded)  [JAH-AT97S-000005]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original: Each user's effective permissions are computed as the union of all grants from all their roles, including nested role inheritance. The computation resolves the full inheritance ch…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archive tool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JAH-AT97S-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Permission Auditor Librarian (Signature Edition)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Enforces authorization boundaries and records access decisions. This is the enforcement and audit tool that checks effective permissions and finds over-privilege; access-control architecture is the identity-access-contr…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https://justinahiggins614-cmyk.github.io/jah-databases/db/archive-tool-access-control-and-permission-auditor-signature/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https://justinahiggins614-cmyk.github.io/jah-databases-data-1/data/archive-tool-access-control-and-permission-auditor-signature/index.jsonl.gz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
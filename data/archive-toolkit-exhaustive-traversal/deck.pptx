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xhaustive-traversal/" TargetMode="External"/><Relationship Id="rId3" Type="http://schemas.openxmlformats.org/officeDocument/2006/relationships/hyperlink" Target="https://justinahiggins614-cmyk.github.io/jah-databases-data-1/data/archive-toolkit-exhaustive-traversal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Exhaustive traversal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Systematically enumerates all authorized records within a defined scope, reporting anything skipped.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Exhaustive traversal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Systematically enumerates all authorized records within a defined scope, reporting anything skipped.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database network — every record verified and cataloged.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Exhaustive Traversal: Scope Definition (Foundation)  [JAH-ATK301-00001]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Exhaustive Traversal: Scope Definition (Operation)  [JAH-ATK301-00002]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Exhaustive Traversal: Scope Definition (Mastery)  [JAH-ATK301-00003]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Exhaustive Traversal: Enumeration Order (Foundation)  [JAH-ATK301-00004]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Exhaustive Traversal: Enumeration Order (Operation)  [JAH-ATK301-00005]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JAH-ATK301-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Exhaustive Walker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Systematically enumerates all authorized records within a defined scope, reporting anything skipped.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https://justinahiggins614-cmyk.github.io/jah-databases/db/archive-toolkit-exhaustive-traversal/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https://justinahiggins614-cmyk.github.io/jah-databases-data-1/data/archive-toolkit-exhaustive-traversal/index.jsonl.gz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
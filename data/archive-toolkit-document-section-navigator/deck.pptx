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cument-section-navigator/" TargetMode="External"/><Relationship Id="rId3" Type="http://schemas.openxmlformats.org/officeDocument/2006/relationships/hyperlink" Target="https://justinahiggins614-cmyk.github.io/jah-databases-data-1/data/archive-toolkit-document-section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Document Section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Document Section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Heading-tree parsing — Document Section Navigator  [JAH-ATK123-00001]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Headings nest by level: H2 sections contain H3 subsections, forming a document tree. Parsers maintain a stack, popping until the parent level fits each new heading. The tree is what 'jump to section'…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Table-of-contents generation — Document Section Navigator  [JAH-ATK123-00002]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Walking the heading tree emits a nested TOC with anchor links. Depth limits keep TOCs readable on deep documents. Generated TOCs stay in sync with the document automatically.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Section addressing — Document Section Navigator  [JAH-ATK123-00003]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Sections get stable addresses: heading slugs, numbered paths (2.3.1), or page numbers. Addresses survive re-rendering when derived from content, not position. Stable addresses enable deep linking.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Page-number mapping — Document Section Navigator  [JAH-ATK123-00004]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Print-oriented documents map sections to page numbers via layout passes. Two-pass rendering resolves forward references like 'see page 12'. Page maps bridge digital navigation and print citation.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Skipping levels gracefully — Document Section Navigator  [JAH-ATK123-00005]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 documents skip heading levels; parsers attach H4 under the nearest H2 without complaint. Graceful handling keeps navigation working on messy real-world files. Strict parsers break on the documen…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Document Section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https://justinahiggins614-cmyk.github.io/jah-databases/db/archive-toolkit-document-section-navigator/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https://justinahiggins614-cmyk.github.io/jah-databases-data-1/data/archive-toolkit-document-section-navigator/index.jsonl.gz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
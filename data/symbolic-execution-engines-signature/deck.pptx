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mbolic-execution-engines-signature/" TargetMode="External"/><Relationship Id="rId3" Type="http://schemas.openxmlformats.org/officeDocument/2006/relationships/hyperlink" Target="https://justinahiggins614-cmyk.github.io/jah-databases-data-1/data/symbolic-execution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Symbolic Execution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Running code on symbols: exploring all paths with constraint solving.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Symbolic Execution Engines Database holds 15 symbolic execution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Running code on symbols: exploring all paths with constraint solving.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Path-Condition Archive  [JAH-SYMBOL2-S-000001]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explored path's condition is archived with its test input and the code version — a permanent map of which inputs drive which paths. When code changes, the archive shows exact…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Concolic execution (DART/CUTE)  [JAH-SYMBOL2-S-000002]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Concolic = concrete + symbolic: run the program concretely while tracking symbolic constraints alongside. When the concrete run takes a branch, negate that branch's constraint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Path-Condition Archive  [JAH-SYMBOL2-S-000003]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explored path's condition is archived with its test input and the code version — a permanent map of which inputs drive which paths. When code changes, the archive shows exact…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Concolic execution (DART/CUTE)  [JAH-SYMBOL2-S-000004]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Concolic = concrete + symbolic: run the program concretely while tracking symbolic constraints alongside. When the concrete run takes a branch, negate that branch's constraint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Under-constrained symbolic execution  [JAH-SYMBOL2-S-000005]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Full-program symbolic execution drowns in environment complexity; under-constrained execution analyzes one function in isolation with symbolic inputs and lazy initialization of poi…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symbolic execution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JAH-SYMBOL2-S-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Symbolic Execution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Running code on symbols: exploring all paths with constraint solving.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https://justinahiggins614-cmyk.github.io/jah-databases/db/symbolic-execution-engines-signature/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https://justinahiggins614-cmyk.github.io/jah-databases-data-1/data/symbolic-execution-engines-signature/index.jsonl.gz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
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lock-level-delta-compression-signature/" TargetMode="External"/><Relationship Id="rId3" Type="http://schemas.openxmlformats.org/officeDocument/2006/relationships/hyperlink" Target="https://justinahiggins614-cmyk.github.io/jah-databases-data-1/data/block-level-delta-compress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Block-Level Delta Compression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Block-Level Delta Compression Database holds 15 delta compression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SigDelta-Roll  [JAH-BLD-S-000001]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rolling-checksum sync with adaptive block sizes per file type. Algorithm: adaptive rolling checksum; granularity: adaptive block. Used for: file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SigDelta-Bin  [JAH-BLD-S-000002]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binary differ understanding ELF/Mach-O section moves. Algorithm: section-aware diff; granularity: section. Used for: binary patches.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SigDelta-Mesh  [JAH-BLD-S-000003]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deltas fetched from the nearest mesh peer instead of origin. Algorithm: peer delta exchange; granularity: chunk. Used for: mesh updates.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SigDelta-Stream  [JAH-BLD-S-000004]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streaming deltas applied while still downloading. Algorithm: streaming VCDIFF; granularity: window. Used for: live updates.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SigDelta-DB  [JAH-BLD-S-000005]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database page deltas with write-ahead coordination. Algorithm: page diff; granularity: page. Used for: DB replication.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delta compression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JAH-BLD-S-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Delta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Send only what changed — delta algorithms and tools that sync gigabytes with kilobytes of transfer.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https://justinahiggins614-cmyk.github.io/jah-databases/db/block-level-delta-compression-signature/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https://justinahiggins614-cmyk.github.io/jah-databases-data-1/data/block-level-delta-compression-signature/index.jsonl.gz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
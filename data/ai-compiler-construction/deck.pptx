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i-compiler-construction/" TargetMode="External"/><Relationship Id="rId3" Type="http://schemas.openxmlformats.org/officeDocument/2006/relationships/hyperlink" Target="https://justinahiggins614-cmyk.github.io/jah-databases-data-1/data/ai-compiler-construc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AI Compiler Construction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AI Compiler Construction Database holds 20 compiler construction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Conv+BN+ReLU Operator Fusion  [JAH-AICOMP-000001]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Fusing convolution, batch normalization, and ReLU into a single kernel removes two memory round-trips per layer. The pass matches the pattern in the high-level graph IR, folds batch-norm statistics 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Post-Training INT8 Quantization Pass  [JAH-AICOMP-000002]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This pass converts a trained FP32 model to INT8 by inserting quantize and dequantize nodes and calibrating activation ranges on a small sample of real inputs. Min-max or KL-divergence calibration pic…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TVM AutoTVM Schedule Search  [JAH-AICOMP-000003]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AutoTVM searches the space of loop schedules for each tensor operator, measuring real hardware latency for candidate schedules. It uses a learned cost model to prune the search space, then tunes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XLA Algebraic Simplifier  [JAH-AICOMP-000004]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XLA's algebraic simplifier applies rewrite rules such as x+0=x, reshape-of-reshape folding, and broadcast elimination at the HLO level. These cheap local rewrites shrink the graph before expensive pa…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MLIR Progressive Lowering Pipeline  [JAH-AICOMP-000005]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MLIR lowers a model through a stack of dialects: high-level tensor ops to linalg, then to affine loops, then to LLVM IR. Each level applies its own optimizations before lowering further, so domain kn…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compiler construction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JAH-AICOMP-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Compiler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Operator fusion, graph lowering, quantization passes, and backend code generation for compiling AI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https://justinahiggins614-cmyk.github.io/jah-databases/db/ai-compiler-construction/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https://justinahiggins614-cmyk.github.io/jah-databases-data-1/data/ai-compiler-construction/index.jsonl.gz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
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nalogy-and-pattern-finder-signature/" TargetMode="External"/><Relationship Id="rId3" Type="http://schemas.openxmlformats.org/officeDocument/2006/relationships/hyperlink" Target="https://justinahiggins614-cmyk.github.io/jah-databases-data-1/data/archive-tool-analogy-and-pattern-fin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Analogy and Pattern Finder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Analogy and Pattern Finder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Structural Similarity — Core Method  [JAH-AT49S-000001]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Analogies live in structure, not surface: the finder compares the relationship graphs of two domains — which parts connect to which — rather than their voc…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Structural Similarity — Compounded Pattern  [JAH-AT49S-000002]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Analogies live in structure, not surface: the finder compares the relationship graphs of two domains — which parts connect to which — rather than their voc…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Structural Similarity — Full-System Integration  [JAH-AT49S-000003]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Analogies live in structure, not surface: the finder compares the relationship graphs of two domains — which parts connect to which — rather than their voc…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Proportional Analogy — Core Method  [JAH-AT49S-000004]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classic analogy form is a proportion — A is to B as C is to D — and the finder completes them with vector arithmetic on concept embeddings: D ≈ C + (B…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Proportional Analogy — Compounded Pattern  [JAH-AT49S-000005]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The classic analogy form is a proportion — A is to B as C is to D — and the finder completes them with vector arithmetic on concept embeddings: D ≈ C + (B…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Analogy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similar structures, mechanisms, solutions, or concepts across unrelated domains.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https://justinahiggins614-cmyk.github.io/jah-databases/db/archive-tool-analogy-and-pattern-finder-signature/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https://justinahiggins614-cmyk.github.io/jah-databases-data-1/data/archive-tool-analogy-and-pattern-finder-signature/index.jsonl.gz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
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nti-fingerprinting-protocols-signature/" TargetMode="External"/><Relationship Id="rId3" Type="http://schemas.openxmlformats.org/officeDocument/2006/relationships/hyperlink" Target="https://justinahiggins614-cmyk.github.io/jah-databases-data-1/data/anti-fingerprinting-protocol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Anti-Fingerprinting Protocols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Countermeasures that keep browsers, networks, and devices from being uniquely fingerprinted and tracked.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Anti-Fingerprinting Protocols Database holds 15 anti-fingerprinting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Countermeasures that keep browsers, networks, and devices from being uniquely fingerprinted and tracked.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Canvas Fingerprint Poisoning  [JAH-ANTIFI-S-000001]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Adds imperceptible random noise to HTML canvas readback so every session yields a different image hash while the picture looks identical to the user. It works by wrapping CanvasRenderingContext2D.get…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User-Agent Client Hints Reduction  [JAH-ANTIFI-S-000002]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Trims the User-Agent string and freezes high-entropy Client Hints so servers receive only coarse platform data. Chrome's UA reduction ships a frozen UA for all minor versions and gates detailed hints…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WebGL Renderer String Masking  [JAH-ANTIFI-S-000003]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Returns a generic renderer string instead of the exact GPU model from WEBGL_debug_renderer_info, so hardware-based bucketing fails while WebGL keeps working. A masked string like a generic ANGLE buil…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Font Enumeration Limiting  [JAH-ANTIFI-S-000004]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Restricts font probing APIs to a fixed system font set so the installed-font list cannot identify a machine. Historically, Flash and CSS measurement tricks could enumerate hundreds of fonts; hardened…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Timezone and Locale Spoofing  [JAH-ANTIFI-S-000005]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Reports UTC or a fixed popular timezone from Date and Intl APIs regardless of the real locale, collapsing a high-entropy signal. It must be paired with a matching Accept-Language and locale so the co…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anti-fingerprinting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JAH-ANTIFI-S-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Anti-Fingerprinting Protocols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Countermeasures that keep browsers, networks, and devices from being uniquely fingerprinted and tracked.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https://justinahiggins614-cmyk.github.io/jah-databases/db/anti-fingerprinting-protocols-signature/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https://justinahiggins614-cmyk.github.io/jah-databases-data-1/data/anti-fingerprinting-protocols-signature/index.jsonl.gz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
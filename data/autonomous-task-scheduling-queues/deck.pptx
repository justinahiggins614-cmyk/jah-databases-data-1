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task-scheduling-queues/" TargetMode="External"/><Relationship Id="rId3" Type="http://schemas.openxmlformats.org/officeDocument/2006/relationships/hyperlink" Target="https://justinahiggins614-cmyk.github.io/jah-databases-data-1/data/autonomous-task-scheduling-queu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Task Scheduling Queues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Schedules tasks by itself — queues that order work by priority, deadline, and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Task Scheduling Queues Database holds 15 scheduling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tasks by itself — queues that order work by priority, deadline, and dependencies.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Priority Queues  [JAH-ATSQ-000001]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Priority Queues is a scheduling ability in the Autonomous Task Scheduling Queues database. Orders tasks by priority with strict ordering guarantees. Tasks carry an integer priority; the scheduler alw…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Deadline Scheduling  [JAH-ATSQ-000002]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Deadline Scheduling is a scheduling ability in the Autonomous Task Scheduling Queues database. Schedules by earliest deadline first for time-critical work. Deadlines sort the ready queue; missed dead…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Dependency Graphs  [JAH-ATSQ-000003]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Dependency Graphs is a scheduling ability in the Autonomous Task Scheduling Queues database. Runs tasks only after their dependencies complete. Dependencies form a DAG; a task becomes ready when all…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Worker Pools  [JAH-ATSQ-000004]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Worker Pools is a scheduling ability in the Autonomous Task Scheduling Queues database. Distributes tasks across a pool of workers with heartbeats. Workers lease tasks; dead workers' leases expire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Retry Policies  [JAH-ATSQ-000005]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Retry Policies is a scheduling ability in the Autonomous Task Scheduling Queues database. Retries failed tasks with exponential backoff and a cap. Failures requeue with delay 2^n seconds up to 5 trie…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scheduling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JAH-ATSQ-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Autonomous Task Scheduling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tasks by itself — queues that order work by priority, deadline, and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https://justinahiggins614-cmyk.github.io/jah-databases/db/autonomous-task-scheduling-queues/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https://justinahiggins614-cmyk.github.io/jah-databases-data-1/data/autonomous-task-scheduling-queues/index.jsonl.gz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
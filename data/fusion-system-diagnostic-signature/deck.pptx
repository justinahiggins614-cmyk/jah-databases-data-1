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usion-system-diagnostic-signature/" TargetMode="External"/><Relationship Id="rId3" Type="http://schemas.openxmlformats.org/officeDocument/2006/relationships/hyperlink" Target="https://justinahiggins614-cmyk.github.io/jah-databases-data-1/data/fusion-system-diagnosti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Fusion System Diagnostic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fusion-diagnostic methods — original techniques for seeing inside plasma.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Fusion System Diagnostic Database holds 20 signature fusion diagnostic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fusion-diagnostic methods — original techniques for seeing inside plasma.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scatter-measure  [JAH-FUSION-S-000001]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diagnostic practice: scattering measures Te directly.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phase-density  [JAH-FUSION-S-000002]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phase shifts give density.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count-fusion  [JAH-FUSION-S-000003]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count neutrons, know power.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line-impurities  [JAH-FUSION-S-000004]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lines identify impurities.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total-radiation  [JAH-FUSION-S-000005]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bolometers total the radiation.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fusion diagnostic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JAH-FUSION-S-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Fusion Diagnostic Analyst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fusion-diagnostic methods — original techniques for seeing inside plasma.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https://justinahiggins614-cmyk.github.io/jah-databases/db/fusion-system-diagnostic-signature/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https://justinahiggins614-cmyk.github.io/jah-databases-data-1/data/fusion-system-diagnostic-signature/index.jsonl.gz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
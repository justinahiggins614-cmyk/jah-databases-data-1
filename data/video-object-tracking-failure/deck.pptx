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ideo-object-tracking-failure/" TargetMode="External"/><Relationship Id="rId3" Type="http://schemas.openxmlformats.org/officeDocument/2006/relationships/hyperlink" Target="https://justinahiggins614-cmyk.github.io/jah-databases-data-1/data/video-object-tracking-fail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Video Object Tracking Failure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Documented ways video object trackers fail, with symptoms and mitigations.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Video Object Tracking Failure Database holds 20 tracking failure modes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Documented ways video object trackers fail, with symptoms and mitigations.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Occlusion  [JAH-VOTF-000001]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target is hidden behind another object, so the tracker has no pixels to match and either freezes or latches onto the occluder. Recorded facts — Failure: Occlusion; Symptom: bounding box sticks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Motion Blur  [JAH-VOTF-000002]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Fast target or camera motion smears the target's appearance, breaking template and feature matching. Recorded facts — Failure: Motion Blur; Symptom: box drifts or shrinks; Mitigation: deblur-aware fe…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Illumination Change  [JAH-VOTF-000003]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Sudden lighting shifts change pixel values beyond the appearance model's tolerance, causing match scores to collapse. Recorded facts — Failure: Illumination Change; Symptom: confidence collapse; Miti…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Scale Change  [JAH-VOTF-000004]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target grows or shrinks dramatically as it approaches or recedes, and fixed-scale trackers lose it. Recorded facts — Failure: Scale Change; Symptom: box no longer covers target; Mitigation: multi…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Deformation  [JAH-VOTF-000005]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Non-rigid targets (people, animals) change shape, defeating rigid templates. Recorded facts — Failure: Deformation; Symptom: partial overlap, jitter; Mitigation: part-based models, segmentation masks…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tracking failure mode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JAH-VOTF-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Video Object Tracking Failure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Documented ways video object trackers fail, with symptoms and mitigations.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https://justinahiggins614-cmyk.github.io/jah-databases/db/video-object-tracking-failure/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https://justinahiggins614-cmyk.github.io/jah-databases-data-1/data/video-object-tracking-failure/index.jsonl.gz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
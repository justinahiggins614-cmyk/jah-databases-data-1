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natural-language-query-interpreter-signature/" TargetMode="External"/><Relationship Id="rId3" Type="http://schemas.openxmlformats.org/officeDocument/2006/relationships/hyperlink" Target="https://justinahiggins614-cmyk.github.io/jah-databases-data-1/data/archive-tool-natural-language-query-interpre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Natural-Language Query Interpreter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Converts ordinary questions into structured archive queries.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Natural-Language Query Interpreter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ordinary questions into structured archive queries.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Intent Classification — Core Method  [JAH-AT6S-000001]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first job of a query interpreter is deciding what the user wants: a lookup, a comparison, a count, a list, or an explanation. A rule-based intent class…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Intent Classification — Compounded Pattern  [JAH-AT6S-000002]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first job of a query interpreter is deciding what the user wants: a lookup, a comparison, a count, a list, or an explanation. A rule-based intent class…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Intent Classification — Full-System Integration  [JAH-AT6S-000003]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first job of a query interpreter is deciding what the user wants: a lookup, a comparison, a count, a list, or an explanation. A rule-based intent class…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Slot Filling — Core Method  [JAH-AT6S-000004]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Once the intent is known, the interpreter extracts the slots: the named entities, dates, quantities, and filters the structured query needs. Regular expres…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Slot Filling — Compounded Pattern  [JAH-AT6S-000005]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Once the intent is known, the interpreter extracts the slots: the named entities, dates, quantities, and filters the structured query needs. Regular expres…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Query Interpreter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ordinary questions into structured archive queries.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https://justinahiggins614-cmyk.github.io/jah-databases/db/archive-tool-natural-language-query-interpreter-signature/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https://justinahiggins614-cmyk.github.io/jah-databases-data-1/data/archive-tool-natural-language-query-interpreter-signature/index.jsonl.gz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
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olutionary-prompt-optimization/" TargetMode="External"/><Relationship Id="rId3" Type="http://schemas.openxmlformats.org/officeDocument/2006/relationships/hyperlink" Target="https://justinahiggins614-cmyk.github.io/jah-databases-data-1/data/evolutionary-prompt-optim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Evolutionary Prompt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Prompts that evolve: genetic and gradient-free search for better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Evolutionary Prompt Optimization Database holds 15 prompt optimization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Prompts that evolve: genetic and gradient-free search for better instructions.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Genetic prompt crossover  [JAH-EPO-000001]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Treat prompts as genomes: keep a population of prompt variants, score each on a dev set, and breed the winners — crossover splices high-scoring prompts' instructions together, mutation tweaks wording…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Bandit-based prompt selection  [JAH-EPO-000002]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several prompt candidates compete in production, multi-armed bandits (UCB, Thompson sampling) allocate traffic to learn which is best while exploiting the current leader. The system continuously…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Genetic prompt crossover  [JAH-EPO-000003]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Treat prompts as genomes: keep a population of prompt variants, score each on a dev set, and breed the winners — crossover splices high-scoring prompts' instructions together, mutation tweaks wording…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Bandit-based prompt selection  [JAH-EPO-000004]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several prompt candidates compete in production, multi-armed bandits (UCB, Thompson sampling) allocate traffic to learn which is best while exploiting the current leader. The system continuously…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Instruction induction from examples  [JAH-EPO-000005]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hand-writing instructions, instruction induction shows the model input/output pairs and asks it to write the instruction that explains the pattern (Honovich et al.). The induced instructio…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prompt optimization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JAH-EPO-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Prompt Evolution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Prompts that evolve: genetic and gradient-free search for better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https://justinahiggins614-cmyk.github.io/jah-databases/db/evolutionary-prompt-optimization/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https://justinahiggins614-cmyk.github.io/jah-databases-data-1/data/evolutionary-prompt-optimization/index.jsonl.gz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
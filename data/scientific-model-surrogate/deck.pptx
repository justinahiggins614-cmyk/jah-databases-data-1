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model-surrogate/" TargetMode="External"/><Relationship Id="rId3" Type="http://schemas.openxmlformats.org/officeDocument/2006/relationships/hyperlink" Target="https://justinahiggins614-cmyk.github.io/jah-databases-data-1/data/scientific-model-surrogat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Model Surrogate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Cheap stand-ins for expensive models — types, training designs, accuracy, and speedups.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Model Surrogate Database holds 20 surrogate model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Cheap stand-ins for expensive models — types, training designs, accuracy, and speedups.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GP surrogate for CFD drag  [JAH-SCIENT3-000001]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CFD drag evaluation takes 2 hours; the GP predicts in milliseconds with uncertainty.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PCE for structural reliability  [JAH-SCIENT3-000002]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Polynomial chaos expands the random response; reliability computed analytically.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Neural surrogate for climate  [JAH-SCIENT3-000003]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neural net emulates the climate component at 1000x speed for ensembles.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ROM for heat transfer  [JAH-SCIENT3-000004]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POD reduces the 1M-DOF thermal model to 50 modes with 0.1% error.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Lookup table for chemistry  [JAH-SCIENT3-000005]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kinetics table interpolates precomputed rates; 1e6x speedup for CFD.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surrogate model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Surrogate Model Builder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Cheap stand-ins for expensive models — types, training designs, accuracy, and speedups.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https://justinahiggins614-cmyk.github.io/jah-databases/db/scientific-model-surrogate/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https://justinahiggins614-cmyk.github.io/jah-databases-data-1/data/scientific-model-surrogate/index.jsonl.gz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
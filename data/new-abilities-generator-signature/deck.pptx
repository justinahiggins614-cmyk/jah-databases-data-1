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abilities-generator-signature/" TargetMode="External"/><Relationship Id="rId3" Type="http://schemas.openxmlformats.org/officeDocument/2006/relationships/hyperlink" Target="https://justinahiggins614-cmyk.github.io/jah-databases-data-1/data/new-abilities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New Abilities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ability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New Abilities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ability concepts, Signature-made.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concept by Justin Addam Higgins (JAH) — Signature concept, not public record;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Totalon Resonance  [JAH-NABILS-000001]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ability: archive shards resonate with each other so a query hums back the answer. Signature concept by Justin Addam Higgins — demo shows the resonance-math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Vault Memory  [JAH-NABILS-000002]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ability: the archive remembers everything ever filed, even across rebuilds. Signature concept by Justin Addam Higgins — demo shows the memory-hash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Dream Indexing  [JAH-NABILS-000003]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ability: the index dreams up the records you will need before you ask. Signature concept by Justin Addam Higgins — demo shows the dream-index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Gentle Regrowth  [JAH-NABILS-000004]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ability: a damaged archive regrows its missing records from seeds, gently. Signature concept by Justin Addam Higgins — demo shows the regrowth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Starlit Join  [JAH-NABILS-000005]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ability: joins across databases follow constellations of shared keys. Signature concept by Justin Addam Higgins — demo shows the join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JAH-NABILS-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Abilities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ability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https://justinahiggins614-cmyk.github.io/jah-databases/db/new-abilities-generator-signature/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https://justinahiggins614-cmyk.github.io/jah-databases-data-1/data/new-abilities-generator-signature/index.jsonl.gz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
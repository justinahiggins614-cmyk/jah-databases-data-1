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celandic/" TargetMode="External"/><Relationship Id="rId3" Type="http://schemas.openxmlformats.org/officeDocument/2006/relationships/hyperlink" Target="https://justinahiggins614-cmyk.github.io/jah-databases-data-1/data/names-iceland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Icelandic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Icelandic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Icelandic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Icelandic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Jon — Icelandic given name  [JAH-NMI5-000001]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Jon is a masculine given name in Icelandic. It is written Jón in the native script. It means "God is gracious", from Hebrew Yohanan. The most common Icelandic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Gudrun — Icelandic given name  [JAH-NMI5-000002]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Gudrun is a feminine given name in Icelandic. It is written Guðrún in the native script. It means "god's secret lore", from Old Norse gud + run. The heroine of the sagas.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Sigurdur — Icelandic given name  [JAH-NMI5-000003]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Sigurdur is a masculine given name in Icelandic. It is written Sigurður in the native script. It means "victory guardian", from Old Norse sigr + vordr. The dragon-slayer of legend.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Anna — Icelandic given name  [JAH-NMI5-000004]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 is a feminine given name in Icelandic. It means "grace", from Hebrew Hannah.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Einar — Icelandic given name  [JAH-NMI5-000005]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Einar is a masculine given name in Icelandic. It means "one warrior", from Old Norse ein + arr. A classic saga-age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Icelandic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Icelandic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https://justinahiggins614-cmyk.github.io/jah-databases/db/names-icelandic/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https://justinahiggins614-cmyk.github.io/jah-databases-data-1/data/names-icelandic/index.jsonl.gz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
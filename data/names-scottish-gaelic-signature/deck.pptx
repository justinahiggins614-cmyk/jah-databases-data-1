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cottish-gaelic-signature/" TargetMode="External"/><Relationship Id="rId3" Type="http://schemas.openxmlformats.org/officeDocument/2006/relationships/hyperlink" Target="https://justinahiggins614-cmyk.github.io/jah-databases-data-1/data/names-scottish-gaelic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Scottish Gaelic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Scottish Gaelic style — new creations built from real Scottish Gaelic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Scottish Gaelic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Scottish Gaelic style — new creations built from real Scottish Gaelic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Scottish Gaelic Names Database from genuine Scottish Gaelic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Scottish Gaelic-style given name: Hamishbhan  [JAH-NMSGS-000001]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Hamishbhan is a Signature original Scottish Gaelic-style given name, created for the Signature Scottish Gaelic Names Database. From Hamish + ban (white). It is labeled a Signature creation and is not…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Scottish Gaelic-style given name: Mhairigorm  [JAH-NMSGS-000002]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Mhairigorm is a Signature original Scottish Gaelic-style given name, created for the Signature Scottish Gaelic Names Database. From Mhairi + gorm (blue). It is labeled a Signature creation and is not…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Scottish Gaelic-style given name: Alasdairruadh  [JAH-NMSGS-000003]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Alasdairruadh is a Signature original Scottish Gaelic-style given name, created for the Signature Scottish Gaelic Names Database. From Alasdair + ruadh (red). It is labeled a Signature creation and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Scottish Gaelic-style given name: Catrionadonn  [JAH-NMSGS-000004]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Catrionadonn is a Signature original Scottish Gaelic-style given name, created for the Signature Scottish Gaelic Names Database. From Catriona + donn (brown). It is labeled a Signature creation and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Scottish Gaelic-style given name: Ewanmor  [JAH-NMSGS-000005]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Ewanmor is a Signature original Scottish Gaelic-style given name, created for the Signature Scottish Gaelic Names Database. From Ewan + mor (great). It is labeled a Signature creation and is not a tr…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JAH-NMSGS-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Scottish Gaelic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Scottish Gaelic style — new creations built from real Scottish Gaelic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https://justinahiggins614-cmyk.github.io/jah-databases/db/names-scottish-gaelic-signature/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https://justinahiggins614-cmyk.github.io/jah-databases-data-1/data/names-scottish-gaelic-signature/index.jsonl.gz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
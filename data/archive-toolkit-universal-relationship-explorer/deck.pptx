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universal-relationship-explorer/" TargetMode="External"/><Relationship Id="rId3" Type="http://schemas.openxmlformats.org/officeDocument/2006/relationships/hyperlink" Target="https://justinahiggins614-cmyk.github.io/jah-databases-data-1/data/archive-toolkit-universal-relationship-explor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Relationship Explorer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Traverses, inspects, and explains connections across the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Relationship Explorer Database holds 15 explorer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Traverses, inspects, and explains connections across the network.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Universal Relationship Explorer: a plain-language overview  [JAH-ATK200-000001]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Universal Relationship Explorer does and why archives need it. A universal relationship explorer lets you walk the archive's web of connections: start at any record and follow its…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Universal Relationship Explorer works  [JAH-ATK200-000002]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Universal Relationship Explorer does and why archives need it. Real explorers run graph traversals (BFS/DFS) from a start node over typed edges, filter by relationship type and str…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Universal Relationship Explorer works: the deep tour  [JAH-ATK200-000003]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Universal Relationship Explorer does and why archives need it. Real explorers run graph traversals (BFS/DFS) from a start node over typed edges, filter by relationship type and str…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Breadth-first traversal with path explanations: the simple idea  [JAH-ATK200-000004]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breadth-first traversal with path explanations - how it works inside the Universal Relationship Explorer. A universal relationship explorer lets you walk the archive's web of connections…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Breadth-first traversal with path explanations in practice  [JAH-ATK200-000005]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breadth-first traversal with path explanations - how it works inside the Universal Relationship Explorer. Real explorers run graph traversals (BFS/DFS) from a start node over typed edges…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explorer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Relation Explorer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Traverses, inspects, and explains connections across the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https://justinahiggins614-cmyk.github.io/jah-databases/db/archive-toolkit-universal-relationship-explorer/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https://justinahiggins614-cmyk.github.io/jah-databases-data-1/data/archive-toolkit-universal-relationship-explorer/index.jsonl.gz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
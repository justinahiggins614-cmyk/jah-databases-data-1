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hai/" TargetMode="External"/><Relationship Id="rId3" Type="http://schemas.openxmlformats.org/officeDocument/2006/relationships/hyperlink" Target="https://justinahiggins614-cmyk.github.io/jah-databases-data-1/data/names-tha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Thai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Thai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Thai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Somchai สมชาย - Thai masculine given name  [JAH-NMT5-000001]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Somchai (สมชาย) is a masculine given name in Thai. Meaning: Worthy man. Som (worthy) + chai (man).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Malee มะลิ - Thai feminine given name  [JAH-NMT5-000002]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Malee (มะลิ) is a feminine given name in Thai. Meaning: Jasmine..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Anan - Thai masculine given name  [JAH-NMT5-000003]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Anan is a masculine given name in Thai. Meaning: Joy..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Nattaya - Thai feminine given name  [JAH-NMT5-000004]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Nattaya is a feminine given name in Thai. Meaning: A popular girls'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Prasert - Thai masculine given name  [JAH-NMT5-000005]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Prasert is a masculine given name in Thai. Meaning: Excellent..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Thai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Thai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https://justinahiggins614-cmyk.github.io/jah-databases/db/names-thai/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https://justinahiggins614-cmyk.github.io/jah-databases-data-1/data/names-thai/index.jsonl.gz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
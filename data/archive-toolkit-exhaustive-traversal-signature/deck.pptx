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xhaustive-traversal-signature/" TargetMode="External"/><Relationship Id="rId3" Type="http://schemas.openxmlformats.org/officeDocument/2006/relationships/hyperlink" Target="https://justinahiggins614-cmyk.github.io/jah-databases-data-1/data/archive-toolkit-exhaustive-travers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Exhaustive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Exhaustive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Exhaustive Traversal: Signature Census Walk (Foundation)  [JAH-ATK301S-00001]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Exhaustive Traversal: Signature Census Walk (Operation)  [JAH-ATK301S-00002]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Exhaustive Traversal: Signature Census Walk (Mastery)  [JAH-ATK301S-00003]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Exhaustive Traversal: Signature Steady Pace (Foundation)  [JAH-ATK301S-00004]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Exhaustive Traversal: Signature Steady Pace (Operation)  [JAH-ATK301S-00005]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Exhaustive Walker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https://justinahiggins614-cmyk.github.io/jah-databases/db/archive-toolkit-exhaustive-traversal-signature/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https://justinahiggins614-cmyk.github.io/jah-databases-data-1/data/archive-toolkit-exhaustive-traversal-signature/index.jsonl.gz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
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phemeral-data-sanitization-signature/" TargetMode="External"/><Relationship Id="rId3" Type="http://schemas.openxmlformats.org/officeDocument/2006/relationships/hyperlink" Target="https://justinahiggins614-cmyk.github.io/jah-databases-data-1/data/ephemeral-data-sanit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Ephemeral Data Sanitization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Gone means gone: sanitizing temporary data so nothing lingers.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Ephemeral Data Sanitization Database holds 15 ephemeral data sanitization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Gone means gone: sanitizing temporary data so nothing lingers.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Deletion Certificates  [JAH-EPHEME-S-000001]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sanitization issues a deletion certificate — what was deleted, which technique, when, verified by what check. Certificates are the audit trail proving 'gone means gone' — com…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Secure file deletion  [JAH-EPHEME-S-000002]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Deleting a file usually just unlinks it — the bytes remain on disk until overwritten. Secure deletion overwrites content before unlinking (multiple passes per DoD 5220.22-M histori…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Deletion Certificates  [JAH-EPHEME-S-000003]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sanitization issues a deletion certificate — what was deleted, which technique, when, verified by what check. Certificates are the audit trail proving 'gone means gone' — com…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Secure file deletion  [JAH-EPHEME-S-000004]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Deleting a file usually just unlinks it — the bytes remain on disk until overwritten. Secure deletion overwrites content before unlinking (multiple passes per DoD 5220.22-M histori…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Forensic recovery resistance  [JAH-EPHEME-S-000005]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Against forensic recovery, deletion must consider remapped sectors, wear leveling, and filesystem journals — all places 'deleted' bytes survive. Resistance means layered deletion (…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ephemeral data sanitization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JAH-EPHEME-S-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Ephemeral Sanitization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Gone means gone: sanitizing temporary data so nothing lingers.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https://justinahiggins614-cmyk.github.io/jah-databases/db/ephemeral-data-sanitization-signature/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https://justinahiggins614-cmyk.github.io/jah-databases-data-1/data/ephemeral-data-sanitization-signature/index.jsonl.gz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
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uncertainty-budget/" TargetMode="External"/><Relationship Id="rId3" Type="http://schemas.openxmlformats.org/officeDocument/2006/relationships/hyperlink" Target="https://justinahiggins614-cmyk.github.io/jah-databases-data-1/data/scientific-uncertainty-budge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Uncertainty Budget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measurement with its doubt quantified — components, combination, and expanded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Uncertainty Budget Database holds 20 uncertainty budgets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measurement with its doubt quantified — components, combination, and expanded uncertainty.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Calibrated mass: 1 kg  [JAH-SUB-000001]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1 kg mass is measured with repeatability (Type A) and calibration certificate (Type B) components.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Thermometer calibration  [JAH-SUB-000002]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thermometer is calibrated against a reference; the budget includes reference and drift.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Length via propagation  [JAH-SUB-000003]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area uncertainty propagates from length and width uncertainties.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Monte Carlo dose estimate  [JAH-SUB-000004]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radiation dose uncertainty is computed by Monte Carlo over the input distributions.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Coverage factor k=2.3  [JAH-SUB-000005]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With 9 degrees of freedom, k comes from the t-distribution: 2.26 for 95%.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uncertainty budget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JAH-SUB-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Uncertainty Budget Accountant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measurement with its doubt quantified — components, combination, and expanded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https://justinahiggins614-cmyk.github.io/jah-databases/db/scientific-uncertainty-budget/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https://justinahiggins614-cmyk.github.io/jah-databases-data-1/data/scientific-uncertainty-budget/index.jsonl.gz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
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nt-based-translation/" TargetMode="External"/><Relationship Id="rId3" Type="http://schemas.openxmlformats.org/officeDocument/2006/relationships/hyperlink" Target="https://justinahiggins614-cmyk.github.io/jah-databases-data-1/data/intent-based-trans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Intent-Based Translation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Translating code while preserving what it means: transpilation, idiom mapping, API mapping, verification, and the human review that keeps it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Intent-Based Translation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Translating code while preserving what it means: transpilation, idiom mapping, API mapping, verification, and the human review that keeps it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Transpilation basics  [JAH-IBT-000001]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Transpilation converts source code from one language to another at the same abstraction level — TypeScript to JavaScript, Python to... well, usually not Python. Unlike compilation to machine code,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Semantic equivalence  [JAH-IBT-000002]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translation is correct when the translated program behaves like the original on all inputs — semantic equivalence, not textual similarity. In practice this is checked by differential testing: run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 transforms  [JAH-IBT-000003]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AST-to-AST transformation is the clean architecture for translation: parse once, apply a pipeline of tree rewrites, emit. Each pass does one thing — desugar comprehensions, map builtins, adjust scopi…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Idiom mapping  [JAH-IBT-000004]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Languages have idioms — the natural way to say things — and good translation maps idiom to idiom, not construct to construct. Python's list comprehension becomes JavaScript's .map(); Go's err-check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API mapping  [JAH-IBT-000005]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Standard libraries differ — Python's os.path.join vs Node's path.join vs Rust's Path::join — and translation must map API calls, not just syntax. API mapping tables record (source API, target API, 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JAH-IBT-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Intent-Based Translation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Translating code while preserving what it means: transpilation, idiom mapping, API mapping, verification, and the human review that keeps it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https://justinahiggins614-cmyk.github.io/jah-databases/db/intent-based-translation/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https://justinahiggins614-cmyk.github.io/jah-databases-data-1/data/intent-based-translation/index.jsonl.gz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
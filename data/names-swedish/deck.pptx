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swedish/" TargetMode="External"/><Relationship Id="rId3" Type="http://schemas.openxmlformats.org/officeDocument/2006/relationships/hyperlink" Target="https://justinahiggins614-cmyk.github.io/jah-databases-data-1/data/names-swedish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Swedish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Common Swedish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Swedish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Swedish first names, surnames and place names — real meanings, origins and naming customs.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record: name documented from public linguistic and onomastic sources.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Lars — Swedish given name  [JAH-NMS10-000001]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Lars is a masculine given name in Swedish. It means "crowned with laurel", from Latin Laurentius. A timeless Swedish masculine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Anna — Swedish given name  [JAH-NMS10-000002]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Anna is a feminine given name in Swedish. It means "grace", from Hebrew Hannah. The most beloved Swedish feminine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Karl — Swedish given name  [JAH-NMS10-000003]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Karl is a masculine given name in Swedish. It means "free man", from Old Norse karl. A royal Swedish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Ingrid — Swedish given name  [JAH-NMS10-000004]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Ingrid is a feminine given name in Swedish. It means "Ing's beauty", from Old Norse. A royal feminine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Erik — Swedish given name  [JAH-NMS10-000005]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Erik is a masculine given name in Swedish. It means "eternal ruler", from Old Norse ei + rikr. A Viking-age royal name.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JAH-NMS10-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Swedish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Swedish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https://justinahiggins614-cmyk.github.io/jah-databases/db/names-swedish/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https://justinahiggins614-cmyk.github.io/jah-databases-data-1/data/names-swedish/index.jsonl.gz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
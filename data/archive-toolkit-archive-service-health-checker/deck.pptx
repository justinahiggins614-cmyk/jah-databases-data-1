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rchive-service-health-checker/" TargetMode="External"/><Relationship Id="rId3" Type="http://schemas.openxmlformats.org/officeDocument/2006/relationships/hyperlink" Target="https://justinahiggins614-cmyk.github.io/jah-databases-data-1/data/archive-toolkit-archive-service-health-check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Archive Service Health Checker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Monitors the availability of connected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Archive Service Health Checker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Monitors the availability of connected services.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archive service health checker;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Synthetic transactions — Archive Service Health Checker  [JAH-ATK235-0001]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service health checker watches every service the archive depends on — search clusters, storage, metadata APIs, external sources — and reports availability, latency, and correctness contin…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Multi-perspective probing — Archive Service Health Checker  [JAH-ATK235-0002]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service health checker watches every service the archive depends on — search clusters, storage, metadata APIs, external sources — and reports availability, latency, and correctness contin…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Correctness checks — Archive Service Health Checker  [JAH-ATK235-0003]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service health checker watches every service the archive depends on — search clusters, storage, metadata APIs, external sources — and reports availability, latency, and correctness contin…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Dependency mapping — Archive Service Health Checker  [JAH-ATK235-0004]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service health checker watches every service the archive depends on — search clusters, storage, metadata APIs, external sources — and reports availability, latency, and correctness contin…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SLO tracking — Archive Service Health Checker  [JAH-ATK235-0005]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archive service health checker watches every service the archive depends on — search clusters, storage, metadata APIs, external sources — and reports availability, latency, and correctness contin…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JAH-ATK235-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Archive Service Health Checker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Monitors the availability of connected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https://justinahiggins614-cmyk.github.io/jah-databases/db/archive-toolkit-archive-service-health-checker/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https://justinahiggins614-cmyk.github.io/jah-databases-data-1/data/archive-toolkit-archive-service-health-checker/index.jsonl.gz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
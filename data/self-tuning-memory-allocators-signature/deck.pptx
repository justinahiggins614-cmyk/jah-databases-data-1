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tuning-memory-allocators-signature/" TargetMode="External"/><Relationship Id="rId3" Type="http://schemas.openxmlformats.org/officeDocument/2006/relationships/hyperlink" Target="https://justinahiggins614-cmyk.github.io/jah-databases-data-1/data/self-tuning-memory-allocato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Self-Tuning Memory Allocators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Memory allocators that watch their own behavior and adapt: size classes, thread caches, and fragmentation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Self-Tuning Memory Allocators Database holds 15 allocators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Memory allocators that watch their own behavior and adapt: size classes, thread caches, and fragmentation control.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Adaptive Slab Sizer  [JAH-STMA-S-000001]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slab sizes adapt to the observed allocation histogram, splitting popular sizes and merging rare ones automatically. Adaptation is bounded so it cannot thrash. Signature-labeled;…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Online Histogram Tuner  [JAH-STMA-S-000002]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tuner continuously refits class boundaries to a sliding window of recent allocations, tracking workload phase changes. Retuning is throttled to avoid oscillation. Signature-…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Work-Stealing Thread Caches  [JAH-STMA-S-000003]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idle threads' caches can be harvested by busy threads through work-stealing, preventing memory from stranding on quiet threads. Stealing is lock-free and bounded. Signature-labe…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Predictive Fragmentation Alerts  [JAH-STMA-S-000004]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metrics feed a predictor that forecasts when fragmentation will start hurting, alerting before allocations fail. Forecasts include the predicted failing size class. Signature-la…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Multi-Signal Adaptive Control  [JAH-STMA-S-000005]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thresholds adapt on multiple signals - allocation rate, fragmentation, and OS pressure - fused through a controller that provably cannot oscillate. Stability is guaranteed by de…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allocator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JAH-STMA-S-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Allocator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Memory allocators that watch their own behavior and adapt: size classes, thread caches, and fragmentation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https://justinahiggins614-cmyk.github.io/jah-databases/db/self-tuning-memory-allocators-signature/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https://justinahiggins614-cmyk.github.io/jah-databases-data-1/data/self-tuning-memory-allocators-signature/index.jsonl.gz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
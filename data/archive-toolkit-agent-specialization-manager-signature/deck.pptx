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gent-specialization-manager-signature/" TargetMode="External"/><Relationship Id="rId3" Type="http://schemas.openxmlformats.org/officeDocument/2006/relationships/hyperlink" Target="https://justinahiggins614-cmyk.github.io/jah-databases-data-1/data/archive-toolkit-agent-specialization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Agent Specialization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Routes tasks to agents with appropriate domain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Agent Specialization Manager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tasks to agents with appropriate domain expertise.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Expertise profiling — Agent Specialization Manager (Signature)  [JAH-ATK247S-0001]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agent specialization manager makes sure the right expert get…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Task requirement analysis — Agent Specialization Manager (Signature)  [JAH-ATK247S-0002]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agent specialization manager makes sure the right expert get…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Match scoring — Agent Specialization Manager (Signature)  [JAH-ATK247S-0003]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agent specialization manager makes sure the right expert get…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Competence thresholds — Agent Specialization Manager (Signature)  [JAH-ATK247S-0004]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agent specialization manager makes sure the right expert get…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Load-aware routing — Agent Specialization Manager (Signature)  [JAH-ATK247S-0005]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agent specialization manager makes sure the right expert get…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Agent Specialization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tasks to agents with appropriate domain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https://justinahiggins614-cmyk.github.io/jah-databases/db/archive-toolkit-agent-specialization-manager-signature/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https://justinahiggins614-cmyk.github.io/jah-databases-data-1/data/archive-toolkit-agent-specialization-manager-signature/index.jsonl.gz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
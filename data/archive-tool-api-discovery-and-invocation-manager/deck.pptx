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pi-discovery-and-invocation-manager/" TargetMode="External"/><Relationship Id="rId3" Type="http://schemas.openxmlformats.org/officeDocument/2006/relationships/hyperlink" Target="https://justinahiggins614-cmyk.github.io/jah-databases-data-1/data/archive-tool-api-discovery-and-invoca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API Discovery and Invocation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API Discovery and Invocation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(API Discovery and Invocation Manager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API registry search by capability (foundational)  [JAH-AT84-000001]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Documented APIs are registered with their endpoints, methods, and capability tags, and discovery searches this registry by the task's required capability. Only documented, registered APIs are discove…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API registry search by capability (compounded)  [JAH-AT84-000002]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Documented APIs are registered with their endpoints, methods, and capability tags, and discovery searches this registry by the task's required capability. Only documented, registered APIs are discove…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API registry search by capability (production)  [JAH-AT84-000003]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Documented APIs are registered with their endpoints, methods, and capability tags, and discovery searches this registry by the task's required capability. Only documented, registered APIs are discove…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Input validation against endpoint schema (foundational)  [JAH-AT84-000004]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any call, inputs are validated against the endpoint's declared schema: types, required fields, and value ranges. Validation happens client-side so malformed calls never leave the system. A 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Input validation against endpoint schema (compounded)  [JAH-AT84-000005]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any call, inputs are validated against the endpoint's declared schema: types, required fields, and value ranges. Validation happens client-side so malformed calls never leave the system. A cal…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API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documented APIs and calls authorized endpoints using validated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https://justinahiggins614-cmyk.github.io/jah-databases/db/archive-tool-api-discovery-and-invocation-manager/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https://justinahiggins614-cmyk.github.io/jah-databases-data-1/data/archive-tool-api-discovery-and-invocation-manager/index.jsonl.gz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
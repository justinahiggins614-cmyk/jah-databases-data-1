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planetary-scale-compute-orchestrator/" TargetMode="External"/><Relationship Id="rId3" Type="http://schemas.openxmlformats.org/officeDocument/2006/relationships/hyperlink" Target="https://justinahiggins614-cmyk.github.io/jah-databases-data-1/data/apex-tool-planetary-scale-compute-orchest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Planetary-Scale Compute Orchestrator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available computing resources across distributed environments within their actual capacity and authorization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Planetary-Scale Compute Orchestrator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available computing resources across distributed environments within their actual capacity and authorization limits.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Capacity Registry  [JAH-APX61-000001]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Tracks real available compute per region and zone — CPUs, GPUs, memory — refreshed from ground truth, not stale spreadsheets.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Job Specification Language  [JAH-APX61-000002]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Describes jobs declaratively: resources, constraints, deadlines, and priorities, so placement is computable.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Placement Engine  [JAH-APX61-000003]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Assigns jobs to regions and machines honoring capacity, constraints, and locality, optimizing for utilization and deadline.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Priority Arbiter  [JAH-APX61-000004]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Decides which jobs win when capacity is scarce, by declared priority classes with preemption rules.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Quota Enforcer  [JAH-APX61-000005]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Enforces per-team and per-project quotas so one tenant cannot starve the rest of the planet.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Planetary-Scale Compute Orchestrator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available computing resources across distributed environments within their actual capacity and authorization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https://justinahiggins614-cmyk.github.io/jah-databases/db/apex-tool-planetary-scale-compute-orchestrator/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https://justinahiggins614-cmyk.github.io/jah-databases-data-1/data/apex-tool-planetary-scale-compute-orchestrator/index.jsonl.gz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
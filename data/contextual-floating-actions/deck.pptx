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contextual-floating-actions/" TargetMode="External"/><Relationship Id="rId3" Type="http://schemas.openxmlformats.org/officeDocument/2006/relationships/hyperlink" Target="https://justinahiggins614-cmyk.github.io/jah-databases-data-1/data/contextual-floating-action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Contextual Floating Actions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Actions that appear where you need them: context menus, floating toolbars, selection actions, and the positioning math behind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Contextual Floating Actions Database holds 15 fundamental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Actions that appear where you need them: context menus, floating toolbars, selection actions, and the positioning math behind them.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Public-harvest: curated from public technical literature, documentation, and established engineering practice.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Context menus  [JAH-CONTEX-000001]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Context menus show actions relevant to what was right-clicked (or long-pressed): the menu is built from contributions filtered by context (file type, selection state, permissions). The architecture 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Floating toolbars  [JAH-CONTEX-000002]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Floating toolbars appear near the selection with the most likely actions: text selection -&gt; bold/italic/link; image -&gt; crop/filter. They replace the trip to the main toolbar with a 50px journey. The…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Selection actions  [JAH-CONTEX-000003]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Selection actions derive from what is selected: the system inspects the selection (text? code? image? multiple?) and offers the valid operations. The mapping is type-driven — a registry from selectio…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Progressive disclosure  [JAH-CONTEX-000004]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Progressive disclosure keeps floating UI small: show the 3-5 most likely actions, tuck the rest behind 'more'. The ranking comes from usage data and context — the menu learns. The 'more' panel is one…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Smart suggestions  [JAH-CONTEX-000005]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Smart suggestions predict the action before the menu opens: based on the selection content and history, the system pre-selects or highlights the likely choice ('translate this Spanish text?', 'format…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fundamental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JAH-CONTEX-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Contextual Floating Actions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Actions that appear where you need them: context menus, floating toolbars, selection actions, and the positioning math behind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https://justinahiggins614-cmyk.github.io/jah-databases/db/contextual-floating-actions/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https://justinahiggins614-cmyk.github.io/jah-databases-data-1/data/contextual-floating-actions/index.jsonl.gz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
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real-time-interrupt-handlers-signature/" TargetMode="External"/><Relationship Id="rId3" Type="http://schemas.openxmlformats.org/officeDocument/2006/relationships/hyperlink" Target="https://justinahiggins614-cmyk.github.io/jah-databases-data-1/data/real-time-interrupt-handler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Real-Time Interrupt Handlers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Responding to hardware on time, every time: interrupt design, priorities, latency budgets, and storm protection.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Real-Time Interrupt Handlers Database holds 15 interrupt handlers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Responding to hardware on time, every time: interrupt design, priorities, latency budgets, and storm protection.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 (JAH). Signature-labeled completion - an original work,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Verified-Minimal ISRs  [JAH-RTI-S-000001]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ISRs are statically analyzed for worst-case path length, and the build fails if an ISR exceeds its declared budget. Minimalism is enforced, not advised. Signature-labeled; an 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Formally-Assigned Priorities  [JAH-RTI-S-000002]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priorities derive from a schedulability analysis proof, not rules of thumb - the analysis certifies every deadline is met. The proof reruns when the system changes. Signature-la…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Stack-Bounded Nesting  [JAH-RTI-S-000003]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maximum nesting depth is computed statically and stacks are sized with proof, so nesting can never overflow. The bound is checked at build time. Signature-labeled; an original J…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CI-Measured Latency Budgets  [JAH-RTI-S-000004]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latency is measured on real hardware in CI for every build, and budget violations fail the pipeline. Budgets are evidence from hardware, not spreadsheet hopes. Signature-labeled…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Priority-Inheriting Deferred Work  [JAH-RTI-S-000005]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deferred work inherits the urgency of its interrupt, so important events stay important through the whole pipeline. Priority is never lost at the handoff. Signature-labeled; an…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interrupt handler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JAH-RTI-S-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Interrupt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Responding to hardware on time, every time: interrupt design, priorities, latency budgets, and storm protection.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https://justinahiggins614-cmyk.github.io/jah-databases/db/real-time-interrupt-handlers-signature/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https://justinahiggins614-cmyk.github.io/jah-databases-data-1/data/real-time-interrupt-handlers-signature/index.jsonl.gz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
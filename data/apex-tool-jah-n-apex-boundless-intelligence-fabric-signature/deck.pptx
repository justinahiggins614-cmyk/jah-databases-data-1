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jah-n-apex-boundless-intelligence-fabric-signature/" TargetMode="External"/><Relationship Id="rId3" Type="http://schemas.openxmlformats.org/officeDocument/2006/relationships/hyperlink" Target="https://justinahiggins614-cmyk.github.io/jah-databases-data-1/data/apex-tool-jah-n-apex-boundless-intelligence-fabr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JAH-N Apex Boundless Intelligence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overarching fabric — every apex capability woven into one coordinated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JAH-N Apex Boundless Intelligence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overarching fabric — every apex capability woven into one coordinated intelligence.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Grand Registry  [JAH-APX100S-000001]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grand registry holds every apex capability — genomes recorded, nothing anonymous in the fabric.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Grand Conductor  [JAH-APX100S-000002]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conductor routes every job to its fitting capability by fit and load — the fabric’s beating heart.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Master Weaver  [JAH-APX100S-000003]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master weaver composes capabilities into end-to-end pipelines — archive to research to prototype to proof.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Common Mind  [JAH-APX100S-000004]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 working memory for the whole fabric — capabilities think together, not alone.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Open Harbors  [JAH-APX100S-000005]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capabilities dock at open harbors — standard ports, immediate composition, no gatekeeping.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JAH-APX100S-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JAH-N Apex Boundless Intelligence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overarching fabric — every apex capability woven into one coordinated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https://justinahiggins614-cmyk.github.io/jah-databases/db/apex-tool-jah-n-apex-boundless-intelligence-fabric-signature/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https://justinahiggins614-cmyk.github.io/jah-databases-data-1/data/apex-tool-jah-n-apex-boundless-intelligence-fabric-signature/index.jsonl.gz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
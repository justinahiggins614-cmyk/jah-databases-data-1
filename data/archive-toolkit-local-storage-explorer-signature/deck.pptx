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local-storage-explorer-signature/" TargetMode="External"/><Relationship Id="rId3" Type="http://schemas.openxmlformats.org/officeDocument/2006/relationships/hyperlink" Target="https://justinahiggins614-cmyk.github.io/jah-databases-data-1/data/archive-toolkit-local-storage-explor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Local Storage Explorer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files and folders on authorized local drives.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Local Storage Explorer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files and folders on authorized local drives.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Pattern matching — Local Storage Explorer  [JAH-ATK131S-00001]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Glob patterns (*.pdf, report-*) filter listings by name. fnmatch semantics cover the everyday cases. Patterns focus exploration fast. This record documents a Signature-authored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Size filtering — Local Storage Explorer  [JAH-ATK131S-00002]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Size predicates find the space hogs: 'files over 1GB'. Sorted-by-size views guide cleanup. Size filters manage capacity. This record documents a Signature-authored original metho…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Recency filtering — Local Storage Explorer  [JAH-ATK131S-00003]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'Modified in the last 7 days' uses mtime comparisons. Recency finds what changed. Time filters triage activity. This record documents a Signature-authored original method of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Duplicate finding — Local Storage Explorer  [JAH-ATK131S-00004]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Size-then-hash grouping finds duplicate files wasting space. Duplicates report with reclaimable bytes. Dedup reclaims storage. This record documents a Signature-authored original…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Permission inspection — Local Storage Explorer  [JAH-ATK131S-00005]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Explorers show owner, group, and mode bits per entry. Permission views explain access denials. Visibility aids troubleshooting. This record documents a Signature-authored origina…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Local Storage Explorer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files and folders on authorized local drives.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https://justinahiggins614-cmyk.github.io/jah-databases/db/archive-toolkit-local-storage-explorer-signature/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https://justinahiggins614-cmyk.github.io/jah-databases-data-1/data/archive-toolkit-local-storage-explorer-signature/index.jsonl.gz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
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intelligent-cache-manager-signature/" TargetMode="External"/><Relationship Id="rId3" Type="http://schemas.openxmlformats.org/officeDocument/2006/relationships/hyperlink" Target="https://justinahiggins614-cmyk.github.io/jah-databases-data-1/data/archive-tool-intelligent-cache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Intelligent Cache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frequently requested records and intermediate results readily accessible.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Intelligent Cache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frequently requested records and intermediate results readily accessible.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LRU Eviction — Core Method  [JAH-AT36S-000001]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Least-recently-used eviction keeps the cache to its size limit by discarding whatever went unrequested longest: every hit moves the item to the front, ever…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LRU Eviction — Compounded Pattern  [JAH-AT36S-000002]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Least-recently-used eviction keeps the cache to its size limit by discarding whatever went unrequested longest: every hit moves the item to the front, ever…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LRU Eviction — Full-System Integration  [JAH-AT36S-000003]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Least-recently-used eviction keeps the cache to its size limit by discarding whatever went unrequested longest: every hit moves the item to the front, ever…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LFU Eviction — Core Method  [JAH-AT36S-000004]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Least-frequently-used eviction counts accesses and discards the coldest items, which suits workloads where popularity is stable and a few records dominate.…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LFU Eviction — Compounded Pattern  [JAH-AT36S-000005]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Least-frequently-used eviction counts accesses and discards the coldest items, which suits workloads where popularity is stable and a few records dominate.…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Cache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frequently requested records and intermediate results readily accessible.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https://justinahiggins614-cmyk.github.io/jah-databases/db/archive-tool-intelligent-cache-manager-signature/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https://justinahiggins614-cmyk.github.io/jah-databases-data-1/data/archive-tool-intelligent-cache-manager-signature/index.jsonl.gz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
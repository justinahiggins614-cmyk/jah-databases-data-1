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-sovereignty-and-residency-controller-signature/" TargetMode="External"/><Relationship Id="rId3" Type="http://schemas.openxmlformats.org/officeDocument/2006/relationships/hyperlink" Target="https://justinahiggins614-cmyk.github.io/jah-databases-data-1/data/archive-toolkit-data-sovereignty-and-residency-control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 Sovereignty and Residency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Enforces rules about where particular information may be stored or processed.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 Sovereignty and Residency Controller Database holds 15 data sovereignty and residency controllers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Enforces rules about where particular information may be stored or processed.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Sovereignty map  [JAH-ATK275S-000001]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a single map shows every dataset against every region: allowed, restricted, or prohibited. The map is the authoritative picture of data geogra…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Sovereignty map  [JAH-ATK275S-000002]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a single map shows every dataset against every region: allowed, restricted, or prohibited. The map is the authoritative picture of data geogra…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Sovereignty map  [JAH-ATK275S-000003]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a single map shows every dataset against every region: allowed, restricted, or prohibited. The map is the authoritative picture of data geogra…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Transfer impact ledger  [JAH-ATK275S-000004]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cross-border transfer is recorded with its data, volume, basis, and approver. The ledger shows cumulative exposure per corridor: how muc…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Transfer impact ledger  [JAH-ATK275S-000005]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cross-border transfer is recorded with its data, volume, basis, and approver. The ledger shows cumulative exposure per corridor: how muc…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data sovereignty and residency controller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Data Sovereignty and Residency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Enforces rules about where particular information may be stored or processed.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https://justinahiggins614-cmyk.github.io/jah-databases/db/archive-toolkit-data-sovereignty-and-residency-controller-signature/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https://justinahiggins614-cmyk.github.io/jah-databases-data-1/data/archive-toolkit-data-sovereignty-and-residency-controller-signature/index.jsonl.gz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
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azerbaijani-signature/" TargetMode="External"/><Relationship Id="rId3" Type="http://schemas.openxmlformats.org/officeDocument/2006/relationships/hyperlink" Target="https://justinahiggins614-cmyk.github.io/jah-databases-data-1/data/names-azerbaijani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Azerbaijani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Azerbaijani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Azerbaijani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Azerbaijani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Ali - sound, structure, and naming power  [JAH-NMAS2-000001]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Azerbaijani masculine name Ali. Sound: 2 syllables, open vowels. Structure: A traditional name of this language.. Recorded meaning: Exalted.. Naming power: the name is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Leyla - sound, structure, and naming power  [JAH-NMAS2-000002]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Azerbaijani feminine name Leyla. Sound: 2 syllables, open vowels. Structure: A traditional name of this language.. Recorded meaning: Night.. Naming power: the name is sh…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Elvin - sound, structure, and naming power  [JAH-NMAS2-000003]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Azerbaijani masculine name Elvin. Sound: 2 syllables, firm consonant close. Structure: A traditional name of this language.. Recorded meaning: A modern boys' name.. Nami…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Aysel - sound, structure, and naming power  [JAH-NMAS2-000004]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Azerbaijani feminine name Aysel. Sound: 2 syllables, firm consonant close. Structure: Ay (moon) + sel (flood of light).. Recorded meaning: Moonlight. Naming power: the 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Azerbaijani naming framework  [JAH-NMAS2-000005]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Azerbaijani names. Forging a new Signature name runs in four passes: sound (two to four syllables that read aloud cleanly), meaning (one plain-language gloss, never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JAH-NMAS2-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Azerbaijani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Azerbaijani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https://justinahiggins614-cmyk.github.io/jah-databases/db/names-azerbaijani-signature/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https://justinahiggins614-cmyk.github.io/jah-databases-data-1/data/names-azerbaijani-signature/index.jsonl.gz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
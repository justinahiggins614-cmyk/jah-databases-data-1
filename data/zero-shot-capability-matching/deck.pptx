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shot-capability-matching/" TargetMode="External"/><Relationship Id="rId3" Type="http://schemas.openxmlformats.org/officeDocument/2006/relationships/hyperlink" Target="https://justinahiggins614-cmyk.github.io/jah-databases-data-1/data/zero-shot-capability-match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Zero-Shot Capability Matching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Routing tasks to the right capability with no training: embedding similarity, capability registries, confidence thresholds, and the routers real systems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Zero-Shot Capability Matching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Routing tasks to the right capability with no training: embedding similarity, capability registries, confidence thresholds, and the routers real systems use.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Embedding similarity routing  [JAH-ZSC-000001]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Zero-shot routing embeds the task description and every capability description into the same vector space, then routes to the nearest capability — no training, no labels. 'Summarize this contract' 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Capability registries  [JAH-ZSC-000002]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capability registry is the directory routers consult: each capability registers its name, description, input/output schema, cost, and latency. Registration is explicit — capabilities opt in with 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Prompt-based routing  [JAH-ZSC-000003]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Prompt-based routing asks an LLM to choose: given the task and the capability list, which fits best? It handles nuance that embeddings miss ('this needs the careful summarizer, not the fast one')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Task decomposition for routing  [JAH-ZSC-000004]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Complex tasks route better decomposed: 'research and summarize' splits into search -&gt; read -&gt; summarize, each routed separately. The decomposer (often an LLM, sometimes rules) produces the subtask DA…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Confidence thresholds  [JAH-ZSC-000005]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router that always picks something will confidently pick wrong: confidence thresholds make it abstain when no capability fits well. Below threshold, the system asks the user, escalates to a human,…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JAH-ZSC-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Zero-Shot Capability Matching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Routing tasks to the right capability with no training: embedding similarity, capability registries, confidence thresholds, and the routers real systems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https://justinahiggins614-cmyk.github.io/jah-databases/db/zero-shot-capability-matching/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https://justinahiggins614-cmyk.github.io/jah-databases-data-1/data/zero-shot-capability-matching/index.jsonl.gz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
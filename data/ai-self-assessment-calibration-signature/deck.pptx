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self-assessment-calibration-signature/" TargetMode="External"/><Relationship Id="rId3" Type="http://schemas.openxmlformats.org/officeDocument/2006/relationships/hyperlink" Target="https://justinahiggins614-cmyk.github.io/jah-databases-data-1/data/ai-self-assessment-calibr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Self-Assessment Calibration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Calibrating AI self-assessment: confidence scores, uncertainty, and honest capability reporting.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Self-Assessment Calibration Database holds 20 self-assessment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Calibrating AI self-assessment: confidence scores, uncertainty, and honest capability reporting.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Honesty Gardener  [JAH-ASAC-S-000001]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model honesty: the confidence is tended to match reality. The garden blooms truthful. Trust gets cultivated.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Temperature Tuner  [JAH-ASAC-S-000002]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tunes the temperature like an instrument: the calibration sings. The tuning is musical. Honesty gets harmonious.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Uncertainty Bard  [JAH-ASAC-S-000003]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bard that sings the unknown: the uncertainty becomes verse. The singing names. Decisions get informed poetically.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Wise Abstainer  [JAH-ASAC-S-000004]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an abstainer of wisdom: the uncertain is declined gracefully. The declining is dignified. Errors get avoided elegantly.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Fair Referee  [JAH-ASAC-S-000005]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referee for calibration benchmarks: the contest is fair. The refereeing is strict. Models get ranked truly.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self-assessment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JAH-ASAC-S-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Calibrator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Calibrating AI self-assessment: confidence scores, uncertainty, and honest capability reporting.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https://justinahiggins614-cmyk.github.io/jah-databases/db/ai-self-assessment-calibration-signature/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https://justinahiggins614-cmyk.github.io/jah-databases-data-1/data/ai-self-assessment-calibration-signature/index.jsonl.gz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
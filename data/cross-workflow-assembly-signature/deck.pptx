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workflow-assembly-signature/" TargetMode="External"/><Relationship Id="rId3" Type="http://schemas.openxmlformats.org/officeDocument/2006/relationships/hyperlink" Target="https://justinahiggins614-cmyk.github.io/jah-databases-data-1/data/cross-workflow-assembl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Cross-Database Workflow Assembly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Workflows assembled from capabilities across many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Cross-Database Workflow Assembly Database holds 20 assembled workflows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Workflows assembled from capabilities across many databases.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Seeker's Journey  [JAH-CWA-S-000001]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journey from question to answered report, with every step sworn. The journey's map is checked before departure, so no traveler gets lost mid-way. Teaching ladder: rank 1 — the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Many-Streams Confluence  [JAH-CWA-S-000002]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confluence where many data streams meet and become one river. The confluence laws decide every disagreement the same way, every time. Teaching ladder: rank 1 — the concept in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Herald's Road  [JAH-CWA-S-000003]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road from draft to proclamation, with gates that cannot be skipped. The herald's road ensures nothing unworthy reaches the public square.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Night Watch  [JAH-CWA-S-000004]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watch kept through every night by tireless sentinels. The watch's thresholds are carved in stone, so its alarms are always just. Teaching ladder: rank 1 — the concept in its simp…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Great Caravan  [JAH-CWA-S-000005]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caravan carrying records from the old lands to the new, guarded at every camp. The caravan's guards turn back the corrupt, so the new lands start pure. Teaching ladder: rank 1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assembled workflow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JAH-CWA-S-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Workflow Assembly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Workflows assembled from capabilities across many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https://justinahiggins614-cmyk.github.io/jah-databases/db/cross-workflow-assembly-signature/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https://justinahiggins614-cmyk.github.io/jah-databases-data-1/data/cross-workflow-assembly-signature/index.jsonl.gz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
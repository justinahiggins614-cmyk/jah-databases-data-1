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rogram-discovery-and-registry-tool/" TargetMode="External"/><Relationship Id="rId3" Type="http://schemas.openxmlformats.org/officeDocument/2006/relationships/hyperlink" Target="https://justinahiggins614-cmyk.github.io/jah-databases-data-1/data/archive-tool-program-discovery-and-registry-too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Program Discovery and Registry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Discovers and registers archive programs: capability registries, schemas, protocols, versioning,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Program Discovery and Registry Tool Database holds 15 registry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and registers archive programs: capability registries, schemas, protocols, versioning, audit.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established computer-science methods documented in standard literature and practice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registry for archive programs  [JAH-AT81-0001]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capability registry maps program names to their endpoints and declared abilities so archive tools can find each other. Registrations store name, version, endpoint, and a capability list; lookups 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Health-checked service registry  [JAH-AT81-0002]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health-checked registry only advertises programs that recently proved they are alive, so discovery never returns dead tools. Registrants renew a heartbeat lease; a sweeper evicts entries whose leas…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Hierarchical namespaces for program names  [JAH-AT81-0003]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Hierarchical namespaces organize registry names into dotted paths so tools group by owner, team, or domain. Names like archive.index.v2 resolve through namespace nodes; lookups can target a subtree (…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Capability descriptor schema  [JAH-AT81-0004]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descriptor schema standardizes how archive programs declare what they do, their inputs, outputs, and limits. Descriptors are JSON documents validated against a schema: name, version, capabilities,…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manifests for archive tools  [JAH-AT81-0005]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Dependency manifests declare every library and tool an archive program needs, making environments reproducible. The manifest lists pinned versions and compatible ranges; installers resolve the graph…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registry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Registry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and registers archive programs: capability registries, schemas, protocols, versioning,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https://justinahiggins614-cmyk.github.io/jah-databases/db/archive-tool-program-discovery-and-registry-tool/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https://justinahiggins614-cmyk.github.io/jah-databases-data-1/data/archive-tool-program-discovery-and-registry-tool/index.jsonl.gz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
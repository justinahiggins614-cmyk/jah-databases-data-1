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known-mechanism-investigator/" TargetMode="External"/><Relationship Id="rId3" Type="http://schemas.openxmlformats.org/officeDocument/2006/relationships/hyperlink" Target="https://justinahiggins614-cmyk.github.io/jah-databases-data-1/data/apex-tool-unknown-mechanism-investig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Unknown Mechanism Investigator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Generates testable explanations for observed phenomena whose mechanisms remain uncertain.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Unknown Mechanism Investigator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testable explanations for observed phenomena whose mechanisms remain uncertain.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Peirce, C. S., abduction writings; Lipton, P., Inference to the Best Explanation.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Abductive Reasoning: Inference to the Best Explanation  [JAH-APX33-000001]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Peirce's abduction reasons from observation to the hypothesis that would best explain it — the logic of diagnosis, detective work, and science's 'aha'. The investigator generates candidate explanatio…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Hypothesis Generation Heuristics  [JAH-APX33-000002]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Good hypotheses don't fall from the sky: heuristics like 'vary one condition', 'look for gradients', and 'consider the null' systematically generate candidates. The investigator's creativity is proce…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Black-Box System Identification  [JAH-APX33-000003]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Ljung's system identification treats the unknown mechanism as a black box: probe it with designed inputs, fit input-output models, and validate on fresh data. You don't need to see inside to characte…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Causal Discovery from Observations  [JAH-APX33-000004]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experiments are impossible, discovery algorithms (PC, FCI) infer mechanism structure from conditional independencies in observational data. FCI even handles latent confounders, marking what can'…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Perturbation Experiments  [JAH-APX33-000005]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Knock out a component and watch: the perturbation reveals function. From gene knockouts to A/B feature flags, systematically disabling parts maps the mechanism's load-bearing pieces.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Unknown Mechanism Investigator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Generates testable explanations for observed phenomena whose mechanisms remain uncertain.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https://justinahiggins614-cmyk.github.io/jah-databases/db/apex-tool-unknown-mechanism-investigator/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https://justinahiggins614-cmyk.github.io/jah-databases-data-1/data/apex-tool-unknown-mechanism-investigator/index.jsonl.gz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
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terminism-enforcement/" TargetMode="External"/><Relationship Id="rId3" Type="http://schemas.openxmlformats.org/officeDocument/2006/relationships/hyperlink" Target="https://justinahiggins614-cmyk.github.io/jah-databases-data-1/data/determinism-enforcemen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Determinism Enforcement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Determinism Enforcement Database holds 15 determinism enforcement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Reproducible builds  [JAH-DETERM2-000001]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Reproducible builds guarantee that the same source always produces bit-identical binaries: fixed timestamps, sorted file orders, deterministic toolchain flags. Debian and Nix proved it at distro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Record-and-replay debugging  [JAH-DETERM2-000002]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Record-and-replay systems (rr, ReVirt) capture all nondeterministic inputs (syscalls, interrupts, thread switches) during a run, then replay the exact execution deterministically under the debugger.…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Reproducible builds  [JAH-DETERM2-000003]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Reproducible builds guarantee that the same source always produces bit-identical binaries: fixed timestamps, sorted file orders, deterministic toolchain flags. Debian and Nix proved it at distro scal…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Record-and-replay debugging  [JAH-DETERM2-000004]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Record-and-replay systems (rr, ReVirt) capture all nondeterministic inputs (syscalls, interrupts, thread switches) during a run, then replay the exact execution deterministically under the debugger.…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Content-addressed determinism checks  [JAH-DETERM2-000005]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operational check: run twice, hash everything, compare. Content-addressed pipelines (Nix, Bazel remote execution) treat the output hash as the determinism verdict — matching hashes prove the run…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determinism enforcement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JAH-DETERM2-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Determinism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Same input, same output: enforcing determinism across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https://justinahiggins614-cmyk.github.io/jah-databases/db/determinism-enforcement/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https://justinahiggins614-cmyk.github.io/jah-databases-data-1/data/determinism-enforcement/index.jsonl.gz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
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dependency-vulnerability-checker/" TargetMode="External"/><Relationship Id="rId3" Type="http://schemas.openxmlformats.org/officeDocument/2006/relationships/hyperlink" Target="https://justinahiggins614-cmyk.github.io/jah-databases-data-1/data/archive-toolkit-dependency-vulnerability-check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Dependency Vulnerability Checker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known security issues in software dependencies.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Dependency Vulnerability Checker Database holds 15 dependency vulnerability checkers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known security issues in software dependencies.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harvest — documented archive-engineering practice; method fact-checked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Advisory database matching  [JAH-ATK271-000001]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dependency (name plus exact version) is looked up in vulnerability advisory databases. Matches return the CVE identifier, severity, and affected ranges. Matching runs on every build so new advis…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Advisory database matching  [JAH-ATK271-000002]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dependency (name plus exact version) is looked up in vulnerability advisory databases. Matches return the CVE identifier, severity, and affected ranges. Matching runs on every build so new advis…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Advisory database matching  [JAH-ATK271-000003]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dependency (name plus exact version) is looked up in vulnerability advisory databases. Matches return the CVE identifier, severity, and affected ranges. Matching runs on every build so new advis…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Vulnerable version-range evaluation  [JAH-ATK271-000004]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Advisories describe affected versions as ranges ('&lt; 2.4.1'), and the checker evaluates whether each installed version falls inside. Range evaluation handles pre-releases and build metadata correctly.…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Vulnerable version-range evaluation  [JAH-ATK271-000005]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Advisories describe affected versions as ranges ('&lt; 2.4.1'), and the checker evaluates whether each installed version falls inside. Range evaluation handles pre-releases and build metadata correctly.…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dependency vulnerability checker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JAH-ATK271-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Dependency Vulnerability Checker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known security issues in software dependencies.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https://justinahiggins614-cmyk.github.io/jah-databases/db/archive-toolkit-dependency-vulnerability-checker/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https://justinahiggins614-cmyk.github.io/jah-databases-data-1/data/archive-toolkit-dependency-vulnerability-checker/index.jsonl.gz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
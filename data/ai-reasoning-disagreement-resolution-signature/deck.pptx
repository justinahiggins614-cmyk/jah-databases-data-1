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reasoning-disagreement-resolution-signature/" TargetMode="External"/><Relationship Id="rId3" Type="http://schemas.openxmlformats.org/officeDocument/2006/relationships/hyperlink" Target="https://justinahiggins614-cmyk.github.io/jah-databases-data-1/data/ai-reasoning-disagreement-resol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Reasoning Disagreement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Reasoning Disagreement Resolution Database holds 20 disagreement resolution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Dispute Detector  [JAH-ARDR-S-000001]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detects reasoning disputes like a smoke alarm: the conflict is sensed early. The sensing works. Silence gets broken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Vote Counter  [JAH-ARDR-S-000002]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counts reasoning votes like an election official: the tally is exact. The counting is fair. Disputes get settled democratically.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Fair Weigher  [JAH-ARDR-S-000003]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weighs votes on fair scales: the confidence is the weight. The weighing is just. Quality gets rewarded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Judge Gardener  [JAH-ARDR-S-000004]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adjudicator models: the judges are tended. The gardening works. Disputes get ruled wisely.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Debate Moderator  [JAH-ARDR-S-000005]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moderates reasoning debates: the rounds are fair. The moderation works. Truth gets debated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disagreement resolution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JAH-ARDR-S-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Adjudicator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AI reasoners disagree: detecting, adjudicating, and resolving conflicts between reasoning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https://justinahiggins614-cmyk.github.io/jah-databases/db/ai-reasoning-disagreement-resolution-signature/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https://justinahiggins614-cmyk.github.io/jah-databases-data-1/data/ai-reasoning-disagreement-resolution-signature/index.jsonl.gz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
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zero-allocation-data-structures/" TargetMode="External"/><Relationship Id="rId3" Type="http://schemas.openxmlformats.org/officeDocument/2006/relationships/hyperlink" Target="https://justinahiggins614-cmyk.github.io/jah-databases-data-1/data/zero-allocation-data-structur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Zero-Allocation Data Structures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Data structures that do real work without touching the allocator — arenas, pools, rings, and zero-copy layouts.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Zero-Allocation Data Structures Database holds 15 zero-allocation structures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Data structures that do real work without touching the allocator — arenas, pools, rings, and zero-copy layouts.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 compiled from openly published documentation, project sources, and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Bump/arena allocator  [JAH-ZAD-000001]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Allocate by bumping a pointer; free everything at once by resetting — the fastest allocator there is. Allocations per operation: 0 (amortized). Core idea: bump pointer, reset en masse. Example: per-r…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Object pools  [JAH-ZAD-000002]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Recycle fixed-size objects instead of malloc/free; kills fragmentation in hot loops. Allocations per operation: 0 after warmup. Core idea: free-list recycling. Example: connection pools, particle sys…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Ring buffers  [JAH-ZAD-000003]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fixed array with head/tail indices; the classic lock-free SPSC queue with zero allocation. Allocations per operation: 0. Core idea: circular fixed array. Example: audio pipelines, log shipping.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Intrusive linked lists  [JAH-ZAD-000004]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Links live inside the objects (like Linux list_head) so nodes never allocate separately. Allocations per operation: 0. Core idea: embedding next/prev in payload. Example: Linux kernel lists.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Small Vector Optimization  [JAH-ZAD-000005]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Vectors store small counts inline (LLVM SmallVector, folly small_vector) avoiding heap for the common case. Allocations per operation: 0 when small. Core idea: inline buffer + spill. Example: compile…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zero-allocation structure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JAH-ZAD-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Allocator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Data structures that do real work without touching the allocator — arenas, pools, rings, and zero-copy layouts.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https://justinahiggins614-cmyk.github.io/jah-databases/db/zero-allocation-data-structures/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https://justinahiggins614-cmyk.github.io/jah-databases-data-1/data/zero-allocation-data-structures/index.jsonl.gz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
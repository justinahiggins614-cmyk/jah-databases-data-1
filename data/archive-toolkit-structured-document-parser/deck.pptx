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tructured-document-parser/" TargetMode="External"/><Relationship Id="rId3" Type="http://schemas.openxmlformats.org/officeDocument/2006/relationships/hyperlink" Target="https://justinahiggins614-cmyk.github.io/jah-databases-data-1/data/archive-toolkit-structured-document-par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Structured Document Parser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formats such as JSON, XML, and other structured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Structured Document Parser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formats such as JSON, XML, and other structured documents.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JSON parsing — Structured Document Parser  [JAH-ATK143-00001]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JSON parsers build nested dicts/lists from braces and brackets. Strict parsers reject trailing commas and comments. JSON is the interchange default.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XML parsing — Structured Document Parser  [JAH-ATK143-00002]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XML parsers build element trees honoring nesting and attributes. Namespaces qualify tags to avoid collisions. XML carries documents plus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Schema validation — Structured Document Parser  [JAH-ATK143-00003]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Validators check parsed data against JSON Schema or XSD. Validation fails fast on malformed input. Schemas are contracts.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Streaming parsers — Structured Document Parser  [JAH-ATK143-00004]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Streaming parsers (SAX, ijson) emit events without building full trees. Streams handle gigabyte documents. Events beat trees at scale.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Error recovery — Structured Document Parser  [JAH-ATK143-00005]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Lenient parsers salvage valid prefixes from truncated input. Recovery turns total failure into partial data. Grace matters in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Structured Document Parser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formats such as JSON, XML, and other structured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https://justinahiggins614-cmyk.github.io/jah-databases/db/archive-toolkit-structured-document-parser/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https://justinahiggins614-cmyk.github.io/jah-databases-data-1/data/archive-toolkit-structured-document-parser/index.jsonl.gz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
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ynthetic-test-dataset-generator-signature/" TargetMode="External"/><Relationship Id="rId3" Type="http://schemas.openxmlformats.org/officeDocument/2006/relationships/hyperlink" Target="https://justinahiggins614-cmyk.github.io/jah-databases-data-1/data/archive-toolkit-synthetic-test-dataset-gener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Synthetic Test Dataset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controlled test records for testing retrieval and database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Synthetic Test Dataset Generator Database holds 15 test datasets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controlled test records for testing retrieval and database behavior.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Synthetic Datasets: Signature Cast Planning (Foundation)  [JAH-ATK290S-00001]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Synthetic Datasets: Signature Cast Planning (Operation)  [JAH-ATK290S-00002]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Synthetic Datasets: Signature Cast Planning (Mastery)  [JAH-ATK290S-00003]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Synthetic Datasets: Signature Fixed Dice (Foundation)  [JAH-ATK290S-00004]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Synthetic Datasets: Signature Fixed Dice (Operation)  [JAH-ATK290S-00005]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test dataset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JAH-ATK290S-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Dataset Forger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controlled test records for testing retrieval and database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https://justinahiggins614-cmyk.github.io/jah-databases/db/archive-toolkit-synthetic-test-dataset-generator-signature/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https://justinahiggins614-cmyk.github.io/jah-databases-data-1/data/archive-toolkit-synthetic-test-dataset-generator-signature/index.jsonl.gz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
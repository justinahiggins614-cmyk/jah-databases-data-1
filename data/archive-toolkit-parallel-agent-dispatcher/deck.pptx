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rallel-agent-dispatcher/" TargetMode="External"/><Relationship Id="rId3" Type="http://schemas.openxmlformats.org/officeDocument/2006/relationships/hyperlink" Target="https://justinahiggins614-cmyk.github.io/jah-databases-data-1/data/archive-toolkit-parallel-agent-dispatch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Parallel Agent Dispatcher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Parallel Agent Dispatcher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parallel agent dispatcher;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Independence analysis — Parallel Agent Dispatcher  [JAH-ATK246-0001]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parallel agent dispatcher turns a bag of independent tasks into a coordinated fleet: it partitions work, assigns each partition to an agent, watches progress, collects results, and handles stragg…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Load-balanced partitioning — Parallel Agent Dispatcher  [JAH-ATK246-0002]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parallel agent dispatcher turns a bag of independent tasks into a coordinated fleet: it partitions work, assigns each partition to an agent, watches progress, collects results, and handles stragg…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Agent pool management — Parallel Agent Dispatcher  [JAH-ATK246-0003]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parallel agent dispatcher turns a bag of independent tasks into a coordinated fleet: it partitions work, assigns each partition to an agent, watches progress, collects results, and handles stragg…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Progress tracking — Parallel Agent Dispatcher  [JAH-ATK246-0004]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parallel agent dispatcher turns a bag of independent tasks into a coordinated fleet: it partitions work, assigns each partition to an agent, watches progress, collects results, and handles stragg…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Straggler mitigation — Parallel Agent Dispatcher  [JAH-ATK246-0005]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parallel agent dispatcher turns a bag of independent tasks into a coordinated fleet: it partitions work, assigns each partition to an agent, watches progress, collects results, and handles stragg…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Parallel Agent Dispatcher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independent tasks to separate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https://justinahiggins614-cmyk.github.io/jah-databases/db/archive-toolkit-parallel-agent-dispatcher/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https://justinahiggins614-cmyk.github.io/jah-databases-data-1/data/archive-toolkit-parallel-agent-dispatcher/index.jsonl.gz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
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best-first-traversal/" TargetMode="External"/><Relationship Id="rId3" Type="http://schemas.openxmlformats.org/officeDocument/2006/relationships/hyperlink" Target="https://justinahiggins614-cmyk.github.io/jah-databases-data-1/data/archive-toolkit-best-first-travers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Best-first traversal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Explores the most promising branches first, based on relevance and expected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Best-first traversal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the most promising branches first, based on relevance and expected value.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Best-First Traversal: Heuristic Design (Foundation)  [JAH-ATK302-00001]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Best-First Traversal: Heuristic Design (Operation)  [JAH-ATK302-00002]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Best-First Traversal: Heuristic Design (Mastery)  [JAH-ATK302-00003]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Best-First Traversal: Priority Queue (Foundation)  [JAH-ATK302-00004]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Best-First Traversal: Priority Queue (Operation)  [JAH-ATK302-00005]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Best-First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the most promising branches first, based on relevance and expected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https://justinahiggins614-cmyk.github.io/jah-databases/db/archive-toolkit-best-first-traversal/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https://justinahiggins614-cmyk.github.io/jah-databases-data-1/data/archive-toolkit-best-first-traversal/index.jsonl.gz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
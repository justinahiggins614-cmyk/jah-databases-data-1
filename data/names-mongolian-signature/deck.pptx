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ongolian-signature/" TargetMode="External"/><Relationship Id="rId3" Type="http://schemas.openxmlformats.org/officeDocument/2006/relationships/hyperlink" Target="https://justinahiggins614-cmyk.github.io/jah-databases-data-1/data/names-mongol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Mongolian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Mongolian style — new creations built from real Mongolian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Mongolian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Mongolian style — new creations built from real Mongolian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Mongolian Names Database from genuine Mongolian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Mongolian-style given name: Batbold  [JAH-NMMS6-000001]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Batbold is a Signature original Mongolian-style given name, created for the Signature Mongolian Names Database. From bat (firm) + bold (steel): 'firm steel'.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Mongolian-style given name: Oyuunnaran  [JAH-NMMS6-000002]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Oyuunnaran is a Signature original Mongolian-style given name, created for the Signature Mongolian Names Database. From oyuun (wisdom) + naran (sun): 'sun of wisdom'. It is labeled a Signature creati…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Mongolian-style given name: Altanbat  [JAH-NMMS6-000003]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Altanbat is a Signature original Mongolian-style given name, created for the Signature Mongolian Names Database. From altan (gold) + bat (firm): 'firm gold'.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Mongolian-style given name: Munkhbat  [JAH-NMMS6-000004]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Munkhbat is a Signature original Mongolian-style given name, created for the Signature Mongolian Names Database. From munkh (eternal) + bat (firm): 'eternally firm'. It is labeled a Signature creatio…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Mongolian-style given name: Naransaran  [JAH-NMMS6-000005]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Naransaran is a Signature original Mongolian-style given name, created for the Signature Mongolian Names Database. From naran (sun) + saran (moon): 'sun and moon'. It is labeled a Signature creation…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JAH-NMMS6-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Mongolian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Mongolian style — new creations built from real Mongolian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https://justinahiggins614-cmyk.github.io/jah-databases/db/names-mongolian-signature/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https://justinahiggins614-cmyk.github.io/jah-databases-data-1/data/names-mongolian-signature/index.jsonl.gz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
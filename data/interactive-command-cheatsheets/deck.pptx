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teractive-command-cheatsheets/" TargetMode="External"/><Relationship Id="rId3" Type="http://schemas.openxmlformats.org/officeDocument/2006/relationships/hyperlink" Target="https://justinahiggins614-cmyk.github.io/jah-databases-data-1/data/interactive-command-cheatsheet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Interactive Command Cheatsheets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Interactive cheatsheets for the commands engineers type every day — exact syntax, a concrete example, and platform notes for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Interactive Command Cheatsheets Database holds 15 command cheatsheets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Interactive cheatsheets for the commands engineers type every day — exact syntax, a concrete example, and platform notes for each.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Compact git log graphs  [JAH-INTERA-000001]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--oneline --graph --decorate trio turns git log into a readable branch map, and -20 caps it so huge histories stay fast. Invoke it as `git log --oneline --graph --decorate -20`; a concrete run lo…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Extract any tarball  [JAH-INTERA-000002]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Swapping the z flag for J handles .tar.xz, and -C picks the destination so archives never spray the current directory. Invoke it as `tar -xzvf archive.tar.gz -C dest/`; a concrete run looks like `tar…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Mirror a directory with rsync  [JAH-INTERA-000003]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trailing slash on the source decides whether the directory itself or only its contents are copied — the classic rsync gotcha. Invoke it as `rsync -avz --delete src/ dest/`; a concrete run looks 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Find files by name fast  [JAH-INTERA-000004]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-name matches the basename with shell patterns; -iname makes it case-insensitive for sloppy filenames. Invoke it as `find &lt;dir&gt; -name "*.log" -mtime +7`; a concrete run looks like `find /var/log -nam…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Recursive grep with context  [JAH-INTERA-000005]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-R walks directories, -n prints line numbers, and -C2 shows two lines of context so matches are actually understandable. Invoke it as `grep -Rn -C2 "TODO" src/`; a concrete run looks like `grep -Rn -…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command cheatsheet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JAH-INTERA-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Cheatsheet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Interactive cheatsheets for the commands engineers type every day — exact syntax, a concrete example, and platform notes for each.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https://justinahiggins614-cmyk.github.io/jah-databases/db/interactive-command-cheatsheets/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https://justinahiggins614-cmyk.github.io/jah-databases-data-1/data/interactive-command-cheatsheets/index.jsonl.gz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
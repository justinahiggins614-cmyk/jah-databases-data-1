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oss-vendor-gpu-acceleration/" TargetMode="External"/><Relationship Id="rId3" Type="http://schemas.openxmlformats.org/officeDocument/2006/relationships/hyperlink" Target="https://justinahiggins614-cmyk.github.io/jah-databases-data-1/data/cross-vendor-gpu-acceler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Cross-Vendor GPU Acceleration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Techniques for portable GPU compute across NVIDIA, AMD, and Intel.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Cross-Vendor GPU Acceleration Database holds 15 GPU acceleration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portable GPU compute across NVIDIA, AMD, and Intel.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Vulkan Compute Pipelines  [JAH-CVG-000001]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compute pipelines with Vulkan for vendor-neutral GPU acceleration. Explicit control over memory, synchronization, and queues trades verbosity for portability and predictability. One code path…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OpenCL Portability  [JAH-CVG-000002]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Writes kernels in OpenCL C for the widest device coverage, including CPUs and FPGAs. The platform model abstracts devices; kernels compile at runtime per device. It is the lingua franca of heterogene…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HIP for CUDA Portability  [JAH-CVG-000003]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Ports CUDA code to HIP for AMD (and NVIDIA) with near-mechanical translation. hipify converts CUDA API calls; the same source builds for both vendors. It rescues CUDA codebases from single-vendor loc…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SYCL Single-Source  [JAH-CVG-000004]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Writes single-source C++ with SYCL that offloads to any supported accelerator. Host and device code live in one file; the runtime handles data movement via buffers or USM. It is the modern standard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Shader Compiler Toolchains  [JAH-CVG-000005]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Compiles shaders through portable toolchains: GLSL/HLSL to SPIR-V to native. glslang and DXC front-ends plus vendor back-ends make one shader source run everywhere. Offline compilation catches errors…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GPU acceleration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JAH-CVG-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Cross-Vendor GPU Acceleration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portable GPU compute across NVIDIA, AMD, and Intel.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https://justinahiggins614-cmyk.github.io/jah-databases/db/cross-vendor-gpu-acceleration/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https://justinahiggins614-cmyk.github.io/jah-databases-data-1/data/cross-vendor-gpu-acceleration/index.jsonl.gz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
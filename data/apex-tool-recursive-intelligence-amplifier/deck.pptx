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recursive-intelligence-amplifier/" TargetMode="External"/><Relationship Id="rId3" Type="http://schemas.openxmlformats.org/officeDocument/2006/relationships/hyperlink" Target="https://justinahiggins614-cmyk.github.io/jah-databases-data-1/data/apex-tool-recursive-intelligence-amplifi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Recursive Intelligence Amplifier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Improves task-solving workflows by evaluating results, identifying weaknesses, and testing alternative strategies — intelligence that upgrades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Recursive Intelligence Amplifier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Improves task-solving workflows by evaluating results, identifying weaknesses, and testing alternative strategies — intelligence that upgrades itself.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self-play (AlphaGo/AlphaZero); population-based training; AutoML (NAS, HPO); iterative refinement in optimization.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Intelligence Amplifier is  [JAH-APX21-000001]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amplifier takes a working workflow and makes it better, recursively: it evaluates the workflow's results, finds the weakest step, generates alternative strategies for that step, tests them agains…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Amplification cycle data model  [JAH-APX21-000002]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cycle is a record: the baseline snapshot, the hypothesized weakness, the alternative tried, the measured delta, the cost, and the keep-or-rollback decision. The ledger of cycles is the amplifie…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Weakness localization algorithm  [JAH-APX21-000003]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Improving everything at once is wasteful; the localizer finds the step whose improvement would help most. It uses ablation (remove a step, measure the damage), sensitivity analysis, and error attribu…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Alternative strategy generation algorithm  [JAH-APX21-000004]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the weakest step, the generator proposes alternatives: parameter variations, algorithm swaps, and structural changes, drawn from a strategy library and from mutations of the current approach. Pro…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Amplification interface specification  [JAH-APX21-000005]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submit a workflow with its evaluation harness and get back an amplified workflow plus the ledger of cycles: what was tried, what won, what it cost. The interface supports amplification budget…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Recursive Intelligence Amplifier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Improves task-solving workflows by evaluating results, identifying weaknesses, and testing alternative strategies — intelligence that upgrades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https://justinahiggins614-cmyk.github.io/jah-databases/db/apex-tool-recursive-intelligence-amplifier/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https://justinahiggins614-cmyk.github.io/jah-databases-data-1/data/apex-tool-recursive-intelligence-amplifier/index.jsonl.gz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
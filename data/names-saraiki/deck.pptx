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saraiki/" TargetMode="External"/><Relationship Id="rId3" Type="http://schemas.openxmlformats.org/officeDocument/2006/relationships/hyperlink" Target="https://justinahiggins614-cmyk.github.io/jah-databases-data-1/data/names-saraiki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Saraiki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Common Saraiki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Saraiki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Saraiki first names, surnames and place names — real meanings, origins and naming customs.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record: name documented from public linguistic and onomastic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Ahmed — Saraiki given name  [JAH-NMS11-000001]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Ahmed is a masculine given name in Saraiki. It is written احمد in the native script. It means "most praised", from Arabic. A very common masculine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Fatima — Saraiki given name  [JAH-NMS11-000002]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Fatima is a feminine given name in Saraiki. It is written فاطمہ in the native script. Of Arabic origin. A beloved feminine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Muhammad — Saraiki given name  [JAH-NMS11-000003]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Muhammad is a masculine given name in Saraiki. It is written محمد in the native script. It means "praised", from Arabic. The most honored masculine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Amina — Saraiki given name  [JAH-NMS11-000004]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Amina is a feminine given name in Saraiki. It is written آمنہ in the native script. It means "trustworthy", from Arabic. A beloved feminine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Allah Ditta — Saraiki given name  [JAH-NMS11-000005]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Allah Ditta is a masculine given name in Saraiki. It is written اللہ دتا in the native script. It means "given by God", from Persian/Arabic. A classic Saraiki masculine name.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JAH-NMS11-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Saraiki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Saraiki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https://justinahiggins614-cmyk.github.io/jah-databases/db/names-saraiki/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https://justinahiggins614-cmyk.github.io/jah-databases-data-1/data/names-saraiki/index.jsonl.gz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
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knowledge-cartographer-signature/" TargetMode="External"/><Relationship Id="rId3" Type="http://schemas.openxmlformats.org/officeDocument/2006/relationships/hyperlink" Target="https://justinahiggins614-cmyk.github.io/jah-databases-data-1/data/apex-tool-apex-knowledge-cartograph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Apex Knowledge Cartographer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a navigable map of the entire accessible ecosystem — from individual data fields to relationships among whole technological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Apex Knowledge Cartographer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a navigable map of the entire accessible ecosystem — from individual data fields to relationships among whole technological domains.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Knowledge Cartographer is  [JAH-APX10S-000001]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Zoom Discipline: every zoom level is gener…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Territory and zoom-level data model  [JAH-APX10S-000002]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Zoom Discipline: every zoom level is generated from the level…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Territory aggregation algorithm  [JAH-APX10S-000003]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Zoom Discipline: every zoom level is generated from the level below by explicit, auditable aggrega…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Cross-domain bridge detection algorithm  [JAH-APX10S-000004]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Zoom Discipline: every zoom level is generated from the level below by explicit, auditable aggreg…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Map navigation interface specification  [JAH-APX10S-000005]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Zoom Discipline: every zoom level is generated from the level below by explicit, auditable aggregation rules —…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Knowledge Cartographer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a navigable map of the entire accessible ecosystem — from individual data fields to relationships among whole technological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https://justinahiggins614-cmyk.github.io/jah-databases/db/apex-tool-apex-knowledge-cartographer-signature/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https://justinahiggins614-cmyk.github.io/jah-databases-data-1/data/apex-tool-apex-knowledge-cartographer-signature/index.jsonl.gz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
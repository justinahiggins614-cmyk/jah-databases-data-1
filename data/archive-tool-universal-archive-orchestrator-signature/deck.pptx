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universal-archive-orchestrator-signature/" TargetMode="External"/><Relationship Id="rId3" Type="http://schemas.openxmlformats.org/officeDocument/2006/relationships/hyperlink" Target="https://justinahiggins614-cmyk.github.io/jah-databases-data-1/data/archive-tool-universal-archive-orchest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Archive Orchestrator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orchestration frameworks: conducting archive pipelines as rehearsed performances.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Archive Orchestrator Database holds 15 signature orchestration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orchestration frameworks: conducting archive pipelines as rehearsed performances.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Conductor Protocol for archive pipelines  [JAH-AT100S-0001]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Conductor Protocol treats every archive pipeline as a musical score, with tasks as notes that may only sound after their cue-notes 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Score Validation Rite  [JAH-AT100S-0002]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Score Validation Rite rehearses a pipeline's dependency map looking for impossible loops before a single real task runs. The rite wal…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Baton-Pass Parallelism  [JAH-AT100S-0003]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Baton-Pass Parallelism hands every ready task a baton and lets runners sprint in parallel, passing the baton onward the instant their leg…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Thief's Honor work sharing  [JAH-AT100S-0004]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Thief's Honor lets idle archive workers honorably steal tasks from overloaded neighbors, always from the far end of the queue so nobody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Elder-First scheduling with youth rising  [JAH-AT100S-0005]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Elder-First scheduling always serves the most senior waiting task, while every waiting task grows in seniority each round so the young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orchestration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JAH-AT100S-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Orchestrator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orchestration frameworks: conducting archive pipelines as rehearsed performances.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https://justinahiggins614-cmyk.github.io/jah-databases/db/archive-tool-universal-archive-orchestrator-signature/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https://justinahiggins614-cmyk.github.io/jah-databases-data-1/data/archive-tool-universal-archive-orchestrator-signature/index.jsonl.gz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
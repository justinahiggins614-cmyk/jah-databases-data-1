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haracter-encodings-signature/" TargetMode="External"/><Relationship Id="rId3" Type="http://schemas.openxmlformats.org/officeDocument/2006/relationships/hyperlink" Target="https://justinahiggins614-cmyk.github.io/jah-databases-data-1/data/character-encoding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Character Encodings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Signature-authored encoding workshops, tools, and guides.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Character Encodings Database holds 15 encoding workshops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Signature-authored encoding workshops, tools, and guides.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educational work by the JAH system — Signature-authored techniques and tools, clearly labeled,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Encoding Chooser — a decision tree for picking the right encoding  [JAH-ENCDS-000001]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This Signature-authored guide gives you a decision tree for choosing a character encoding in real projects: use UTF-8 for everything new, keep Latin-1 or Windows-1252 only when you must match an exis…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UTF-8 Byte Anatomy Lab — read any byte sequence by hand  [JAH-ENCDS-000002]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This Signature lab teaches you to read UTF-8 byte sequences by hand: a lead byte of 0xxxxxxx is plain ASCII, 110xxxxx starts a two-byte sequence, 1110xxxx a three-byte sequence, and 11110xxx a four-b…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Mojibake Rescue Playbook — diagnose and fix garbled text  [JAH-ENCDS-000003]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Mojibake happens when bytes are decoded with the wrong encoding, and this Signature playbook shows how to diagnose and reverse it. The classic pattern is UTF-8 bytes read as Windows-1252 (café becomi…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Round-Trip Audit Tool — prove your conversions lose nothing  [JAH-ENCDS-000004]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This Signature tool audits encoding conversions for data loss: it encodes a corpus in a source codec, decodes with the target codec, and reports every character that fails the round trip. The audit 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Encoding Detector — chardet-style heuristics from scratch  [JAH-ENCDS-000005]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This Signature guide builds encoding-detection heuristics from scratch: count high-bit bytes to rule out pure ASCII, look for valid UTF-8 lead/continuation patterns, and score single-byte codecs by h…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encoding workshop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JAH-ENCDS-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Encoding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Signature-authored encoding workshops, tools, and guides.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https://justinahiggins614-cmyk.github.io/jah-databases/db/character-encodings-signature/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https://justinahiggins614-cmyk.github.io/jah-databases-data-1/data/character-encodings-signature/index.jsonl.gz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
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variant-preservation-monitors-signature/" TargetMode="External"/><Relationship Id="rId3" Type="http://schemas.openxmlformats.org/officeDocument/2006/relationships/hyperlink" Target="https://justinahiggins614-cmyk.github.io/jah-databases-data-1/data/invariant-preservation-monito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Invariant Preservation Monitors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Always true: monitors that watch program invariants at runtime.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Invariant Preservation Monitors Database holds 15 invariant monitor designs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Always true: monitors that watch program invariants at runtime.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Invariant Genealogy  [JAH-INVARI-S-000001]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invariant carries its genealogy — who stated it, what incident or proof motivated it, and every time it caught a real bug. Invariants are living knowledge with history, not 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Design-by-contract monitors (Eiffel)  [JAH-INVARI-S-000002]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Eiffel pioneered executable contracts: preconditions, postconditions, and class invariants checked at runtime on every call. The monitor is the contract — violations blame the righ…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Invariant Genealogy  [JAH-INVARI-S-000003]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invariant carries its genealogy — who stated it, what incident or proof motivated it, and every time it caught a real bug. Invariants are living knowledge with history, not 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Design-by-contract monitors (Eiffel)  [JAH-INVARI-S-000004]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Eiffel pioneered executable contracts: preconditions, postconditions, and class invariants checked at runtime on every call. The monitor is the contract — violations blame the righ…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Self-healing invariant restoration  [JAH-INVARI-S-000005]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Detection is half the job: self-healing monitors restore broken invariants automatically — rebuild a corrupted cache from source, restart a wedged worker, re-queue a lost message.…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invariant monitor design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JAH-INVARI-S-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Invariant Monitor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Always true: monitors that watch program invariants at runtime.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https://justinahiggins614-cmyk.github.io/jah-databases/db/invariant-preservation-monitors-signature/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https://justinahiggins614-cmyk.github.io/jah-databases-data-1/data/invariant-preservation-monitors-signature/index.jsonl.gz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
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workflow-idempotency-pattern/" TargetMode="External"/><Relationship Id="rId3" Type="http://schemas.openxmlformats.org/officeDocument/2006/relationships/hyperlink" Target="https://justinahiggins614-cmyk.github.io/jah-databases-data-1/data/workflow-idempotency-patter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Workflow Idempotency Pattern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Patterns that make retries safe — keys, dedupe, and exactly-once tricks for every operation.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Workflow Idempotency Pattern Database holds 20 idempotency patterns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Patterns that make retries safe — keys, dedupe, and exactly-once tricks for every operation.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Payment charge with idempotency key  [JAH-WIP-000001]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Charges carry an idempotency key; the gateway dedupes on it. Retried charges never double-bill.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Order creation with natural key  [JAH-WIP-000002]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Orders use the natural key (user, cart hash). Duplicate submits collapse to one order.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Webhook dedupe window  [JAH-WIP-000003]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Webhooks dedupe on event ID within a 24-hour window. Redeliveries are acknowledged without reprocessing.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Exactly-once stream processing  [JAH-WIP-000004]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stream processor uses transactional writes: offsets commit with results. Exactly-once, proven.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At-least-once with idempotent consumer  [JAH-WIP-000005]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queue guarantees at-least-once; the consumer is idempotent, so duplicates are harmless.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idempotency pattern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JAH-WIP-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Idempotency Pattern Keeper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Patterns that make retries safe — keys, dedupe, and exactly-once tricks for every operation.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https://justinahiggins614-cmyk.github.io/jah-databases/db/workflow-idempotency-pattern/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https://justinahiggins614-cmyk.github.io/jah-databases-data-1/data/workflow-idempotency-pattern/index.jsonl.gz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
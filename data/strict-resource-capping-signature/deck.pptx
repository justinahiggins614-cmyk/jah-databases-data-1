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rict-resource-capping-signature/" TargetMode="External"/><Relationship Id="rId3" Type="http://schemas.openxmlformats.org/officeDocument/2006/relationships/hyperlink" Target="https://justinahiggins614-cmyk.github.io/jah-databases-data-1/data/strict-resource-capp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Strict Resource Capping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Mechanisms that put hard ceilings on CPU, memory, and I/O — cgroups, rlimits, quotas, and runtime fuel meters.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Strict Resource Capping Database holds 15 resource caps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that put hard ceilings on CPU, memory, and I/O — cgroups, rlimits, quotas, and runtime fuel meters.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SigCap-CPU  [JAH-STRICT2-S-000001]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per-function CPU budgets with graceful degrade-to-queue instead of kill. It enforces 200 ms/run (ms); the demo runs a usage of 150 against the cap.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SigCap-Mem  [JAH-STRICT2-S-000002]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memory caps with pre-OOM callbacks letting code shed caches first. It enforces 256 MB (MB); the demo runs a usage of 180 against the cap.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SigCap-Fuel  [JAH-STRICT2-S-000003]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instruction fuel with per-module pricing so untrusted plug-ins cost more. It enforces 500K fuel (fuel); the demo runs a usage of 300000 against the cap.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SigCap-Net  [JAH-STRICT2-S-000004]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egress byte budgets per cell with mesh-internal traffic exempt. It enforces 100 MB/day (MB); the demo runs a usage of 60 against the cap.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SigCap-FD  [JAH-STRICT2-S-000005]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file-descriptor caps with least-recently-used auto-close of idle handles. It enforces 512 fds (fds); the demo runs a usage of 300 against the cap.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resource cap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JAH-STRICT2-S-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Cap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that put hard ceilings on CPU, memory, and I/O — cgroups, rlimits, quotas, and runtime fuel meters.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https://justinahiggins614-cmyk.github.io/jah-databases/db/strict-resource-capping-signature/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https://justinahiggins614-cmyk.github.io/jah-databases-data-1/data/strict-resource-capping-signature/index.jsonl.gz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
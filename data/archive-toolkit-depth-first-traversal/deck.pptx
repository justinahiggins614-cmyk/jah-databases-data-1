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epth-first-traversal/" TargetMode="External"/><Relationship Id="rId3" Type="http://schemas.openxmlformats.org/officeDocument/2006/relationships/hyperlink" Target="https://justinahiggins614-cmyk.github.io/jah-databases-data-1/data/archive-toolkit-depth-first-travers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Depth-first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Follows one branch deeply before returning to alternatives.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Depth-first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one branch deeply before returning to alternatives.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Depth-First Traversal: Stack Discipline (Foundation)  [JAH-ATK304-00001]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Depth-First Traversal: Stack Discipline (Operation)  [JAH-ATK304-00002]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Depth-First Traversal: Stack Discipline (Mastery)  [JAH-ATK304-00003]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Depth-First Traversal: Path Tracking (Foundation)  [JAH-ATK304-00004]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Depth-First Traversal: Path Tracking (Operation)  [JAH-ATK304-00005]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Depth Diver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one branch deeply before returning to alternatives.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https://justinahiggins614-cmyk.github.io/jah-databases/db/archive-toolkit-depth-first-traversal/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https://justinahiggins614-cmyk.github.io/jah-databases-data-1/data/archive-toolkit-depth-first-traversal/index.jsonl.gz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
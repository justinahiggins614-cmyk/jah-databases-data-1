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mo-confirmation-database-signature/" TargetMode="External"/><Relationship Id="rId3" Type="http://schemas.openxmlformats.org/officeDocument/2006/relationships/hyperlink" Target="https://justinahiggins614-cmyk.github.io/jah-databases-data-1/data/demo-confirmation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Demo Confirmation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Signature's independent demo confirmations across the lane — executed, evidenced,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Demo Confirmation Database holds 20 demo confirmations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Signature's independent demo confirmations across the lane — executed, evidenced, honest.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Demo Confirmation Methodology  [JAH-DEMO-S-000001]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METHODOLOGY: how demos are confirmed in this database. DEMO CONFIRMATION METHODOLOGY (applies to every confirmation in this database) Each confirmation executes real demo programs from the target dat…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Demo Confirmation: Science Proof Database, Signature Science Proof Database  [JAH-DEMO-S-000002]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DEMO CONFIRMATION (CONFIRMED): executed 2 demo program(s) from Science Proof Database; Signature Science Proof Database with python3 at build time 2026-10-21; outputs captured below; status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Demo Confirmation: Full Working Programs Database, Signature Full Working Programs Database  [JAH-DEMO-S-000003]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DEMO CONFIRMATION (CONFIRMED): executed 2 demo program(s) from Full Working Programs Database; Signature Full Working Programs Database with python3 at build time 2026-10-21; outputs captured below;…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Demo Confirmation: Program Mixes Database, Signature Program Mixes Database  [JAH-DEMO-S-000004]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DEMO CONFIRMATION (CONFIRMED): executed 2 demo program(s) from Program Mixes Database; Signature Program Mixes Database with python3 at build time 2026-10-21; outputs captured below; status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Demo Confirmation: Form Database  [JAH-DEMO-S-000005]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DEMO CONFIRMATION (CONFIRMED): executed 2 demo program(s) from Form Database with python3 at build time 2026-10-21; outputs captured below; status honest.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demo confirmation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JAH-DEMO-S-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Demo Confirmer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Signature's independent demo confirmations across the lane — executed, evidenced,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https://justinahiggins614-cmyk.github.io/jah-databases/db/demo-confirmation-database-signature/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https://justinahiggins614-cmyk.github.io/jah-databases-data-1/data/demo-confirmation-database-signature/index.jsonl.gz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
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simulation-test/" TargetMode="External"/><Relationship Id="rId3" Type="http://schemas.openxmlformats.org/officeDocument/2006/relationships/hyperlink" Target="https://justinahiggins614-cmyk.github.io/jah-databases-data-1/data/interactive-simulation-tes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Interactive Simulation Test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 types that prove interactive simulations behave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Interactive Simulation Test Database holds 20 simulation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types that prove interactive simulations behave correctly.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Model-in-the-Loop  [JAH-IST-000001]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the control or AI model against a plant model before any code is written. Recorded facts — Test: Model-in-the-Loop; Level: design; Verdict basis: model requirements met. Used by simulation engi…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Software-in-the-Loop  [JAH-IST-000002]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the actual software build against the simulated plant to catch integration bugs. Recorded facts — Test: Software-in-the-Loop; Level: integration; Verdict basis: no interface faults. Used by simu…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Hardware-in-the-Loop  [JAH-IST-000003]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Connects real controllers and sensors to the simulator for timing-accurate testing. Recorded facts — Test: Hardware-in-the-Loop; Level: system; Verdict basis: real-time deadlines met. Used by simulat…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Human-in-the-Loop  [JAH-IST-000004]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Puts real operators in the sim to validate usability and workload. Recorded facts — Test: Human-in-the-Loop; Level: operations; Verdict basis: operator acceptance. Used by simulation engineers in aut…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Scenario Coverage Test  [JAH-IST-000005]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what fraction of the scenario catalog the sim actually exercises. Recorded facts — Test: Scenario Coverage Test; Level: coverage; Verdict basis: coverage &gt;= target. Used by simulation engine…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simulation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Interactive Simulation Test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types that prove interactive simulations behave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https://justinahiggins614-cmyk.github.io/jah-databases/db/interactive-simulation-test/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https://justinahiggins614-cmyk.github.io/jah-databases-data-1/data/interactive-simulation-test/index.jsonl.gz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
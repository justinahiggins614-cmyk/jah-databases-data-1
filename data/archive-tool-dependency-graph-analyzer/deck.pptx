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rchive-tool-dependency-graph-analyzer/" TargetMode="External"/><Relationship Id="rId3" Type="http://schemas.openxmlformats.org/officeDocument/2006/relationships/hyperlink" Target="https://justinahiggins614-cmyk.github.io/jah-databases-data-1/data/archive-tool-dependency-graph-analyzer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Dependency Graph Analyzer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Maps dependencies among programs, datasets, models, services, and other components.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Dependency Graph Analyzer Database holds 15 tool profiles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Maps dependencies among programs, datasets, models, services, and other components.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JAH Databases archive-intelligence tools program, lane T2a — public methods from established computer-science practice.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Manifest Graph Build — Core Method  [JAH-AT46-000001]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Every component declares its dependencies in a manifest — a program lists libraries and datasets, a model lists its training data, a service lists its APIs — and the analyzer parses all manifests int…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Manifest Graph Build — Compounded Pattern  [JAH-AT46-000002]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Every component declares its dependencies in a manifest — a program lists libraries and datasets, a model lists its training data, a service lists its APIs — and the analyzer parses all manifests int…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Manifest Graph Build — Full-System Integration  [JAH-AT46-000003]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Every component declares its dependencies in a manifest — a program lists libraries and datasets, a model lists its training data, a service lists its APIs — and the analyzer parses all manifests int…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Topological Ordering — Core Method  [JAH-AT46-000004]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To build, test, or deploy the ecosystem in the right order, the analyzer topologically sorts the dependency graph: every component comes after the things it depends on. Kahn's algorithm peels off zer…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Topological Ordering — Compounded Pattern  [JAH-AT46-000005]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To build, test, or deploy the ecosystem in the right order, the analyzer topologically sorts the dependency graph: every component comes after the things it depends on. Kahn's algorithm peels off zer…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tool profile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JAH-AT46-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Dependency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Maps dependencies among programs, datasets, models, services, and other components.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https://justinahiggins614-cmyk.github.io/jah-databases/db/archive-tool-dependency-graph-analyzer/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https://justinahiggins614-cmyk.github.io/jah-databases-data-1/data/archive-tool-dependency-graph-analyzer/index.jsonl.gz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
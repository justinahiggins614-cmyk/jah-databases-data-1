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ymbol-mangling-resolution-signature/" TargetMode="External"/><Relationship Id="rId3" Type="http://schemas.openxmlformats.org/officeDocument/2006/relationships/hyperlink" Target="https://justinahiggins614-cmyk.github.io/jah-databases-data-1/data/symbol-mangling-resolu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Symbol Mangling Resolution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Decode mangled symbols back to readable names — mangling schemes and demanglers.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Symbol Mangling Resolution Database holds 15 mangling scheme or demanglers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Decode mangled symbols back to readable names — mangling schemes and demanglers.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SigMangle  [JAH-SYMBOL-S-000001]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readable-by-design mangling that stays greppable. Example: `Sig_foo__i32` resolves to `foo(i32)`.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SigDemangle  [JAH-SYMBOL-S-000002]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demangler for Sig and foreign schemes in one tool. Example: `sigdemangle &lt;sym&gt;` resolves to `readable name`.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SigMangle-Verify  [JAH-SYMBOL-S-000003]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verifies mangled names match declarations. Example: `sigmangle --check` resolves to `diagnostics`.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SigSym-Cache  [JAH-SYMBOL-S-000004]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cached demangling for huge symbol tables. Example: `instant profiles` resolves to `fast symbols`.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SigMangle-Stable  [JAH-SYMBOL-S-000005]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stability-guaranteed mangling across compiler versions. Example: `SigS_foo` resolves to `foo (stable)`.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mangling scheme or demangler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JAH-SYMBOL-S-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Symbol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Decode mangled symbols back to readable names — mangling schemes and demanglers.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https://justinahiggins614-cmyk.github.io/jah-databases/db/symbol-mangling-resolution-signature/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https://justinahiggins614-cmyk.github.io/jah-databases-data-1/data/symbol-mangling-resolution-signature/index.jsonl.gz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
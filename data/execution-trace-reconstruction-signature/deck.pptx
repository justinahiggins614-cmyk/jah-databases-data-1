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xecution-trace-reconstruction-signature/" TargetMode="External"/><Relationship Id="rId3" Type="http://schemas.openxmlformats.org/officeDocument/2006/relationships/hyperlink" Target="https://justinahiggins614-cmyk.github.io/jah-databases-data-1/data/execution-trace-reconstruc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Execution Trace Reconstruction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trace-reconstruction methods — original techniques for rebuilding any execution.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Execution Trace Reconstruction Database holds 20 signature trace reconstruction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trace-reconstruction methods — original techniques for rebuilding any execution.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log-everything  [JAH-ETR-S-000001]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observability practice: structured logs with timestamps everywhere; reconstruction is then trivial.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sample-the-tail  [JAH-ETR-S-000002]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performance practice: sample 100% of slow requests; they are where the bugs live.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injectable-tracing  [JAH-ETR-S-000003]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debugging practice: tracers injectable without redeploys.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parent-id-everything  [JAH-ETR-S-000004]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distributed practice: every span carries its parent; graphs build themselves.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record-always  [JAH-ETR-S-000005]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debugging practice: always-on recording for critical paths.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trace reconstruction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JAH-ETR-S-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Trace Reconstruction Analyst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trace-reconstruction methods — original techniques for rebuilding any execution.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https://justinahiggins614-cmyk.github.io/jah-databases/db/execution-trace-reconstruction-signature/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https://justinahiggins614-cmyk.github.io/jah-databases-data-1/data/execution-trace-reconstruction-signature/index.jsonl.gz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
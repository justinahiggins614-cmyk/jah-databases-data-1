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mixes-signature/" TargetMode="External"/><Relationship Id="rId3" Type="http://schemas.openxmlformats.org/officeDocument/2006/relationships/hyperlink" Target="https://justinahiggins614-cmyk.github.io/jah-databases-data-1/data/program-mix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Mixes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program blends: registries, code talkers, logo makers — all runnable and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Mixes Database holds 20 program mixs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program blends: registries, code talkers, logo makers — all runnable and tested.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Stamped ID Registry  [JAH-PMIX-S-000001]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Stamped ID Registry (['maker-mark stamper', 'spec-id generator']). Mints spec IDs and immediately stamps each with a maker mark — the registry pipeline. This record IS the complete runnable…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Hashed Lineage  [JAH-PMIX-S-000002]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Hashed Lineage (['lineage chain', 'hash id coder']). Lineage chains where every node carries a content-hash ID — tamper-evident history. This record IS the complete runnable program — copy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Seeded Random Suite  [JAH-PMIX-S-000003]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Seeded Random Suite (['seed generator', 'coin flip']). Deterministic randomness lab: the boundless PRNG drives coin flips reproducibly. This record IS the complete runnable program — copy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Code Talker  [JAH-PMIX-S-000004]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Code Talker (['morse code', 'pig latin']). Double-encoded secret messages: Pig Latin first, then Morse. This record IS the complete runnable program — copy it to a file and run with python3.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Number Systems Lab  [JAH-PMIX-S-000005]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Number Systems Lab (['roman numerals', 'number to words']). Displays numbers three ways: digits, Roman numerals, and English words. This record IS the complete runnable program — copy it 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program mix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JAH-PMIX-S-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Mix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program blends: registries, code talkers, logo makers — all runnable and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https://justinahiggins614-cmyk.github.io/jah-databases/db/program-mixes-signature/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https://justinahiggins614-cmyk.github.io/jah-databases-data-1/data/program-mixes-signature/index.jsonl.gz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
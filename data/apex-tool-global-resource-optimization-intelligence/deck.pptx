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global-resource-optimization-intelligence/" TargetMode="External"/><Relationship Id="rId3" Type="http://schemas.openxmlformats.org/officeDocument/2006/relationships/hyperlink" Target="https://justinahiggins614-cmyk.github.io/jah-databases-data-1/data/apex-tool-global-resource-optimization-intelligenc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Global Resource Optimization Intelligence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Allocates computing, storage, bandwidth, and processing time according to priorities and budgets.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Global Resource Optimization Intelligence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Allocates computing, storage, bandwidth, and processing time according to priorities and budgets.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knowledge: standard engineering practice documented in open technical literature; facts cross-checked against the executed demo program. Compiled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Demand Forecaster  [JAH-APX65-000001]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Predicts each consumer's resource needs from history, so allocation plans from expected demand, not last month's guess.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Priority Ranker  [JAH-APX65-000002]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Ranks competing demands by declared business priority and urgency, making trade-offs explicit.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Budget Ledger  [JAH-APX65-000003]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Tracks spend against budgets per team and project in real time, the source of truth for 'can we afford this'.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Allocation Solver  [JAH-APX65-000004]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Solves the allocation problem — who gets what — maximizing priority-weighted value under budget and capacity.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Quota Tracker  [JAH-APX65-000005]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Enforces per-consumer quotas so no single team consumes the shared pool.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JAH-APX65-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Global Resource Optimization Intelligence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Allocates computing, storage, bandwidth, and processing time according to priorities and budgets.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https://justinahiggins614-cmyk.github.io/jah-databases/db/apex-tool-global-resource-optimization-intelligence/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https://justinahiggins614-cmyk.github.io/jah-databases-data-1/data/apex-tool-global-resource-optimization-intelligence/index.jsonl.gz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
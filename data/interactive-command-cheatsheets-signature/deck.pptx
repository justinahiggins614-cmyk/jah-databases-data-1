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teractive-command-cheatsheets-signature/" TargetMode="External"/><Relationship Id="rId3" Type="http://schemas.openxmlformats.org/officeDocument/2006/relationships/hyperlink" Target="https://justinahiggins614-cmyk.github.io/jah-databases-data-1/data/interactive-command-cheatsheet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Interactive Command Cheatsheets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Interactive cheatsheets for the commands engineers type every day — exact syntax, a concrete example, and platform notes for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Interactive Command Cheatsheets Database holds 15 command cheatsheets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Interactive cheatsheets for the commands engineers type every day — exact syntax, a concrete example, and platform notes for each.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sigcast — broadcast a command to many hosts  [JAH-INTERA-S-000001]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sigcast fans one command out to a host list over multiplexed SSH and folds the outputs into a single table. Invoke it as `sigcast --hosts web1,web2,web3 -- &lt;cmd&gt;`; a concrete run…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sigpack — seal a directory into a signed bundle  [JAH-INTERA-S-000002]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sigpack tars, compresses, and signs a directory in one pass, emitting a .sigpack verifiable with sigverify. Invoke it as `sigpack seal &lt;dir&gt; -o out.sigpack`; a concrete run looks…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sigdiff — semantic diff for configs  [JAH-INTERA-S-000003]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sigdiff parses INI, YAML, and JSON configs and diffs their meaning, ignoring key order and comments. Invoke it as `sigdiff old.conf new.conf`; a concrete run looks like `sigdiff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sigwatch — rerun on file change  [JAH-INTERA-S-000004]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sigwatch reruns a command whenever watched files change, debounced and with a stable-screen mode. Invoke it as `sigwatch -r "make" src/`; a concrete run looks like `sigwatch -r "g…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sigmesh — join the local mesh  [JAH-INTERA-S-000005]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sigmesh enrolls the machine in a zero-config peer mesh and prints its mesh address. Invoke it as `sigmesh join --name node1`; a concrete run looks like `sigmesh join --name laptop…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command cheatsheet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JAH-INTERA-S-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Cheatsheet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Interactive cheatsheets for the commands engineers type every day — exact syntax, a concrete example, and platform notes for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https://justinahiggins614-cmyk.github.io/jah-databases/db/interactive-command-cheatsheets-signature/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https://justinahiggins614-cmyk.github.io/jah-databases-data-1/data/interactive-command-cheatsheets-signature/index.jsonl.gz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
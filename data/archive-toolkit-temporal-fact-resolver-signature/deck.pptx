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temporal-fact-resolver-signature/" TargetMode="External"/><Relationship Id="rId3" Type="http://schemas.openxmlformats.org/officeDocument/2006/relationships/hyperlink" Target="https://justinahiggins614-cmyk.github.io/jah-databases-data-1/data/archive-toolkit-temporal-fact-resolve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Temporal Fact Resolver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Sorts out what was true at different points in time.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Temporal Fact Resolver Database holds 15 temporal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Sorts out what was true at different points in time.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Signature-authored original method by Justin Addam Higgins (JAH). Property of Justin Addam Higgins.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Temporal Fact Resolver: a plain-language overview (Signature)  [JAH-ATK179S-000001]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Overview: what the Temporal Fact Resolver does and why archives need it. Signature original. The Signature time method gives every fact its dates: when it started being true, when 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How the Temporal Fact Resolver works (Signature)  [JAH-ATK179S-000002]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Overview: what the Temporal Fact Resolver does and why archives need it. Signature original. The Signature approach stores every temporal fact as a ledger entry with a validity inte…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How the Temporal Fact Resolver works: the deep tour (Signature)  [JAH-ATK179S-000003]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Overview: what the Temporal Fact Resolver does and why archives need it. Signature original. The Signature approach stores every temporal fact as a ledger entry with a validity inte…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Validity-interval extraction: the simple idea (Signature)  [JAH-ATK179S-000004]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Core method: validity-interval extraction - how it works inside the Temporal Fact Resolver. Signature original. The Signature time method gives every fact its dates: when it started…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Validity-interval extraction in practice (Signature)  [JAH-ATK179S-000005]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Core method: validity-interval extraction - how it works inside the Temporal Fact Resolver. Signature original. The Signature approach stores every temporal fact as a ledger entry w…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temporal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JAH-ATK179S-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Time Keeper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Sorts out what was true at different points in time.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https://justinahiggins614-cmyk.github.io/jah-databases/db/archive-toolkit-temporal-fact-resolver-signature/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https://justinahiggins614-cmyk.github.io/jah-databases-data-1/data/archive-toolkit-temporal-fact-resolver-signature/index.jsonl.gz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
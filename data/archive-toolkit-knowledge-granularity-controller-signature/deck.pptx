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knowledge-granularity-controller-signature/" TargetMode="External"/><Relationship Id="rId3" Type="http://schemas.openxmlformats.org/officeDocument/2006/relationships/hyperlink" Target="https://justinahiggins614-cmyk.github.io/jah-databases-data-1/data/archive-toolkit-knowledge-granularity-controll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Knowledge Granularity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Serves every fact at the right level of detail.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Knowledge Granularity Controller Database holds 15 granularity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Serves every fact at the right level of detail.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Knowledge Granularity Controller: a plain-language overview (Signature)  [JAH-ATK174S-000001]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Knowledge Granularity Controller does and why archives need it. Signature original. The Signature detail dial serves every rung from the same stamped source: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Knowledge Granularity Controller works (Signature)  [JAH-ATK174S-000002]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Knowledge Granularity Controller does and why archives need it. Signature original. The Signature method builds the ladder deterministically: fixed summarization…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Knowledge Granularity Controller works: the deep tour (Signature)  [JAH-ATK174S-000003]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Knowledge Granularity Controller does and why archives need it. Signature original. The Signature method builds the ladder deterministically: fixed summarization…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Multi-level summarization: the simple idea (Signature)  [JAH-ATK174S-000004]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multi-level summarization - how it works inside the Knowledge Granularity Controller. Signature original. The Signature detail dial serves every rung from the same stam…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Multi-level summarization in practice (Signature)  [JAH-ATK174S-000005]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multi-level summarization - how it works inside the Knowledge Granularity Controller. Signature original. The Signature method builds the ladder deterministically: fixe…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granularity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Granularity Tuner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Serves every fact at the right level of detail.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https://justinahiggins614-cmyk.github.io/jah-databases/db/archive-toolkit-knowledge-granularity-controller-signature/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https://justinahiggins614-cmyk.github.io/jah-databases-data-1/data/archive-toolkit-knowledge-granularity-controller-signature/index.jsonl.gz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
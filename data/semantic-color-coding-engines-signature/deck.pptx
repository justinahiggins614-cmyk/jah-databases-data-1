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mantic-color-coding-engines-signature/" TargetMode="External"/><Relationship Id="rId3" Type="http://schemas.openxmlformats.org/officeDocument/2006/relationships/hyperlink" Target="https://justinahiggins614-cmyk.github.io/jah-databases-data-1/data/semantic-color-coding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Semantic Color-Coding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Color with meaning: classifying content, generating palettes, checking contrast, and keeping every eye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Semantic Color-Coding Engines Database holds 15 color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Color with meaning: classifying content, generating palettes, checking contrast, and keeping every eye safe.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Error-Tinted Token Classification  [JAH-SCCE-S-000001]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tokens in code with known errors get a subtle tint shift, so problems are visible in the color itself before any squiggle renders. Tinting never obscures the base meaning. Signa…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Content-Derived Palettes  [JAH-SCCE-S-000002]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palettes derive from the content's own imagery - a photo's dominant hues seed the UI - so interfaces feel native to their content. Derivation is deterministic. Signature-labeled…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All-State Contrast Audit  [JAH-SCCE-S-000003]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audit checks every interactive state - hover, focus, disabled, selected - not just the resting design, catching the states designers forget. Audits run in CI. Signature-labe…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Redundant-Encoded Statuses  [JAH-SCCE-S-000004]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every color-coded status also carries shape and label encoding by construction, so color is never the only channel. The rule is enforced by the component library. Signature-labe…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Locale-Aware Semantic Mapping  [JAH-SCCE-S-000005]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semantic colors adapt to cultural conventions per locale - where red does not mean danger - while keeping the underlying meaning stable. Mappings are reviewed with native speake…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color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JAH-SCCE-S-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Color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Color with meaning: classifying content, generating palettes, checking contrast, and keeping every eye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https://justinahiggins614-cmyk.github.io/jah-databases/db/semantic-color-coding-engines-signature/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https://justinahiggins614-cmyk.github.io/jah-databases-data-1/data/semantic-color-coding-engines-signature/index.jsonl.gz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
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ryptographic-sandboxing/" TargetMode="External"/><Relationship Id="rId3" Type="http://schemas.openxmlformats.org/officeDocument/2006/relationships/hyperlink" Target="https://justinahiggins614-cmyk.github.io/jah-databases-data-1/data/cryptographic-sandboxing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Cryptographic Sandboxing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Isolation by math: sandboxes enforced with cryptography.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Cryptographic Sandboxing Database holds 15 cryptographic sandboxing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Isolation by math: sandboxes enforced with cryptography.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Capability-based sandboxing  [JAH-CRYPTO3-000001]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Capabilities are unforgeable tokens of authority: a sandboxed process holds capabilities only for what it's allowed (this file, that socket), enforced by the kernel or language runtime. No ambient au…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Proof-carrying sandbox policies  [JAH-CRYPTO3-000002]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Sandbox policies (seccomp filters, capability sets) ship with proofs that they enforce the intended isolation: the policy is verified against a model of the kernel interface before installation. A mi…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Capability-based sandboxing  [JAH-CRYPTO3-000003]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Capabilities are unforgeable tokens of authority: a sandboxed process holds capabilities only for what it's allowed (this file, that socket), enforced by the kernel or language runtime. No ambient au…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Proof-carrying sandbox policies  [JAH-CRYPTO3-000004]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Sandbox policies (seccomp filters, capability sets) ship with proofs that they enforce the intended isolation: the policy is verified against a model of the kernel interface before installation. A mi…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Multi-party sandboxed computation  [JAH-CRYPTO3-000005]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Parties contribute private inputs to a sandboxed joint computation: the sandbox runs under MPC or in a TEE, each party attests it, and the result is released only when all attestations verify. Nobody…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cryptographic sandboxing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JAH-CRYPTO3-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Cryptographic Sandboxing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Isolation by math: sandboxes enforced with cryptography.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https://justinahiggins614-cmyk.github.io/jah-databases/db/cryptographic-sandboxing/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https://justinahiggins614-cmyk.github.io/jah-databases-data-1/data/cryptographic-sandboxing/index.jsonl.gz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
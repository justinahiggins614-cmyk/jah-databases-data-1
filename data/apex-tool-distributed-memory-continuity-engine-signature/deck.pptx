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distributed-memory-continuity-engine-signature/" TargetMode="External"/><Relationship Id="rId3" Type="http://schemas.openxmlformats.org/officeDocument/2006/relationships/hyperlink" Target="https://justinahiggins614-cmyk.github.io/jah-databases-data-1/data/apex-tool-distributed-memory-continuity-engin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Distributed Memory Continuity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Maintains recoverable task state across authorized workers and sessions.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Distributed Memory Continuity Engine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Maintains recoverable task state across authorized workers and sessions.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 (JAH). Signature-labeled original work - not a public record. Demo executed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State Scribe  [JAH-APX66S-000001]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Justin's serializer seals state bytes with schema versions.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Checkpoint Sealer  [JAH-APX66S-000002]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His writer seals every checkpoint with sequence and hash.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Delta Keeper  [JAH-APX66S-000003]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Keeps deltas as sealed records against sealed base checkpoints.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Replica Keeper  [JAH-APX66S-000004]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His replica manager seals placement and survival proofs.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Version Warden  [JAH-APX66S-000005]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Orders versions with sealed monotonic records.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JAH-APX66S-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Distributed Memory Continuity Engine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Maintains recoverable task state across authorized workers and sessions.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https://justinahiggins614-cmyk.github.io/jah-databases/db/apex-tool-distributed-memory-continuity-engine-signature/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https://justinahiggins614-cmyk.github.io/jah-databases-data-1/data/apex-tool-distributed-memory-continuity-engine-signature/index.jsonl.gz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
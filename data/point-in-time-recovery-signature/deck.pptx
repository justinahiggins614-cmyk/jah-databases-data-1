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int-in-time-recovery-signature/" TargetMode="External"/><Relationship Id="rId3" Type="http://schemas.openxmlformats.org/officeDocument/2006/relationships/hyperlink" Target="https://justinahiggins614-cmyk.github.io/jah-databases-data-1/data/point-in-time-recove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Point-in-Time Recovery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Restoring data to any exact moment: write-ahead logs, snapshots, incremental backups, and rehearsed restore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Point-in-Time Recovery Database holds 15 recovery points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Restoring data to any exact moment: write-ahead logs, snapshots, incremental backups, and rehearsed restore drills.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Checksum-Chained WAL Replay  [JAH-POINTI-S-000001]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each WAL entry carries a checksum chaining to the previous entry, so replay detects log tampering or corruption before applying a single change. A broken chain halts the restore…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Self-Describing Base Bundles  [JAH-POINTI-S-000002]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each base backup bundles a manifest of exactly which WAL segment it needs, so restores never hunt for the right log files. The manifest is signed, preventing a mismatched base-p…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Content-Addressed Snapshot Forest  [JAH-POINTI-S-000003]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snapshots are stored as a content-addressed forest where identical blocks are shared automatically, and each snapshot root is hash-pinned. Corrupt blocks are detected by hash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Dual-Standby Log Mesh  [JAH-POINTI-S-000004]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logs ship to two independent standbys over separate paths, and promotion requires both to agree on the log position. A network partition cannot cause split-brain promotion. 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Semantic Restore Points  [JAH-POINTI-S-000005]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restore points carry semantic labels - which deploy, which migration, which operator action they precede - recorded automatically from the deployment pipeline. Rolling back 'bef…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recovery point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JAH-POINTI-S-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Recovery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Restoring data to any exact moment: write-ahead logs, snapshots, incremental backups, and rehearsed restore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https://justinahiggins614-cmyk.github.io/jah-databases/db/point-in-time-recovery-signature/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https://justinahiggins614-cmyk.github.io/jah-databases-data-1/data/point-in-time-recovery-signature/index.jsonl.gz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
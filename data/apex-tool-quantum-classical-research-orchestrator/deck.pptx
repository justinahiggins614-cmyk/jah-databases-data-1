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quantum-classical-research-orchestrator/" TargetMode="External"/><Relationship Id="rId3" Type="http://schemas.openxmlformats.org/officeDocument/2006/relationships/hyperlink" Target="https://justinahiggins614-cmyk.github.io/jah-databases-data-1/data/apex-tool-quantum-classical-research-orchest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Quantum-Classical Research Orchestrator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each research workload to quantum or classical hardware — whichever actually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Quantum-Classical Research Orchestrator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research workload to quantum or classical hardware — whichever actually fits.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quantum suitability criteria are documented in quantum computing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Quantum Suits  [JAH-APX78-000001]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Quantum hardware helps specific problem shapes — optimization, simulation, certain linear algebra — and hurts others. This record covers the public guidance on suitability.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Knowing the Backends  [JAH-APX78-000002]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You cannot route what you cannot see. This record covers brokering: discovering quantum devices, qubit counts, fidelity, and queue depths.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Classical Fallback  [JAH-APX78-000003]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Quantum hardware is scarce and sometimes down. This record covers keeping a classical plan ready for every workload so research never stalls.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Noise Is the Tax  [JAH-APX78-000004]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Today’s quantum devices are noisy. This record covers noise models that predict result quality before expensive hardware time is spent.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Pricing the Quantum Minute  [JAH-APX78-000005]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Quantum time costs real money. This record covers estimating quantum versus classical cost, including queue wait, before booking.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Quantum-Classical Research Orchestrator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research workload to quantum or classical hardware — whichever actually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https://justinahiggins614-cmyk.github.io/jah-databases/db/apex-tool-quantum-classical-research-orchestrator/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https://justinahiggins614-cmyk.github.io/jah-databases-data-1/data/apex-tool-quantum-classical-research-orchestrator/index.jsonl.gz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
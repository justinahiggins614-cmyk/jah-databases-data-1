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gmented-reality-ar-code-visualizers-signature/" TargetMode="External"/><Relationship Id="rId3" Type="http://schemas.openxmlformats.org/officeDocument/2006/relationships/hyperlink" Target="https://justinahiggins614-cmyk.github.io/jah-databases-data-1/data/augmented-reality-ar-code-visualiz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Augmented Reality (AR) Code Visualizers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AR visualizations that put code architecture into physical space.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Augmented Reality (AR) Code Visualizers Database holds 15 AR visualization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AR visualizations that put code architecture into physical space.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Code City Metaphors  [JAH-ARA-S-000001]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software as navigable cities where buildings are classes and districts are packages. Height shows size, color shows age or bugs; walking the city builds architectural intuition. It makes abst…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3D Call Graph Rendering  [JAH-ARA-S-000002]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Draws call graphs in 3D AR space so dense graphs become explorable. Nodes float at arm's reach; edges show call volume by thickness. Rotation reveals structure flat graphs hide. This is a Signature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AR IDE Overlays  [JAH-ARA-S-000003]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Overlays architecture diagrams onto the developer's real desk and screens. The code stays in the IDE; the big picture floats beside it, spatially anchored. Context switches drop. This is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Headset Rendering Pipelines  [JAH-ARA-S-000004]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rendering pipelines hitting headset frame budgets: 90 fps, low latency. Level-of-detail, foveated rendering, and occlusion culling keep massive graphs smooth. Performance is the feature.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Gesture Navigation  [JAH-ARA-S-000005]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Navigates code spaces with hand gestures: grab to move, pinch to zoom into a module. Gestures beat controllers for spatial exploration; the vocabulary stays small and consistent. It feels like handli…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 visualization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Augmented Reality (AR) Code Visualizers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AR visualizations that put code architecture into physical space.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https://justinahiggins614-cmyk.github.io/jah-databases/db/augmented-reality-ar-code-visualizers-signature/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https://justinahiggins614-cmyk.github.io/jah-databases-data-1/data/augmented-reality-ar-code-visualizers-signature/index.jsonl.gz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
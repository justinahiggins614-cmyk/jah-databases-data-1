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cientific-model-surrogate-signature/" TargetMode="External"/><Relationship Id="rId3" Type="http://schemas.openxmlformats.org/officeDocument/2006/relationships/hyperlink" Target="https://justinahiggins614-cmyk.github.io/jah-databases-data-1/data/scientific-model-surrogat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Scientific Model Surrogate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surrogate methods — original techniques for fast, faithful model stand-ins.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Scientific Model Surrogate Database holds 20 signature surrogate model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surrogate methods — original techniques for fast, faithful model stand-ins.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surrogate-with-uncertainty  [JAH-SCIENT3-S-000001]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surrogate practice: surrogates report uncertainty.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PCE-for-UQ  [JAH-SCIENT3-S-000002]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UQ practice: PCE for analytic moments.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neural-with-data  [JAH-SCIENT3-S-000003]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ML practice: neural surrogates need big data.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ROM-verify  [JAH-SCIENT3-S-000004]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ROM practice: verify against full order.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table-interp  [JAH-SCIENT3-S-000005]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practice: tables with error bounds.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surrogate model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JAH-SCIENT3-S-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Surrogate Model Builder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surrogate methods — original techniques for fast, faithful model stand-ins.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https://justinahiggins614-cmyk.github.io/jah-databases/db/scientific-model-surrogate-signature/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https://justinahiggins614-cmyk.github.io/jah-databases-data-1/data/scientific-model-surrogate-signature/index.jsonl.gz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
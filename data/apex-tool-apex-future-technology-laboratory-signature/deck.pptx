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future-technology-laboratory-signature/" TargetMode="External"/><Relationship Id="rId3" Type="http://schemas.openxmlformats.org/officeDocument/2006/relationships/hyperlink" Target="https://justinahiggins614-cmyk.github.io/jah-databases-data-1/data/apex-tool-apex-future-technology-labora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Future Technology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Future Technology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Casting the Far-Net  [JAH-APX98S-000001]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far-net catches emerging research as it publishes — with provenance attached, hype filtered at the rim.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Judging Ripeness  [JAH-APX98S-000002]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ripeness judge grades technology maturity honestly — green means ready, and the judge does not flatter.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Dreaming Pool  [JAH-APX98S-000003]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Candidates are dreamed first: simulated under stated assumptions before a single prototype is forged.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Showing the Cards  [JAH-APX98S-000004]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dream shows its assumptions — the honest-assumptions ledger makes each model’s cards visible.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Quick Forge  [JAH-APX98S-000005]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Promising dreams go to the quick forge: prototype software hammered out from research specs.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Future Technology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https://justinahiggins614-cmyk.github.io/jah-databases/db/apex-tool-apex-future-technology-laboratory-signature/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https://justinahiggins614-cmyk.github.io/jah-databases-data-1/data/apex-tool-apex-future-technology-laboratory-signature/index.jsonl.gz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
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ll-working-programs/" TargetMode="External"/><Relationship Id="rId3" Type="http://schemas.openxmlformats.org/officeDocument/2006/relationships/hyperlink" Target="https://justinahiggins614-cmyk.github.io/jah-databases-data-1/data/full-working-progra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Full Working Programs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full working program per subject — sorting, servers, parsers, ciphers — every one execution-tested.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Full Working Programs Database holds 20 working programs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full working program per subject — sorting, servers, parsers, ciphers — every one execution-tested.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Sorting Visualizer  [JAH-FWPROG-000001]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Sorting Visualizer (sorting visualizer). Bubble sort that prints the array after every swap, so you can watch sorting happen. Includes a comparison counter. This record IS the complete runna…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HTTP Server  [JAH-FWPROG-000002]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HTTP Server (http server). A tiny HTTP server (stdlib http.server) that starts in a background thread, serves one request, and shuts down cleanly — a complete client/server round-trip in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Markdown Parser  [JAH-FWPROG-000003]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Markdown Parser (markdown parser). A small markdown-to-HTML converter handling headers, bold, italic, links, inline code, and unordered lists. This record IS the complete runnable program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Prime Sieve  [JAH-FWPROG-000004]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Prime Sieve (prime sieve). The Sieve of Eratosthenes: finds all primes up to N in near-linear time, with a prime-count check. This record IS the complete runnable program — copy it to a file…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JSON Formatter  [JAH-FWPROG-000005]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JSON Formatter (json formatter). Validates JSON and pretty-prints it with sorted keys; reports errors with line context. This record IS the complete runnable program — copy it to a file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working program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JAH-FWPROG-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Program Runner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full working program per subject — sorting, servers, parsers, ciphers — every one execution-tested.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https://justinahiggins614-cmyk.github.io/jah-databases/db/full-working-programs/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https://justinahiggins614-cmyk.github.io/jah-databases-data-1/data/full-working-programs/index.jsonl.gz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
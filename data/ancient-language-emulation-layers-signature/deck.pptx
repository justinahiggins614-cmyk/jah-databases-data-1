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ncient-language-emulation-layers-signature/" TargetMode="External"/><Relationship Id="rId3" Type="http://schemas.openxmlformats.org/officeDocument/2006/relationships/hyperlink" Target="https://justinahiggins614-cmyk.github.io/jah-databases-data-1/data/ancient-language-emulation-layer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Ancient Language Emulation Layers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Runs ancient languages on modern machines — emulated tongues, faithfully rendered.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Ancient Language Emulation Layers Database holds 15 language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Runs ancient languages on modern machines — emulated tongues, faithfully rendered.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completion by the JAH system;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Glyph Mapping  [JAH-ALE-S-000001]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Glyph Mapping is a language ability in the Signature Ancient Language Emulation Layers database. Maps ancient glyphs to modern code points without losing distinctions. Each glyph gets a uni…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Phoneme Reconstruction  [JAH-ALE-S-000002]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Phoneme Reconstruction is a language ability in the Signature Ancient Language Emulation Layers database. Reconstructs approximate pronunciation from scholarly sources. Phonemes are sourced…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Grammar Engines  [JAH-ALE-S-000003]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Grammar Engines is a language ability in the Signature Ancient Language Emulation Layers database. Parses ancient grammar with rule engines built from grammars. Morphological rules segment…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Script Rendering  [JAH-ALE-S-000004]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Script Rendering is a language ability in the Signature Ancient Language Emulation Layers database. Renders ancient scripts correctly, including direction and ligatures. Shaping rules handl…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Bilingual Alignment  [JAH-ALE-S-000005]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Bilingual Alignment is a language ability in the Signature Ancient Language Emulation Layers database. Aligns ancient text with its translation line by line. Sentences are aligned by anchor…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language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JAH-ALE-S-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Ancient Language Emulation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Runs ancient languages on modern machines — emulated tongues, faithfully rendered.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https://justinahiggins614-cmyk.github.io/jah-databases/db/ancient-language-emulation-layers-signature/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https://justinahiggins614-cmyk.github.io/jah-databases-data-1/data/ancient-language-emulation-layers-signature/index.jsonl.gz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
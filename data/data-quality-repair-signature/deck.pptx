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ata-quality-repair-signature/" TargetMode="External"/><Relationship Id="rId3" Type="http://schemas.openxmlformats.org/officeDocument/2006/relationships/hyperlink" Target="https://justinahiggins614-cmyk.github.io/jah-databases-data-1/data/data-quality-repai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 Quality Repair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Detecting and repairing dirty data: deduplication, imputation, outlier repair, and integrity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 Quality Repair Database holds 20 data quality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Detecting and repairing dirty data: deduplication, imputation, outlier repair, and integrity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Data Physician  [JAH-DATAQU-S-000001]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physician that diagnoses datasets like patients: profiling is the examination, repairs are the treatment, and the scorecard is the chart. The physician prescribes repairs in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Duplicate Bloodhound  [JAH-DATAQU-S-000002]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bloodhound that sniffs duplicates by scent (embedding similarity) rather than sight (exact match). The hound follows the scent across datasets. Near-duplicates can't hide.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Gap Gardener  [JAH-DATAQU-S-000003]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missing values by planting the most plausible fill and labeling it as grown, not observed. The garden distinguishes real from planted. Analyses know what's ground truth.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Outlier Naturalist  [JAH-DATAQU-S-000004]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observes outliers like a naturalist: some are errors to fix, others are rare species to protect. The naturalist classifies before acting. Not every extreme is a mistake.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Integrity Loom  [JAH-DATAQU-S-000005]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looms integrity rules into the data pipeline as a fabric: every record passes through the weave, emerging validated or quarantined. The loom never sleeps. Integrity becomes struc…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data quality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JAH-DATAQU-S-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Data Doctor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Detecting and repairing dirty data: deduplication, imputation, outlier repair, and integrity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https://justinahiggins614-cmyk.github.io/jah-databases/db/data-quality-repair-signature/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https://justinahiggins614-cmyk.github.io/jah-databases-data-1/data/data-quality-repair-signature/index.jsonl.gz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
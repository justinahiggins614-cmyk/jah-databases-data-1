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xecutable-specification-signature/" TargetMode="External"/><Relationship Id="rId3" Type="http://schemas.openxmlformats.org/officeDocument/2006/relationships/hyperlink" Target="https://justinahiggins614-cmyk.github.io/jah-databases-data-1/data/executable-specific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Executable Specification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Specifications that run: contracts with machine-checkable assertions.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Executable Specification Database holds 20 executable specifications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Specifications that run: contracts with machine-checkable assertions.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Living Contract  [JAH-EXECUT-S-000001]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living contract: the specification is code that runs against every build and refuses stale prose. When behavior changes, the contract must change first, so the spec can never sil…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Property Forge  [JAH-EXECUT-S-000002]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forge that invents adversarial inputs from the spec's own property statements. The forge hunts the inputs the author never imagined, which is where the real bugs live. Teaching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Shape Oath  [JAH-EXECUT-S-000003]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shape oath: data crossing any boundary swears its shape, and the oath is checked at runtime. Oath-breaking data is quarantined with a full forensic report instead of corrupting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Endpoint Covenant  [JAH-EXECUT-S-000004]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covenant binding each endpoint to its documented behavior, with covenant tests in the deploy pipeline. An endpoint that breaks covenant cannot deploy, which keeps docs and realit…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Protocol Loom  [JAH-EXECUT-S-000005]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loom that weaves a protocol's state machine directly from the spec into monitored runtime guards. Illegal transitions are blocked live and logged, so protocol violations become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executable specification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JAH-EXECUT-S-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Executable Spec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Specifications that run: contracts with machine-checkable assertions.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https://justinahiggins614-cmyk.github.io/jah-databases/db/executable-specification-signature/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https://justinahiggins614-cmyk.github.io/jah-databases-data-1/data/executable-specification-signature/index.jsonl.gz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
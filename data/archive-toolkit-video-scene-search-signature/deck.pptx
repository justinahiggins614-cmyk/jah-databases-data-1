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video-scene-search-signature/" TargetMode="External"/><Relationship Id="rId3" Type="http://schemas.openxmlformats.org/officeDocument/2006/relationships/hyperlink" Target="https://justinahiggins614-cmyk.github.io/jah-databases-data-1/data/archive-toolkit-video-scene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Video Scene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video clips by scene content, objects, actions, or visual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Video Scene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video clips by scene content, objects, actions, or visual features.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Shot boundary detection — Video Scene Search  [JAH-ATK112S-00001]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Videos are sequences of shots; cuts appear as abrupt jumps in frame-to-frame feature distance. Color-histogram or embedding distance spikes mark boundaries, with thresholds tuned…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Keyframe extraction — Video Scene Search  [JAH-ATK112S-00002]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Each shot is summarized by one or a few keyframes, typically the frame nearest the shot's feature centroid. Keyframes turn hours of video into a browsable strip of thumbnails. Go…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Object-based scene queries — Video Scene Search  [JAH-ATK112S-00003]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Detectors label objects per frame ('person', 'car'), and queries like 'scenes with a car' scan the label index. Temporal smoothing removes flicker where the detector blinks betwe…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Action recognition — Video Scene Search  [JAH-ATK112S-00004]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Action models classify what is happening: running, cooking, presenting. Queries like 'find the goal' become action-label searches over time. Actions combine pose, motion, and con…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Face and person tracking — Video Scene Search  [JAH-ATK112S-00005]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Face detectors plus re-identification embeddings track who appears in which scenes. Queries name a person and return their screen time across the archive. Tracking links detectio…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Video Scene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video clips by scene content, objects, actions, or visual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https://justinahiggins614-cmyk.github.io/jah-databases/db/archive-toolkit-video-scene-search-signature/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https://justinahiggins614-cmyk.github.io/jah-databases-data-1/data/archive-toolkit-video-scene-search-signature/index.jsonl.gz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
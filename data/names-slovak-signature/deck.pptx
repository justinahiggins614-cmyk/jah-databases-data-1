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lovak-signature/" TargetMode="External"/><Relationship Id="rId3" Type="http://schemas.openxmlformats.org/officeDocument/2006/relationships/hyperlink" Target="https://justinahiggins614-cmyk.github.io/jah-databases-data-1/data/names-slovak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Slovak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Slovak style — new creations built from real Slovak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Slovak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Slovak style — new creations built from real Slovak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Slovak Names Database from genuine Slovak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Slovak-style given name: Janomir  [JAH-NMSS6-000001]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Janomir is a Signature original Slovak-style given name, created for the Signature Slovak Names Database. From Jan + mir (peace). It is labeled a Signature creation and is not a traditional Slovak 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Slovak-style given name: Marzuzana  [JAH-NMSS6-000002]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Marzuzana is a Signature original Slovak-style given name, created for the Signature Slovak Names Database. From Maria + Zuzana. It is labeled a Signature creation and is not a traditional Slovak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Slovak-style given name: Petromil  [JAH-NMSS6-000003]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Petromil is a Signature original Slovak-style given name, created for the Signature Slovak Names Database. From Peter + mil (dear): 'dear rock'. It is labeled a Signature creation and is not a tradit…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Slovak-style given name: Evaslava  [JAH-NMSS6-000004]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Evaslava is a Signature original Slovak-style given name, created for the Signature Slovak Names Database. From Eva + slava (glory). It is labeled a Signature creation and is not a traditional Slovak…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Slovak-style given name: Martinko  [JAH-NMSS6-000005]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Martinko is a Signature original Slovak-style given name, created for the Signature Slovak Names Database. From Martin + -ko. It is labeled a Signature creation and is not a traditional Slovak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Slovak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Slovak style — new creations built from real Slovak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https://justinahiggins614-cmyk.github.io/jah-databases/db/names-slovak-signature/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https://justinahiggins614-cmyk.github.io/jah-databases-data-1/data/names-slovak-signature/index.jsonl.gz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
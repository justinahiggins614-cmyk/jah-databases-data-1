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are-record-finder-signature/" TargetMode="External"/><Relationship Id="rId3" Type="http://schemas.openxmlformats.org/officeDocument/2006/relationships/hyperlink" Target="https://justinahiggins614-cmyk.github.io/jah-databases-data-1/data/archive-tool-rare-record-fin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Rare-Record Finder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obscure, unusual, and low-frequency information that ordinary searches may overlook.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Rare-Record Finder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obscure, unusual, and low-frequency information that ordinary searches may overlook.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IDF Rarity Scoring — Core Method  [JAH-AT9S-000001]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Inverse document frequency turns rarity into a number: a term appearing in few documents gets a high IDF, and a record's rarity score is the sum of its 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IDF Rarity Scoring — Compounded Pattern  [JAH-AT9S-000002]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Inverse document frequency turns rarity into a number: a term appearing in few documents gets a high IDF, and a record's rarity score is the sum of its 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IDF Rarity Scoring — Full-System Integration  [JAH-AT9S-000003]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Inverse document frequency turns rarity into a number: a term appearing in few documents gets a high IDF, and a record's rarity score is the sum of its 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Tail-Term Mining — Core Method  [JAH-AT9S-000004]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archive has a vocabulary tail: terms that appear once or twice across millions of records. Tail-term mining scans the term dictionary for these singl…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Tail-Term Mining — Compounded Pattern  [JAH-AT9S-000005]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archive has a vocabulary tail: terms that appear once or twice across millions of records. Tail-term mining scans the term dictionary for these singl…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Rare Record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obscure, unusual, and low-frequency information that ordinary searches may overlook.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https://justinahiggins614-cmyk.github.io/jah-databases/db/archive-tool-rare-record-finder-signature/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https://justinahiggins614-cmyk.github.io/jah-databases-data-1/data/archive-tool-rare-record-finder-signature/index.jsonl.gz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
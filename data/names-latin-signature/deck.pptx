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names-latin-signature/" TargetMode="External"/><Relationship Id="rId3" Type="http://schemas.openxmlformats.org/officeDocument/2006/relationships/hyperlink" Target="https://justinahiggins614-cmyk.github.io/jah-databases-data-1/data/names-latin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Latin Names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Original Signature Latin-style names — new creations, clearly labeled Signature.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Latin Names Database holds 15 namess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Original Signature Latin-style names — new creations, clearly labeled Signature.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 original: a new name created for the Signature Latin Names Database from genuine Latin word-roots. Labeled a Signature creation; not a traditional name.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Latin-style given name: Marcellus Augustus  [JAH-NMLS3-000001]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Marcellus Augustus is a Signature original Latin-style given name, created for the Signature Latin Names Database. Built in tria-nomina style: praenomen + nomen + cognomen. It is labeled a Signature…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Latin-style given name: Juliana Livia  [JAH-NMLS3-000002]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Juliana Livia is a Signature original Latin-style given name, created for the Signature Latin Names Database. Feminine compound of Juliana + Livia. It is labeled a Signature creation and is not a tra…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Latin-style given name: Gaius Fortis  [JAH-NMLS3-000003]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Gaius Fortis is a Signature original Latin-style given name, created for the Signature Latin Names Database. From fortis (brave): 'brave Gaius'. It is labeled a Signature creation and is not a tradit…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Latin-style given name: Cornelia Clara  [JAH-NMLS3-000004]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Cornelia Clara is a Signature original Latin-style given name, created for the Signature Latin Names Database. From clara (bright). It is labeled a Signature creation and is not a traditional Latin n…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 Latin-style given name: Aurelius Verus  [JAH-NMLS3-000005]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Aurelius Verus is a Signature original Latin-style given name, created for the Signature Latin Names Database. From aureus (golden) + verus (true). It is labeled a Signature creation and is not a tra…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names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JAH-NMLS3-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Latin Names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Original Signature Latin-style names — new creations, clearly labeled Signature.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https://justinahiggins614-cmyk.github.io/jah-databases/db/names-latin-signature/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https://justinahiggins614-cmyk.github.io/jah-databases-data-1/data/names-latin-signature/index.jsonl.gz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
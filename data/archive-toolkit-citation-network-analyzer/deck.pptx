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itation-network-analyzer/" TargetMode="External"/><Relationship Id="rId3" Type="http://schemas.openxmlformats.org/officeDocument/2006/relationships/hyperlink" Target="https://justinahiggins614-cmyk.github.io/jah-databases-data-1/data/archive-toolkit-citation-network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Citation Network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who cites whom and how ideas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Citation Network Analyzer Database holds 15 citation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who cites whom and how ideas connect.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Citation Network Analyzer: a plain-language overview  [JAH-ATK188-000001]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Citation Network Analyzer does and why archives need it. A citation network analyzer draws the map of who references whom: papers citing papers, articles citing articles. From that…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Citation Network Analyzer works  [JAH-ATK188-000002]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Citation Network Analyzer does and why archives need it. Real analyzers parse reference lists (GROBID, regex-based parsers) into structured citations, resolve them to canonical 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Citation Network Analyzer works: the deep tour  [JAH-ATK188-000003]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Citation Network Analyzer does and why archives need it. Real analyzers parse reference lists (GROBID, regex-based parsers) into structured citations, resolve them to canonical 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parsing and graph building: the simple idea  [JAH-ATK188-000004]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citation parsing and graph building - how it works inside the Citation Network Analyzer. A citation network analyzer draws the map of who references whom: papers citing papers, articles…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Citation parsing and graph building in practice  [JAH-ATK188-000005]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citation parsing and graph building - how it works inside the Citation Network Analyzer. Real analyzers parse reference lists (GROBID, regex-based parsers) into structured citations, res…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citation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Citation Mapper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who cites whom and how ideas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https://justinahiggins614-cmyk.github.io/jah-databases/db/archive-toolkit-citation-network-analyzer/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https://justinahiggins614-cmyk.github.io/jah-databases-data-1/data/archive-toolkit-citation-network-analyzer/index.jsonl.gz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
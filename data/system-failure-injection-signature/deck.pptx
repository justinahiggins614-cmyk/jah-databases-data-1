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stem-failure-injection-signature/" TargetMode="External"/><Relationship Id="rId3" Type="http://schemas.openxmlformats.org/officeDocument/2006/relationships/hyperlink" Target="https://justinahiggins614-cmyk.github.io/jah-databases-data-1/data/system-failure-inj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System Failure Injection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Chaos engineering done responsibly: injecting failures to prove systems survive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System Failure Injection Database holds 20 failure injection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Chaos engineering done responsibly: injecting failures to prove systems survive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Hypothesis Gardener  [JAH-SFI-S-000001]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steady-state hypotheses by growing them from production metrics: the hypothesis is realistic because it's grown, not guessed. Gardens yield testable science. Chaos gets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Monkey Trainer  [JAH-SFI-S-000002]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trains chaos monkeys like professionals: the monkeys know which instances are safe to kill and report what they learned. Trained monkeys teach. Randomness gets educated.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Partition Choreographer  [JAH-SFI-S-000003]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choreographs network partitions like a dance: the split is precise, the healing rehearsed, the quorum never lost. The dance is beautiful. Partitions get proven.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Latency Bard  [JAH-SFI-S-000004]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bard that sings the latency injection's tale: the timeouts that fired, the fallbacks that served. The ballad teaches. Teams learn the song.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Radius Gardener  [JAH-SFI-S-000005]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blast radius by growing it only where the soil (metrics) is healthy: unhealthy soil stops the growth. The garden expands safely. Chaos stays small until proven.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failure injection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JAH-SFI-S-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Chaos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Chaos engineering done responsibly: injecting failures to prove systems survive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https://justinahiggins614-cmyk.github.io/jah-databases/db/system-failure-injection-signature/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https://justinahiggins614-cmyk.github.io/jah-databases-data-1/data/system-failure-injection-signature/index.jsonl.gz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
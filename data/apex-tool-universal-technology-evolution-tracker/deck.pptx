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universal-technology-evolution-tracker/" TargetMode="External"/><Relationship Id="rId3" Type="http://schemas.openxmlformats.org/officeDocument/2006/relationships/hyperlink" Target="https://justinahiggins614-cmyk.github.io/jah-databases-data-1/data/apex-tool-universal-technology-evolution-tracke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Universal Technology Evolution Tracker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Watches technology change — research, software, hardware, methods — and charts where it goes.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Universal Technology Evolution Tracker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Watches technology change — research, software, hardware, methods — and charts where it goes.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knowledge — technology milestone tracking is standard in forecasting literature; fact-checked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Milestones Are the Unit  [JAH-APX84-000001]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Evolution is tracked one milestone at a time: a dated, evidenced capability step. This record covers what counts as a milestone.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Harvesting Milestones  [JAH-APX84-000002]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Milestones hide in papers, release notes, and benchmarks. This record covers systematic harvesting into the tracker.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Sorting by Kind  [JAH-APX84-000003]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Research, software, hardware, methods — different kinds evolve differently. This record covers the taxonomy engine.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Weighing the Sources  [JAH-APX84-000004]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Not all milestone claims are equal. This record covers scoring sources by their track record of delivered versus claimed.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Filtering the Hype  [JAH-APX84-000005]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Announcements outrun deliveries. This record covers discounting hype against measured results.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JAH-APX84-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Universal Technology Evolution Tracker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Watches technology change — research, software, hardware, methods — and charts where it goes.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https://justinahiggins614-cmyk.github.io/jah-databases/db/apex-tool-universal-technology-evolution-tracker/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https://justinahiggins614-cmyk.github.io/jah-databases-data-1/data/apex-tool-universal-technology-evolution-tracker/index.jsonl.gz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
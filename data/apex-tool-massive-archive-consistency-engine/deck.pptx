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massive-archive-consistency-engine/" TargetMode="External"/><Relationship Id="rId3" Type="http://schemas.openxmlformats.org/officeDocument/2006/relationships/hyperlink" Target="https://justinahiggins614-cmyk.github.io/jah-databases-data-1/data/apex-tool-massive-archive-consistency-engin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Massive Archive Consistency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Checks whether distributed indexes, metadata, and replicated records agree within defined consistency guarantees.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Massive Archive Consistency Engine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Checks whether distributed indexes, metadata, and replicated records agree within defined consistency guarantees.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knowledge: standard engineering practice documented in open technical literature; facts cross-checked against the executed demo program. Compiled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Merkle Tree Builder  [JAH-APX70-000001]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Builds hash trees over replicas so a single root hash proves whole-dataset agreement.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Replica Comparator  [JAH-APX70-000002]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Compares replicas efficiently — root first, then descending only into differing branches.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Divergence Classifier  [JAH-APX70-000003]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Sorts divergences: stale replica, lost write, conflicting write, corruption — each repairs differently.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Quorum Reader  [JAH-APX70-000004]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Reads from a quorum of replicas and reconciles, so clients see consistent data even with sick replicas.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Version Vector Tracker  [JAH-APX70-000005]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Tracks causality across replicas with version vectors, distinguishing 'stale' from 'conflicting'.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JAH-APX70-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Massive Archive Consistency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Checks whether distributed indexes, metadata, and replicated records agree within defined consistency guarantees.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https://justinahiggins614-cmyk.github.io/jah-databases/db/apex-tool-massive-archive-consistency-engine/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https://justinahiggins614-cmyk.github.io/jah-databases-data-1/data/apex-tool-massive-archive-consistency-engine/index.jsonl.gz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
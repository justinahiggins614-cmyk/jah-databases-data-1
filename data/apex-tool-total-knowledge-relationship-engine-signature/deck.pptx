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total-knowledge-relationship-engine-signature/" TargetMode="External"/><Relationship Id="rId3" Type="http://schemas.openxmlformats.org/officeDocument/2006/relationships/hyperlink" Target="https://justinahiggins614-cmyk.github.io/jah-databases-data-1/data/apex-tool-total-knowledge-relationship-engin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Total Knowledge Relationship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Maps the relationships among facts, programs, theories, designs, datasets, and scientific disciplines — the connective tissue of knowledge.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Total Knowledge Relationship Engine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Maps the relationships among facts, programs, theories, designs, datasets, and scientific disciplines — the connective tissue of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Original Signature design by Justin Addam Higgins (JAH), 2026-10-21. Proposed capability — clearly labeled Signature, not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What the Relationship Engine is  [JAH-APX5S-000001]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Signature-original design of this capability, authored as a new engineering proposal rather than a survey of existing systems. The Signature design adds Relationship Typing Discipline: every edge…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Typed relationship data model  [JAH-APX5S-000002]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Signature-original data model for this capability, designed from first principles with explicit contracts. The Signature design adds Relationship Typing Discipline: every edge carries a typed, ev…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Relationship extraction algorithm  [JAH-APX5S-000003]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algorithm for this capability's first core operation. The Signature design adds Relationship Typing Discipline: every edge carries a typed, evidenced relationship (supports, impl…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Multi-hop traversal algorithm  [JAH-APX5S-000004]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algorithm for this capability's second core operation. The Signature design adds Relationship Typing Discipline: every edge carries a typed, evidenced relationship (supports, imp…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Relationship query interface specification  [JAH-APX5S-000005]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Signature-original interface contract for this capability. The Signature design adds Relationship Typing Discipline: every edge carries a typed, evidenced relationship (supports, implements, refu…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JAH-APX5S-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Total Knowledge Relationship Engine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Maps the relationships among facts, programs, theories, designs, datasets, and scientific disciplines — the connective tissue of knowledge.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https://justinahiggins614-cmyk.github.io/jah-databases/db/apex-tool-total-knowledge-relationship-engine-signature/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https://justinahiggins614-cmyk.github.io/jah-databases-data-1/data/apex-tool-total-knowledge-relationship-engine-signature/index.jsonl.gz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
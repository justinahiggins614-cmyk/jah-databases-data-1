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ollaborative-multi-llm-consensus/" TargetMode="External"/><Relationship Id="rId3" Type="http://schemas.openxmlformats.org/officeDocument/2006/relationships/hyperlink" Target="https://justinahiggins614-cmyk.github.io/jah-databases-data-1/data/collaborative-multi-llm-consensu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Collaborative Multi-LLM Consensus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Many models, one answer: voting, debate, and agreement protocols for LLM teams.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Collaborative Multi-LLM Consensus Database holds 15 multi-model consensus protocols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Many models, one answer: voting, debate, and agreement protocols for LLM teams.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Majority vote over sampled answers  [JAH-CML-000001]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simplest consensus: sample N completions from one or more models and take the most common answer. Self-consistency (Wang et al.) showed this reliably beats single-shot generation on reasoning tas…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LLM-as-judge scoring panel  [JAH-CML-000002]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Instead of voting on identical outputs, a judge model scores candidate answers against a rubric (correctness, completeness, clarity). Panels of judges — or one judge with a strict rubric — pick winne…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Majority vote over sampled answers  [JAH-CML-000003]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simplest consensus: sample N completions from one or more models and take the most common answer. Self-consistency (Wang et al.) showed this reliably beats single-shot generation on reasoning tas…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LLM-as-judge scoring panel  [JAH-CML-000004]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Instead of voting on identical outputs, a judge model scores candidate answers against a rubric (correctness, completeness, clarity). Panels of judges — or one judge with a strict rubric — pick winne…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Condorcet pairwise ranking  [JAH-CML-000005]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When models rank multiple candidate answers, Condorcet voting compares every pair head-to-head: the candidate beating all others pairwise wins. It avoids vote-splitting pathologies of simple pluralit…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multi-model consensus protocol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JAH-CML-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Multi-LLM Consensus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Many models, one answer: voting, debate, and agreement protocols for LLM teams.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https://justinahiggins614-cmyk.github.io/jah-databases/db/collaborative-multi-llm-consensus/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https://justinahiggins614-cmyk.github.io/jah-databases-data-1/data/collaborative-multi-llm-consensus/index.jsonl.gz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
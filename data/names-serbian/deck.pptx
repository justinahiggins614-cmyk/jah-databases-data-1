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erbian/" TargetMode="External"/><Relationship Id="rId3" Type="http://schemas.openxmlformats.org/officeDocument/2006/relationships/hyperlink" Target="https://justinahiggins614-cmyk.github.io/jah-databases-data-1/data/names-serb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Serbian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Serbian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Serbian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Serbian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Stefan — Serbian given name  [JAH-NMS12-000001]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Stefan is a masculine given name in Serbian. It is written Стефан in the native script. It means "crown", from Greek Stephanos. The royal name of medieval Serbia.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Jelena — Serbian given name  [JAH-NMS12-000002]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Jelena is a feminine given name in Serbian. It is written Јелена in the native script. It means "torch, light", from Greek Helene.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Nikola — Serbian given name  [JAH-NMS12-000003]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Nikola is a masculine given name in Serbian. It is written Никола in the native script. It means "victory of the people", from Greek.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Milica — Serbian given name  [JAH-NMS12-000004]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Milica is a feminine given name in Serbian. It is written Милица in the native script. It means "dear, gracious", from Slavic mil.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Aleksandar — Serbian given name  [JAH-NMS12-000005]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Aleksandar is a masculine given name in Serbian. It is written Александар in the native script. It means "defender of men", from Greek. A strong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Serbian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Serbian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https://justinahiggins614-cmyk.github.io/jah-databases/db/names-serbian/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https://justinahiggins614-cmyk.github.io/jah-databases-data-1/data/names-serbian/index.jsonl.gz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
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knowledge-organization-auditor-signature/" TargetMode="External"/><Relationship Id="rId3" Type="http://schemas.openxmlformats.org/officeDocument/2006/relationships/hyperlink" Target="https://justinahiggins614-cmyk.github.io/jah-databases-data-1/data/archive-toolkit-knowledge-organization-audi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Knowledge Organization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Knowledge Organization Auditor Database holds 15 audit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Knowledge Organization Auditor: a plain-language overview (Signature)  [JAH-ATK180S-000001]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Organization Auditor does and why archives need it. Signature original. The Signature audit method walks the whole archive with a checklist: right categ…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Knowledge Organization Auditor works (Signature)  [JAH-ATK180S-000002]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Organization Auditor does and why archives need it. Signature original. The Signature approach runs a frozen rulebook — schema rules, orphan rules, cohe…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Knowledge Organization Auditor works: the deep tour (Signature)  [JAH-ATK180S-000003]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Knowledge Organization Auditor does and why archives need it. Signature original. The Signature approach runs a frozen rulebook — schema rules, orphan rules, cohe…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Schema and orphan validation: the simple idea (Signature)  [JAH-ATK180S-000004]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schema and orphan validation - how it works inside the Knowledge Organization Auditor. Signature original. The Signature audit method walks the whole archive with a che…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Schema and orphan validation in practice (Signature)  [JAH-ATK180S-000005]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schema and orphan validation - how it works inside the Knowledge Organization Auditor. Signature original. The Signature approach runs a frozen rulebook — schema rules,…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audit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Audit Warden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misplaced records, bad categories, and conflicting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https://justinahiggins614-cmyk.github.io/jah-databases/db/archive-toolkit-knowledge-organization-auditor-signature/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https://justinahiggins614-cmyk.github.io/jah-databases-data-1/data/archive-toolkit-knowledge-organization-auditor-signature/index.jsonl.gz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
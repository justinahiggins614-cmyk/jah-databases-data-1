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w-tools-generator/" TargetMode="External"/><Relationship Id="rId3" Type="http://schemas.openxmlformats.org/officeDocument/2006/relationships/hyperlink" Target="https://justinahiggins614-cmyk.github.io/jah-databases-data-1/data/new-tools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New Tools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New tools forged by combining the knowledge of existing databases.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New Tools Generator Database holds 15 generators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New tools forged by combining the knowledge of existing databases.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generated concept — built from real database-knowledge areas at build time; demo smoke-tested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Index Shard Balancer  [JAH-NTOOL-000001]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tool that reads a database's chunk list and storage-volume statistics, then rebalances index shards so no volume carries more than its fair share of chunks. It combines archive-indexing knowledge (…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Line Verifier  [JAH-NTOOL-000002]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tool that verifies a record's deterministic content signature line against its stored hash, catching silent corruption. It combines content-hashing knowledge with verification-pipeline design.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Chunk Stream Compressor  [JAH-NTOOL-000003]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tool that streams database chunks through a run-length and dictionary compressor, reporting the ratio per chunk before deciding what to archive. It combines compression knowledge with streaming I/O…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Drift Sentinel  [JAH-NTOOL-000004]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tool that scans record ID lists for exact duplicates and near-duplicate titles, flagging drift before it enters the archive. It combines deduplication knowledge with drift-control policy.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Sitemap Weaver  [JAH-NTOOL-000005]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tool that turns a URL list into a standards-shaped sitemap.xml with change frequencies derived from harvest history. It combines sitemap knowledge with crawl-scheduling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JAH-NTOOL-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New Tools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New tools forged by combining the knowledge of existing databases.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https://justinahiggins614-cmyk.github.io/jah-databases/db/new-tools-generator/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https://justinahiggins614-cmyk.github.io/jah-databases-data-1/data/new-tools-generator/index.jsonl.gz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
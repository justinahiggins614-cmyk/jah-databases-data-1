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hhattisgarhi-signature/" TargetMode="External"/><Relationship Id="rId3" Type="http://schemas.openxmlformats.org/officeDocument/2006/relationships/hyperlink" Target="https://justinahiggins614-cmyk.github.io/jah-databases-data-1/data/names-chhattisgarh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Chhattisgarhi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Chhattisgarhi style — new creations built from real Chhattisgarhi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Chhattisgarhi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Chhattisgarhi style — new creations built from real Chhattisgarhi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Chhattisgarhi Names Database from genuine Chhattisgarhi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Chhattisgarhi-style given name: Ramsunita  [JAH-NMCS6-000001]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Ramsunita is a Signature original Chhattisgarhi-style given name, created for the Signature Chhattisgarhi Names Database. From Ram + Sunita.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Chhattisgarhi-style given name: Sitaramesh  [JAH-NMCS6-000002]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Sitaramesh is a Signature original Chhattisgarhi-style given name, created for the Signature Chhattisgarhi Names Database. From Sita + Ramesh. It is labeled a Signature creation and is not a traditio…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Chhattisgarhi-style given name: Mohansunita  [JAH-NMCS6-000003]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Mohansunita is a Signature original Chhattisgarhi-style given name, created for the Signature Chhattisgarhi Names Database. From Mohan + Sunita.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Chhattisgarhi-style given name: Gitamesh  [JAH-NMCS6-000004]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Gitamesh is a Signature original Chhattisgarhi-style given name, created for the Signature Chhattisgarhi Names Database. From Gita + Ramesh.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Chhattisgarhi-style given name: Ramsagar  [JAH-NMCS6-000005]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Ramsagar is a Signature original Chhattisgarhi-style given name, created for the Signature Chhattisgarhi Names Database. From Ram + sagar (ocean): 'ocean of Ram'. It is labeled a Signature creation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Chhattisgarhi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Chhattisgarhi style — new creations built from real Chhattisgarhi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https://justinahiggins614-cmyk.github.io/jah-databases/db/names-chhattisgarhi-signature/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https://justinahiggins614-cmyk.github.io/jah-databases-data-1/data/names-chhattisgarhi-signature/index.jsonl.gz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
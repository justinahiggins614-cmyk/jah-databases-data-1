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field-level-equivalence-detector/" TargetMode="External"/><Relationship Id="rId3" Type="http://schemas.openxmlformats.org/officeDocument/2006/relationships/hyperlink" Target="https://justinahiggins614-cmyk.github.io/jah-databases-data-1/data/archive-toolkit-field-level-equivalence-dete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Field-Level Equivalence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fields that mean the same thing under different names.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Field-Level Equivalence Detector Database holds 15 equivalence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fields that mean the same thing under different names.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Field-Level Equivalence Detector: a plain-language overview  [JAH-ATK184-000001]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Field-Level Equivalence Detector does and why archives need it. A field-level equivalence detector finds columns that secretly mean the same thing: 'zip', 'postal_code', and 'zipco…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Field-Level Equivalence Detector works  [JAH-ATK184-000002]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Field-Level Equivalence Detector does and why archives need it. Real detectors compare fields by value overlap (Jaccard on sampled values), value-pattern similarity (both match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Field-Level Equivalence Detector works: the deep tour  [JAH-ATK184-000003]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Field-Level Equivalence Detector does and why archives need it. Real detectors compare fields by value overlap (Jaccard on sampled values), value-pattern similarity (both match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Value-distribution overlap scoring: the simple idea  [JAH-ATK184-000004]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value-distribution overlap scoring - how it works inside the Field-Level Equivalence Detector. A field-level equivalence detector finds columns that secretly mean the same thing: 'zip',…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Value-distribution overlap scoring in practice  [JAH-ATK184-000005]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value-distribution overlap scoring - how it works inside the Field-Level Equivalence Detector. Real detectors compare fields by value overlap (Jaccard on sampled values), value-pattern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equivalence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Field Matcher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fields that mean the same thing under different names.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https://justinahiggins614-cmyk.github.io/jah-databases/db/archive-toolkit-field-level-equivalence-detector/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https://justinahiggins614-cmyk.github.io/jah-databases-data-1/data/archive-toolkit-field-level-equivalence-detector/index.jsonl.gz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
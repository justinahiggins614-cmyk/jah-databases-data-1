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est-first-traversal-signature/" TargetMode="External"/><Relationship Id="rId3" Type="http://schemas.openxmlformats.org/officeDocument/2006/relationships/hyperlink" Target="https://justinahiggins614-cmyk.github.io/jah-databases-data-1/data/archive-toolkit-best-first-travers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Best-first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Best-first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Best-First Traversal: Signature Nose for Gold (Foundation)  [JAH-ATK302S-00001]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Best-First Traversal: Signature Nose for Gold (Operation)  [JAH-ATK302S-00002]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Best-First Traversal: Signature Nose for Gold (Mastery)  [JAH-ATK302S-00003]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Best-First Traversal: Signature Claim Queue (Foundation)  [JAH-ATK302S-00004]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Best-First Traversal: Signature Claim Queue (Operation)  [JAH-ATK302S-00005]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Best-First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https://justinahiggins614-cmyk.github.io/jah-databases/db/archive-toolkit-best-first-traversal-signature/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https://justinahiggins614-cmyk.github.io/jah-databases-data-1/data/archive-toolkit-best-first-traversal-signature/index.jsonl.gz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
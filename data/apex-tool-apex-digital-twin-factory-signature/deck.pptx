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digital-twin-factory-signature/" TargetMode="External"/><Relationship Id="rId3" Type="http://schemas.openxmlformats.org/officeDocument/2006/relationships/hyperlink" Target="https://justinahiggins614-cmyk.github.io/jah-databases-data-1/data/apex-tool-apex-digital-twin-fact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Digital Twin Factory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connected digital representations of specified machines, infrastructure, processes, or software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Digital Twin Factory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connected digital representations of specified machines, infrastructure, processes, or software systems.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Mirror Maker  [JAH-APX50S-000001]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mirror maker crafts honest twins: the reflection true, the pairing deep, the honesty certified. The maker's mirrors don't flatter.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Telemetry Tapper  [JAH-APX50S-000002]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telemetry tapper draws the asset's lifeblood: sensors tapped, streams flowing, the mirror's eyes bright. The tap is gentle.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Physics Skeleton  [JAH-APX50S-000003]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physics skeleton frames the twin in law: FEM bones, CFD breath, the skeleton lawful. The frame holds.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Judgment Filter  [JAH-APX50S-000004]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judgment filter distills noisy measurements into best estimates: the twin's wisdom. Noise enters, judgment exits.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Mirror Polisher  [JAH-APX50S-000005]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mirror polisher sharpens the reflection: gaps measured, parameters tuned, the image true. The polish gleams.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Digital Twin Factory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connected digital representations of specified machines, infrastructure, processes, or software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https://justinahiggins614-cmyk.github.io/jah-databases/db/apex-tool-apex-digital-twin-factory-signature/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https://justinahiggins614-cmyk.github.io/jah-databases-data-1/data/apex-tool-apex-digital-twin-factory-signature/index.jsonl.gz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
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omain-classification-engine-signature/" TargetMode="External"/><Relationship Id="rId3" Type="http://schemas.openxmlformats.org/officeDocument/2006/relationships/hyperlink" Target="https://justinahiggins614-cmyk.github.io/jah-databases-data-1/data/archive-toolkit-domain-classificat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Domain Classification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which field — medicine, law, astronomy — a record belongs 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Domain Classification Engine Database holds 15 classification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which field — medicine, law, astronomy — a record belongs to.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Domain Classification Engine: a plain-language overview (Signature)  [JAH-ATK173S-000001]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Domain Classification Engine does and why archives need it. Signature original. The Signature domain sorter assigns each record to its field with the evidence sho…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Domain Classification Engine works (Signature)  [JAH-ATK173S-000002]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Domain Classification Engine does and why archives need it. Signature original. The Signature method uses a frozen gazetteer per domain with fixed term weights,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Domain Classification Engine works: the deep tour (Signature)  [JAH-ATK173S-000003]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Domain Classification Engine does and why archives need it. Signature original. The Signature method uses a frozen gazetteer per domain with fixed term weights,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Keyword gazetteer scoring: the simple idea (Signature)  [JAH-ATK173S-000004]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keyword gazetteer scoring - how it works inside the Domain Classification Engine. Signature original. The Signature domain sorter assigns each record to its field with…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Keyword gazetteer scoring in practice (Signature)  [JAH-ATK173S-000005]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keyword gazetteer scoring - how it works inside the Domain Classification Engine. Signature original. The Signature method uses a frozen gazetteer per domain with fixed…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classification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JAH-ATK173S-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Domain Sorter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which field — medicine, law, astronomy — a record belongs 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https://justinahiggins614-cmyk.github.io/jah-databases/db/archive-toolkit-domain-classification-engine-signature/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https://justinahiggins614-cmyk.github.io/jah-databases-data-1/data/archive-toolkit-domain-classification-engine-signature/index.jsonl.gz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
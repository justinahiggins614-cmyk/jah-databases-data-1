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zero-loss-data-migration-runners/" TargetMode="External"/><Relationship Id="rId3" Type="http://schemas.openxmlformats.org/officeDocument/2006/relationships/hyperlink" Target="https://justinahiggins614-cmyk.github.io/jah-databases-data-1/data/zero-loss-data-migration-runners/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Zero-Loss Data Migration Runners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Moving data without losing a byte: change capture, dual-write, verification, and rehearsed cutovers.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Zero-Loss Data Migration Runners Database holds 15 migration runners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Moving data without losing a byte: change capture, dual-write, verification, and rehearsed cutovers.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technical knowledge compiled from standard references and documentation; verified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Change Data Capture  [JAH-ZLD-000001]</a:t>
            </a:r>
          </a:p>
          <a:p>
            <a:pPr algn="l">
              <a:spcAft>
                <a:spcPts val="1000"/>
              </a:spcAft>
            </a:pPr>
            <a:r>
              <a:rPr sz="1400" b="0">
                <a:solidFill>
                  <a:srgbClr val="D5DBDB"/>
                </a:solidFill>
                <a:latin typeface="Calibri"/>
              </a:rPr>
              <a:t>   Streams every insert, update, and delete from the source database's log in real time, so the migration sees changes as they happen. CDC means the migration window can stay open indefinitely - the tar…</a:t>
            </a:r>
          </a:p>
          <a:p>
            <a:pPr algn="l">
              <a:spcAft>
                <a:spcPts val="200"/>
              </a:spcAft>
            </a:pPr>
            <a:r>
              <a:rPr sz="1700" b="1">
                <a:solidFill>
                  <a:srgbClr val="FFFFFF"/>
                </a:solidFill>
                <a:latin typeface="Calibri"/>
              </a:rPr>
              <a:t>2. Dual-Write  [JAH-ZLD-000002]</a:t>
            </a:r>
          </a:p>
          <a:p>
            <a:pPr algn="l">
              <a:spcAft>
                <a:spcPts val="1000"/>
              </a:spcAft>
            </a:pPr>
            <a:r>
              <a:rPr sz="1400" b="0">
                <a:solidFill>
                  <a:srgbClr val="D5DBDB"/>
                </a:solidFill>
                <a:latin typeface="Calibri"/>
              </a:rPr>
              <a:t>   Writes to both old and new systems during migration, so either can serve while the cutover approaches. Dual-write de-risks the transition: the old system remains a live fallback until the new one pro…</a:t>
            </a:r>
          </a:p>
          <a:p>
            <a:pPr algn="l">
              <a:spcAft>
                <a:spcPts val="200"/>
              </a:spcAft>
            </a:pPr>
            <a:r>
              <a:rPr sz="1700" b="1">
                <a:solidFill>
                  <a:srgbClr val="FFFFFF"/>
                </a:solidFill>
                <a:latin typeface="Calibri"/>
              </a:rPr>
              <a:t>3. Verification Checksums  [JAH-ZLD-000003]</a:t>
            </a:r>
          </a:p>
          <a:p>
            <a:pPr algn="l">
              <a:spcAft>
                <a:spcPts val="1000"/>
              </a:spcAft>
            </a:pPr>
            <a:r>
              <a:rPr sz="1400" b="0">
                <a:solidFill>
                  <a:srgbClr val="D5DBDB"/>
                </a:solidFill>
                <a:latin typeface="Calibri"/>
              </a:rPr>
              <a:t>   Compares checksums of source and target - per table, per partition, per row sample - proving the migration moved everything faithfully. Checksums are the evidence that zero-loss actually happened.</a:t>
            </a:r>
          </a:p>
          <a:p>
            <a:pPr algn="l">
              <a:spcAft>
                <a:spcPts val="200"/>
              </a:spcAft>
            </a:pPr>
            <a:r>
              <a:rPr sz="1700" b="1">
                <a:solidFill>
                  <a:srgbClr val="FFFFFF"/>
                </a:solidFill>
                <a:latin typeface="Calibri"/>
              </a:rPr>
              <a:t>4. Cutover Planning  [JAH-ZLD-000004]</a:t>
            </a:r>
          </a:p>
          <a:p>
            <a:pPr algn="l">
              <a:spcAft>
                <a:spcPts val="1000"/>
              </a:spcAft>
            </a:pPr>
            <a:r>
              <a:rPr sz="1400" b="0">
                <a:solidFill>
                  <a:srgbClr val="D5DBDB"/>
                </a:solidFill>
                <a:latin typeface="Calibri"/>
              </a:rPr>
              <a:t>   Plans the final switch - sequence, timing, rollback triggers, communication - in a runbook rehearsed beforehand. Good cutover plans make the scariest minute of the migration boring.</a:t>
            </a:r>
          </a:p>
          <a:p>
            <a:pPr algn="l">
              <a:spcAft>
                <a:spcPts val="200"/>
              </a:spcAft>
            </a:pPr>
            <a:r>
              <a:rPr sz="1700" b="1">
                <a:solidFill>
                  <a:srgbClr val="FFFFFF"/>
                </a:solidFill>
                <a:latin typeface="Calibri"/>
              </a:rPr>
              <a:t>5. Rollback  [JAH-ZLD-000005]</a:t>
            </a:r>
          </a:p>
          <a:p>
            <a:pPr algn="l">
              <a:spcAft>
                <a:spcPts val="1000"/>
              </a:spcAft>
            </a:pPr>
            <a:r>
              <a:rPr sz="1400" b="0">
                <a:solidFill>
                  <a:srgbClr val="D5DBDB"/>
                </a:solidFill>
                <a:latin typeface="Calibri"/>
              </a:rPr>
              <a:t>   Keeps the old system ready to take traffic back instantly if the new system misbehaves, with the rollback path tested before cutover. Rollback readiness is what lets teams migrate boldly.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migration runner</a:t>
            </a:r>
          </a:p>
          <a:p>
            <a:pPr algn="l">
              <a:spcAft>
                <a:spcPts val="1000"/>
              </a:spcAft>
            </a:pPr>
            <a:r>
              <a:rPr sz="2000" b="0">
                <a:solidFill>
                  <a:srgbClr val="FFFFFF"/>
                </a:solidFill>
                <a:latin typeface="Calibri"/>
              </a:rPr>
              <a:t>ID prefix:  JAH-ZLD-</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Migration Runner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Moving data without losing a byte: change capture, dual-write, verification, and rehearsed cutovers.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https://justinahiggins614-cmyk.github.io/jah-databases/db/zero-loss-data-migration-runners/</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https://justinahiggins614-cmyk.github.io/jah-databases-data-1/data/zero-loss-data-migration-runners/index.jsonl.gz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
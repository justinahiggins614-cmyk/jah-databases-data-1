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english/" TargetMode="External"/><Relationship Id="rId3" Type="http://schemas.openxmlformats.org/officeDocument/2006/relationships/hyperlink" Target="https://justinahiggins614-cmyk.github.io/jah-databases-data-1/data/names-engl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English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English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English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English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James - English masculine given name  [JAH-NME2-000001]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James is a masculine given name in English. Meaning: Supplanter. From Hebrew Ya'aqov, through Greek Iakobos and Latin Iacomus; borne by kings and apostles.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Mary - English feminine given name  [JAH-NME2-000002]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Mary is a feminine given name in English. Meaning: Beloved; of debated Hebrew origin. From Hebrew Miryam, of uncertain meaning; often glossed 'beloved' or 'bitter'.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William - English masculine given name  [JAH-NME2-000003]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William is a masculine given name in English. Meaning: Resolute protector. From Germanic Wilhelm; brought to England by William the Conqueror in 1066.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Elizabeth - English feminine given name  [JAH-NME2-000004]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Elizabeth is a feminine given name in English. Meaning: My God is an oath. From Hebrew Elisheva; borne by two English queens.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John - English masculine given name  [JAH-NME2-000005]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John is a masculine given name in English. Meaning: God is gracious. From Hebrew Yochanan via Greek and Latin; long the most common English male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JAH-NME2-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English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English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https://justinahiggins614-cmyk.github.io/jah-databases/db/names-english/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https://justinahiggins614-cmyk.github.io/jah-databases-data-1/data/names-english/index.jsonl.gz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
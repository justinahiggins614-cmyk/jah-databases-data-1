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refix-and-suffix-search-signature/" TargetMode="External"/><Relationship Id="rId3" Type="http://schemas.openxmlformats.org/officeDocument/2006/relationships/hyperlink" Target="https://justinahiggins614-cmyk.github.io/jah-databases-data-1/data/archive-toolkit-prefix-and-suffix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Prefix and Suffix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terms using partial beginnings or endings.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Prefix and Suffix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terms using partial beginnings or endings.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Trie data structure — Prefix and Suffix Search  [JAH-ATK104S-00001]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trie stores strings in a tree where each edge is one character and each root-to-node path spells a prefix. Shared prefixes share nodes, so 'archive', 'archives', and 'archival'…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Prefix query evaluation — Prefix and Suffix Search  [JAH-ATK104S-00002]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prefix query walks the trie along the query characters; failure at any step means zero matches. From the arrival node, a depth-first collection gathers every word in the subtre…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Reversed trie for suffixes — Prefix and Suffix Search  [JAH-ATK104S-00003]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Suffix search reuses the trie by inserting every word reversed, turning suffixes into prefixes of reversed strings. A suffix query then reverses its pattern and runs the ordinary…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Autocomplete behavior — Prefix and Suffix Search  [JAH-ATK104S-00004]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Autocomplete is prefix search plus ranking: the trie yields candidates and a scorer orders them by frequency or recency. Incremental typing reuses the previous subtree instead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Wildcard prefix expansion — Prefix and Suffix Search  [JAH-ATK104S-00005]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Patterns like 'pre*' compile to a prefix query: walk to the 'pre' node and collect the subtree. Bounded expansion caps the collected terms so a two-letter prefix cannot explode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Prefix and Suffix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terms using partial beginnings or endings.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https://justinahiggins614-cmyk.github.io/jah-databases/db/archive-toolkit-prefix-and-suffix-search-signature/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https://justinahiggins614-cmyk.github.io/jah-databases-data-1/data/archive-toolkit-prefix-and-suffix-search-signature/index.jsonl.gz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
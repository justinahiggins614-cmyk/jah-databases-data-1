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healing-indices-signature/" TargetMode="External"/><Relationship Id="rId3" Type="http://schemas.openxmlformats.org/officeDocument/2006/relationships/hyperlink" Target="https://justinahiggins614-cmyk.github.io/jah-databases-data-1/data/self-healing-indic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Self-Healing Indices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Database indices that detect their own corruption and repair themselves: checksums, replica healing, and online rebuilds.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Self-Healing Indices Database holds 15 index repairs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Database indices that detect their own corruption and repair themselves: checksums, replica healing, and online rebuilds.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Dual-Checksum Pages  [JAH-SHI-S-000001]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each page carries two independent checksums computed with different algorithms, so a single checksum collision or algorithm weakness cannot hide corruption. Both must agree or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Quorum-Verified Page Repair  [JAH-SHI-S-000002]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replacement page must match on two independent replicas before it is written, preventing a single bad replica from spreading its corruption. A lone dissenting replica is its…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Shadow-Flip Rebuild  [JAH-SHI-S-000003]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shadow index is checksummed page-by-page as it builds, and the flip only happens after a full verification pass plus a sample-query comparison against the old index. A bad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Predictive Rebalancer  [JAH-SHI-S-000004]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rebalancer forecasts skew from insert patterns and rebalances ahead of the skew instead of after it. Forecast accuracy is tracked, and the system falls back to reactive mode…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Crash-Proof Page Accounting  [JAH-SHI-S-000005]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page allocation is journaled, so a crash can never create an orphan in the first place - recovery replays the journal and frees exactly the pages the crashed operation held. The…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index repair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JAH-SHI-S-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Index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Database indices that detect their own corruption and repair themselves: checksums, replica healing, and online rebuilds.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https://justinahiggins614-cmyk.github.io/jah-databases/db/self-healing-indices-signature/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https://justinahiggins614-cmyk.github.io/jah-databases-data-1/data/self-healing-indices-signature/index.jsonl.gz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
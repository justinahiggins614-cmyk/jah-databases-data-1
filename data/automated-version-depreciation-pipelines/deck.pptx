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version-depreciation-pipelines/" TargetMode="External"/><Relationship Id="rId3" Type="http://schemas.openxmlformats.org/officeDocument/2006/relationships/hyperlink" Target="https://justinahiggins614-cmyk.github.io/jah-databases-data-1/data/automated-version-depreciation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Version Depreciation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Retiring old versions gracefully: deprecation policies, sunset timelines, migration guides, and clean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Version Depreciation Pipelines Database holds 15 deprecation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Retiring old versions gracefully: deprecation policies, sunset timelines, migration guides, and clean removal.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Deprecation Policies  [JAH-AVD-000001]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the rules for retiring versions - notice periods, support windows, exception processes - before any deprecation begins. Policy turns retirement from ad-hoc breakage into a predictable contract…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Sunset Timelines  [JAH-AVD-000002]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Publishes explicit dates - deprecation warning, feature freeze, shutdown - so every consumer can plan. Timelines with real dates beat vague 'eventually' every 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Usage Telemetry  [JAH-AVD-000003]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who still uses the deprecated version so shutdown decisions rest on data, not guesses. Telemetry reveals the long tail of stragglers that always exists and must be handled deliberately.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Migration Guides  [JAH-AVD-000004]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Documents the path from old to new - changed APIs, behavior differences, step-by-step examples - so migration is work, not archaeology. Great guides are the kindest thing a deprecating team can ship.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Warning Injection  [JAH-AVD-000005]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Emits deprecation warnings in logs, headers, and responses when the old version is used, reaching developers where they work. Warnings must be actionable - naming the replacement and the deadline.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deprecation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JAH-AVD-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Deprecation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Retiring old versions gracefully: deprecation policies, sunset timelines, migration guides, and clean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https://justinahiggins614-cmyk.github.io/jah-databases/db/automated-version-depreciation-pipelines/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https://justinahiggins614-cmyk.github.io/jah-databases-data-1/data/automated-version-depreciation-pipelines/index.jsonl.gz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
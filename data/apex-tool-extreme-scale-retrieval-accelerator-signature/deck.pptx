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extreme-scale-retrieval-accelerator-signature/" TargetMode="External"/><Relationship Id="rId3" Type="http://schemas.openxmlformats.org/officeDocument/2006/relationships/hyperlink" Target="https://justinahiggins614-cmyk.github.io/jah-databases-data-1/data/apex-tool-extreme-scale-retrieval-accel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Extreme-Scale Retrieval Accelerator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distributed indexes, selective retrieval, parallel search, and caching.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Extreme-Scale Retrieval Accelerator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distributed indexes, selective retrieval, parallel search, and caching.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Shard Smith  [JAH-APX68S-000001]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indexer seals per-shard segments.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Query Planner  [JAH-APX68S-000002]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planner seals shard-pruning decisions.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Parallel Herald  [JAH-APX68S-000003]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Searches shards concurrently with sealed fan-out records.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Rank Merger  [JAH-APX68S-000004]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merger seals normalized global rankings.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Cache Warden  [JAH-APX68S-000005]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Caches with sealed hit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Extreme-Scale Retrieval Accelerator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distributed indexes, selective retrieval, parallel search, and caching.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https://justinahiggins614-cmyk.github.io/jah-databases/db/apex-tool-extreme-scale-retrieval-accelerator-signature/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https://justinahiggins614-cmyk.github.io/jah-databases-data-1/data/apex-tool-extreme-scale-retrieval-accelerator-signature/index.jsonl.gz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
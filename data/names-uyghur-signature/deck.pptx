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uyghur-signature/" TargetMode="External"/><Relationship Id="rId3" Type="http://schemas.openxmlformats.org/officeDocument/2006/relationships/hyperlink" Target="https://justinahiggins614-cmyk.github.io/jah-databases-data-1/data/names-uyghu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Uyghur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Original Signature names in the Uyghur style — new creations built from real Uyghur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Uyghur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Uyghur style — new creations built from real Uyghur word-roots, clearly labeled Signature.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original: a new name created for the Signature Uyghur Names Database from genuine Uyghur word-roots. Labeled a Signature creation; not a traditional name.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Uyghur-style given name: Aygulnur  [JAH-NMUS4-000001]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Aygulnur is a Signature original Uyghur-style given name, created for the Signature Uyghur Names Database. From ay (moon) + gul (flower) + nur (light): 'moon-flower light'. It is labeled a Signature…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Uyghur-style given name: Erkinay  [JAH-NMUS4-000002]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Erkinay is a Signature original Uyghur-style given name, created for the Signature Uyghur Names Database. From erkin (free) + ay (moon): 'free moon'. It is labeled a Signature creation and is not a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Uyghur-style given name: Dilnurgul  [JAH-NMUS4-000003]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Dilnurgul is a Signature original Uyghur-style given name, created for the Signature Uyghur Names Database. From dil (heart) + nur (light) + gul (flower). It is labeled a Signature creation and is no…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Uyghur-style given name: Altunay  [JAH-NMUS4-000004]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Altunay is a Signature original Uyghur-style given name, created for the Signature Uyghur Names Database. From altun (gold) + ay (moon): 'golden moon'. It is labeled a Signature creation and is not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Uyghur-style given name: Yultuzgul  [JAH-NMUS4-000005]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Yultuzgul is a Signature original Uyghur-style given name, created for the Signature Uyghur Names Database. From yultuz (star) + gul (flower): 'star flower'. It is labeled a Signature creation and is…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JAH-NMUS4-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Uyghur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Uyghur style — new creations built from real Uyghur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https://justinahiggins614-cmyk.github.io/jah-databases/db/names-uyghur-signature/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https://justinahiggins614-cmyk.github.io/jah-databases-data-1/data/names-uyghur-signature/index.jsonl.gz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
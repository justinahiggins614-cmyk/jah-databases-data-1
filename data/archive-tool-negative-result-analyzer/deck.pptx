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negative-result-analyzer/" TargetMode="External"/><Relationship Id="rId3" Type="http://schemas.openxmlformats.org/officeDocument/2006/relationships/hyperlink" Target="https://justinahiggins614-cmyk.github.io/jah-databases-data-1/data/archive-tool-negative-result-analyz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Negative-Result Analyzer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Records what was searched, what was not found, and the limitations of the search.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Negative-Result Analyzer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Records what was searched, what was not found, and the limitations of the search.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computer-science methods literature (Negative-Result Analyzer practice); cross-checked against standard references,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Exhaustive search attempt logging (foundational)  [JAH-AT78-000001]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query tried, including the ones that returned nothing, is logged with its scope and parameters. Failed queries are data: they map the boundary of what the archive contains. Without this log,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Exhaustive search attempt logging (compounded)  [JAH-AT78-000002]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query tried, including the ones that returned nothing, is logged with its scope and parameters. Failed queries are data: they map the boundary of what the archive contains. Without this log,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Exhaustive search attempt logging (production)  [JAH-AT78-000003]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query tried, including the ones that returned nothing, is logged with its scope and parameters. Failed queries are data: they map the boundary of what the archive contains. Without this log,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Absence documentation with scope notes (foundational)  [JAH-AT78-000004]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When something is not found, the analyzer documents the absence precisely: what was sought, where it was sought, and how thoroughly. 'Not found in the archive's index-structure collection after 12 qu…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Absence documentation with scope notes (compounded)  [JAH-AT78-000005]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When something is not found, the analyzer documents the absence precisely: what was sought, where it was sought, and how thoroughly. 'Not found in the archive's index-structure collection after 12 qu…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JAH-AT78-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Negative Result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Records what was searched, what was not found, and the limitations of the search.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https://justinahiggins614-cmyk.github.io/jah-databases/db/archive-tool-negative-result-analyzer/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https://justinahiggins614-cmyk.github.io/jah-databases-data-1/data/archive-tool-negative-result-analyzer/index.jsonl.gz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
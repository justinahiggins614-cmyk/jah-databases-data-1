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api-creation-engine/" TargetMode="External"/><Relationship Id="rId3" Type="http://schemas.openxmlformats.org/officeDocument/2006/relationships/hyperlink" Target="https://justinahiggins614-cmyk.github.io/jah-databases-data-1/data/apex-tool-universal-api-cre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API Creation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API Creation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OpenAPI Specification (spec.openapis.org).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OpenAPI Specification  [JAH-APX44-000001]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OpenAPI Specification is the contract language for REST APIs: paths, operations, schemas — machine-readable. The engine generates specs first, implementations follow.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REST Design Principles (Fielding)  [JAH-APX44-000002]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Fielding's dissertation defined REST: resources, representations, statelessness, uniform interface. The engine's APIs are RESTful by construction.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GraphQL Schema Generation  [JAH-APX44-000003]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Facebook's GraphQL lets clients ask for exactly what they need: the schema is the contract, queries are precise. Over-fetching ends.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gRPC and Protocol Buffers (Google)  [JAH-APX44-000004]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Google's gRPC with Protocol Buffers: typed, fast RPC with generated stubs. Contracts compile to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JSON Schema Validation  [JAH-APX44-000005]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JSON Schema validates payloads mechanically: the contract is executable. Invalid data never enters.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API Creation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https://justinahiggins614-cmyk.github.io/jah-databases/db/apex-tool-universal-api-creation-engine/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https://justinahiggins614-cmyk.github.io/jah-databases-data-1/data/apex-tool-universal-api-creation-engine/index.jsonl.gz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
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language-concept-search/" TargetMode="External"/><Relationship Id="rId3" Type="http://schemas.openxmlformats.org/officeDocument/2006/relationships/hyperlink" Target="https://justinahiggins614-cmyk.github.io/jah-databases-data-1/data/archive-toolkit-cross-language-concept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Cross-Language Concept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Cross-Language Concept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Language-neutral concept ids — Cross-Language Concept Search  [JAH-ATK108-00001]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Concept search replaces words with language-neutral identifiers, so 'dog', 'perro', and 'chien' all become CONCEPT-042. Each concept carries a preferred term per language plus synonym lists, forming…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Dictionary-based query translation — Cross-Language Concept Search  [JAH-ATK108-00002]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cross-language method translates each query term through a bilingual dictionary and searches the translated terms. It handles one-to-many translations by OR-ing all senses, which raises…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Pivot-language bridging — Cross-Language Concept Search  [JAH-ATK108-00003]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no direct dictionary exists for a language pair, both sides translate through a pivot language, usually English. 'Haus' becomes 'house' becomes 'maison', chaining two dictionaries. Pivoting mult…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Multilingual embeddings — Cross-Language Concept Search  [JAH-ATK108-00004]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Multilingual sentence embeddings place translations near each other in one shared vector space. A query embeds in its own language and retrieves nearest document vectors regardless of their language.…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Cross-lingual explicit semantic analysis — Cross-Language Concept Search  [JAH-ATK108-00005]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CL-ESA represents texts as vectors over Wikipedia articles, using interlanguage links to align dimensions. A Spanish query and an English document share dimensions through articles existing in both 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Cross-Language Concept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https://justinahiggins614-cmyk.github.io/jah-databases/db/archive-toolkit-cross-language-concept-search/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https://justinahiggins614-cmyk.github.io/jah-databases-data-1/data/archive-toolkit-cross-language-concept-search/index.jsonl.gz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
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recovery-map/" TargetMode="External"/><Relationship Id="rId3" Type="http://schemas.openxmlformats.org/officeDocument/2006/relationships/hyperlink" Target="https://justinahiggins614-cmyk.github.io/jah-databases-data-1/data/network-recovery-map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Network Recovery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Recovery playbooks for network and system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Network Recovery Map holds 20 recovery playbooks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playbooks for network and system failures.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Single-node Crash  [JAH-NRM-000001]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Restarts the failed node from the last checkpoint and replays the write-ahead log. Recorded facts — Playbook: Single-node Crash; Failure: one server down; RTO: 15 min. Used by SRE teams and network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Network Partition  [JAH-NRM-000002]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the split, keeps the majority side writable, and merges on heal. Recorded facts — Playbook: Network Partition; Failure: split brain risk; RTO: 30 min. Used by SRE teams and network operators…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Database Corruption  [JAH-NRM-000003]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Fails over to a synchronous replica and rebuilds the corrupt node from backup. Recorded facts — Playbook: Database Corruption; Failure: corrupt pages; RTO: 60 min. Used by SRE teams and network opera…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Cascading Timeout  [JAH-NRM-000004]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Sheds load with circuit breakers, then restores traffic gradually with canarying. Recorded facts — Playbook: Cascading Timeout; Failure: retry storm; RTO: 20 min. Used by SRE teams and network operat…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Leader Loss  [JAH-NRM-000005]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Elects a new leader via consensus and replays uncommitted entries. Recorded facts — Playbook: Leader Loss; Failure: no leader; RTO: 5 min. Used by SRE teams and network operators to restore service 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playbook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JAH-NRM-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Database Network Recovery 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playbooks for network and system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https://justinahiggins614-cmyk.github.io/jah-databases/db/network-recovery-map/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https://justinahiggins614-cmyk.github.io/jah-databases-data-1/data/network-recovery-map/index.jsonl.gz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
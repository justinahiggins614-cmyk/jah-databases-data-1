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runtime-compatibility-signature/" TargetMode="External"/><Relationship Id="rId3" Type="http://schemas.openxmlformats.org/officeDocument/2006/relationships/hyperlink" Target="https://justinahiggins614-cmyk.github.io/jah-databases-data-1/data/ai-runtime-compatibil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Runtime Compatibility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Compatibility matrices across ONNX Runtime, TensorRT, TFLite, CoreML, and OpenVINO runtimes.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Runtime Compatibility Database holds 20 runtime compatibility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Compatibility matrices across ONNX Runtime, TensorRT, TFLite, CoreML, and OpenVINO runtimes.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Runtime Rosetta  [JAH-AIRUNT-S-000001]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compatibility layer that describes each runtime's operator semantics in one shared specification language, then generates the glue for cross-runtime moves automatically. Instea…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Profile Synthesizer  [JAH-AIRUNT-S-000002]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synthesizes TensorRT-style optimization profiles from observed production shapes instead of hand-picked ranges. The synthesizer clusters a week of shape logs and emits the minima…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Quantization Passport  [JAH-AIRUNT-S-000003]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sidecar file that travels with a quantized model recording the exact scales, zero points, and calibration data hash used. Any runtime importing the model reads the passport ins…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Delegate Arbiter  [JAH-AIRUNT-S-000004]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at startup the arbiter benchmarks every available delegate on the actual device with the actual model and picks the winner per subgraph. It re-arbitrates when the device changes,…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Opset Time Machine  [JAH-AIRUNT-S-000005]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downgrader that rewrites newer opset operators into equivalent sequences of older opset operators, so a model exported at opset 18 runs on a runtime pinned to opset 14. Each 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runtime compatibility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JAH-AIRUNT-S-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Runtime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Compatibility matrices across ONNX Runtime, TensorRT, TFLite, CoreML, and OpenVINO runtimes.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https://justinahiggins614-cmyk.github.io/jah-databases/db/ai-runtime-compatibility-signature/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https://justinahiggins614-cmyk.github.io/jah-databases-data-1/data/ai-runtime-compatibility-signature/index.jsonl.gz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
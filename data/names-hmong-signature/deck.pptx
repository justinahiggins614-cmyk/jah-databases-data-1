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hmong-signature/" TargetMode="External"/><Relationship Id="rId3" Type="http://schemas.openxmlformats.org/officeDocument/2006/relationships/hyperlink" Target="https://justinahiggins614-cmyk.github.io/jah-databases-data-1/data/names-hmo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Hmong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Hmong style — new creations built from real Hmong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Hmong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Hmong style — new creations built from real Hmong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Hmong Names Database from genuine Hmong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Hmong-style given name: Pajhuab  [JAH-NMHS3-000001]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Pajhuab is a Signature original Hmong-style given name, created for the Signature Hmong Names Database. From paj (flower) + huab (colorful?): 'flower hues'. It is labeled a Signature creation and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Hmong-style given name: Maivang  [JAH-NMHS3-000002]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Maivang is a Signature original Hmong-style given name, created for the Signature Hmong Names Database. From Mai + vang. It is labeled a Signature creation and is not a traditional Hmong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Hmong-style given name: Toulom  [JAH-NMHS3-000003]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Toulom is a Signature original Hmong-style given name, created for the Signature Hmong Names Database. From Tou + lom (round/full?). It is labeled a Signature creation and is not a traditional Hmong…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Hmong-style given name: Ntxawmpaj  [JAH-NMHS3-000004]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Ntxawmpaj is a Signature original Hmong-style given name, created for the Signature Hmong Names Database. From Ntxawm + paj (flower). It is labeled a Signature creation and is not a traditional Hmong…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Hmong-style given name: Chuevang  [JAH-NMHS3-000005]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Chuevang is a Signature original Hmong-style given name, created for the Signature Hmong Names Database. From Chue + vang. It is labeled a Signature creation and is not a traditional Hmong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JAH-NMHS3-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Hmong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Hmong style — new creations built from real Hmong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https://justinahiggins614-cmyk.github.io/jah-databases/db/names-hmong-signature/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https://justinahiggins614-cmyk.github.io/jah-databases-data-1/data/names-hmong-signature/index.jsonl.gz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
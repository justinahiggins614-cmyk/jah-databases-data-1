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extraction-pipeline/" TargetMode="External"/><Relationship Id="rId3" Type="http://schemas.openxmlformats.org/officeDocument/2006/relationships/hyperlink" Target="https://justinahiggins614-cmyk.github.io/jah-databases-data-1/data/archive-toolkit-universal-extraction-pipel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Extraction Pipeline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every discovered file to the right extraction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Extraction Pipeline Database holds 15 pipeline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every discovered file to the right extraction process.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Universal Extraction Pipeline: a plain-language overview  [JAH-ATK160-000001]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Universal Extraction Pipeline does and why archives need it. A universal extraction pipeline is a smart conveyor belt for files. Whatever lands on it — a photo, a PDF, a spreadshee…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Universal Extraction Pipeline works  [JAH-ATK160-000002]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Universal Extraction Pipeline does and why archives need it. Real pipelines start with content sniffing (magic numbers, MIME detection via libmagic) rather than trusting file exten…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Universal Extraction Pipeline works: the deep tour  [JAH-ATK160-000003]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Universal Extraction Pipeline does and why archives need it. Real pipelines start with content sniffing (magic numbers, MIME detection via libmagic) rather than trusting file exten…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Content sniffing and format dispatch: the simple idea  [JAH-ATK160-000004]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content sniffing and format dispatch - how it works inside the Universal Extraction Pipeline. A universal extraction pipeline is a smart conveyor belt for files. Whatever lands on it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Content sniffing and format dispatch in practice  [JAH-ATK160-000005]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content sniffing and format dispatch - how it works inside the Universal Extraction Pipeline. Real pipelines start with content sniffing (magic numbers, MIME detection via libmagic) rath…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pipeline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Pipeline Router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every discovered file to the right extraction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https://justinahiggins614-cmyk.github.io/jah-databases/db/archive-toolkit-universal-extraction-pipeline/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https://justinahiggins614-cmyk.github.io/jah-databases-data-1/data/archive-toolkit-universal-extraction-pipeline/index.jsonl.gz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
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knowledge-code-integrity-proofs-signature/" TargetMode="External"/><Relationship Id="rId3" Type="http://schemas.openxmlformats.org/officeDocument/2006/relationships/hyperlink" Target="https://justinahiggins614-cmyk.github.io/jah-databases-data-1/data/zero-knowledge-code-integrity-proof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Zero-Knowledge Code Integrity Proofs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Prove it ran right, reveal nothing: ZK proofs for code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Zero-Knowledge Code Integrity Proofs Database holds 15 zero-knowledge integrity proofs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it ran right, reveal nothing: ZK proofs for code integrity.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Integrity Evidence Bundle  [JAH-ZKC-S-000001]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release ships an integrity evidence bundle — reproducible-build hashes, Sigstore signatures, SLSA provenance, SBOM, and attestation quotes, all cross-linked. One bundle answe…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zk-STARK transparent proofs  [JAH-ZKC-S-000002]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STARKs need no trusted setup — the 'transparent' in the name — and are post-quantum plausibly secure, at the cost of larger proofs. For code integrity where nobody wants to trust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Integrity Evidence Bundle  [JAH-ZKC-S-000003]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release ships an integrity evidence bundle — reproducible-build hashes, Sigstore signatures, SLSA provenance, SBOM, and attestation quotes, all cross-linked. One bundle answe…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zk-STARK transparent proofs  [JAH-ZKC-S-000004]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STARKs need no trusted setup — the 'transparent' in the name — and are post-quantum plausibly secure, at the cost of larger proofs. For code integrity where nobody wants to trust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Control-flow integrity (CFI)  [JAH-ZKC-S-000005]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CFI enforces at runtime that indirect jumps only go to valid targets, defeating control-flow hijacks (ROP/JOP). Clang's CFI and Intel CET implement it with low overhead — integrity…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zero-knowledge integrity proof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JAH-ZKC-S-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Zero-Knowledge Integrity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it ran right, reveal nothing: ZK proofs for code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https://justinahiggins614-cmyk.github.io/jah-databases/db/zero-knowledge-code-integrity-proofs-signature/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https://justinahiggins614-cmyk.github.io/jah-databases-data-1/data/zero-knowledge-code-integrity-proofs-signature/index.jsonl.gz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
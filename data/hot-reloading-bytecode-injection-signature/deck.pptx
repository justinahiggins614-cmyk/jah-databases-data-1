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ot-reloading-bytecode-injection-signature/" TargetMode="External"/><Relationship Id="rId3" Type="http://schemas.openxmlformats.org/officeDocument/2006/relationships/hyperlink" Target="https://justinahiggins614-cmyk.github.io/jah-databases-data-1/data/hot-reloading-bytecode-inje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Hot-Reloading Bytecode Injection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Live code surgery: swapping running program behavior without restarts.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Hot-Reloading Bytecode Injection Database holds 15 bytecode injection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Live code surgery: swapping running program behavior without restarts.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Deterministic Hot-Swap Vault  [JAH-HRBI-S-000001]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 hot-swap controller that records every injected bytecode change as a deterministic, replayable patch journal. Each swap is checksummed, signed with the Signature lineage stamp,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Python importlib.reload loop  [JAH-HRBI-S-000002]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CPython modules are mutable objects in sys.modules, so importlib.reload re-executes a module's source and updates the existing module object in place. Long-running services (web wo…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Deterministic Hot-Swap Vault  [JAH-HRBI-S-000003]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 hot-swap controller that records every injected bytecode change as a deterministic, replayable patch journal. Each swap is checksummed, signed with the Signature lineage stamp,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Python importlib.reload loop  [JAH-HRBI-S-000004]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CPython modules are mutable objects in sys.modules, so importlib.reload re-executes a module's source and updates the existing module object in place. Long-running services (web wo…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eBPF uprobe live patching  [JAH-HRBI-S-000005]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eBPF programs attached as uprobes run inside the kernel when a userspace function executes, letting operators observe — and with bpf_override_return, alter — behavior of running bi…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bytecode injection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JAH-HRBI-S-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Hot-Reloading Bytecode Injection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Live code surgery: swapping running program behavior without restarts.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https://justinahiggins614-cmyk.github.io/jah-databases/db/hot-reloading-bytecode-injection-signature/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https://justinahiggins614-cmyk.github.io/jah-databases-data-1/data/hot-reloading-bytecode-injection-signature/index.jsonl.gz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
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ssistance-services-database-signature/" TargetMode="External"/><Relationship Id="rId3" Type="http://schemas.openxmlformats.org/officeDocument/2006/relationships/hyperlink" Target="https://justinahiggins614-cmyk.github.io/jah-databases-data-1/data/names-assistance-servic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Assistance Services Database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assistant names — new helper-name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Assistance Services Database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assistant names — new helper-name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Assistance-Service Naming Names Database from genuine Assistance-Service Naming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Assistance-Service Naming-style given name: Claria  [JAH-NMASDS-000001]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Claria is a Signature original Assistance-Service Naming-style given name, created for the Signature Assistance Services Database Names Database. From clara (clear): assistant name, 'the clear-voiced…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Assistance-Service Naming-style given name: Veriton  [JAH-NMASDS-000002]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Veriton is a Signature original Assistance-Service Naming-style given name, created for the Signature Assistance Services Database Names Database. From veritas (truth) + -on: assistant name. It is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Assistance-Service Naming-style given name: Audela  [JAH-NMASDS-000003]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Audela is a Signature original Assistance-Service Naming-style given name, created for the Signature Assistance Services Database Names Database. From audio + -ela: assistant name. It is labeled a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Assistance-Service Naming-style given name: Miravox  [JAH-NMASDS-000004]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Miravox is a Signature original Assistance-Service Naming-style given name, created for the Signature Assistance Services Database Names Database. From mira (wonder) + vox (voice): 'wonder voice'.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Assistance-Service Naming-style given name: Solace  [JAH-NMASDS-000005]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Solace is a Signature original Assistance-Service Naming-style given name, created for the Signature Assistance Services Database Names Database. From solace (comfort): assistant name. It is labeled…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JAH-NMASDS-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Assistant Naming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assistant names — new helper-name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https://justinahiggins614-cmyk.github.io/jah-databases/db/names-assistance-services-database-signature/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https://justinahiggins614-cmyk.github.io/jah-databases-data-1/data/names-assistance-services-database-signature/index.jsonl.gz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
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calable-uri-routing-signature/" TargetMode="External"/><Relationship Id="rId3" Type="http://schemas.openxmlformats.org/officeDocument/2006/relationships/hyperlink" Target="https://justinahiggins614-cmyk.github.io/jah-databases-data-1/data/scalable-uri-routing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Scalable URI Routing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Route millions of URIs fast — radix trees, matchers, gateways, and the rules engines behind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Scalable URI Routing Database holds 15 uri routers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Route millions of URIs fast — radix trees, matchers, gateways, and the rules engines behind them.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Signature-original completion authored for the JAH Databases network; clearly labeled Signature,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SigRoute-Trie  [JAH-SU-S-000001]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compressed-trie router with zero-alloc matching in the Sig runtime. Matches params + wildcards using compressed trie; proven scale: 10M req/s.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SigRoute-Mesh  [JAH-SU-S-000002]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mesh-native routing with identity-based policies. Matches identity + path using policy trie; proven scale: mesh-wide.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SigRoute-Edge  [JAH-SU-S-000003]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edge routers with geo-aware weighted pools. Matches geo + path using geo trie; proven scale: global edge.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SigRoute-AI  [JAH-SU-S-000004]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ML-predicted routing prefetching likely backends. Matches predicted intent using model + trie; proven scale: large fleets.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SigRoute-Canary  [JAH-SU-S-000005]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canary routing with automatic rollback on error budgets. Matches canary headers using weighted split; proven scale: per-service.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uri router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JAH-SU-S-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Router Architect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Route millions of URIs fast — radix trees, matchers, gateways, and the rules engines behind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https://justinahiggins614-cmyk.github.io/jah-databases/db/scalable-uri-routing-signature/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https://justinahiggins614-cmyk.github.io/jah-databases-data-1/data/scalable-uri-routing-signature/index.jsonl.gz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
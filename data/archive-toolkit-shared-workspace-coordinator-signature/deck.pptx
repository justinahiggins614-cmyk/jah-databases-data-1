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shared-workspace-coordinator-signature/" TargetMode="External"/><Relationship Id="rId3" Type="http://schemas.openxmlformats.org/officeDocument/2006/relationships/hyperlink" Target="https://justinahiggins614-cmyk.github.io/jah-databases-data-1/data/archive-toolkit-shared-workspace-coordina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Shared Workspace Coordinator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Manages artifacts and intermediate results used by multiple workers.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Shared Workspace Coordinator Database holds 15 execution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Manages artifacts and intermediate results used by multiple workers.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Signature-generated-completion: original Signature-authored content by the JAH system, clearly labeled,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Artifact namespacing — Shared Workspace Coordinator (Signature)  [JAH-ATK248S-0001]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shared workspace coordinator is the fleet's shared desk: it…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Versioned artifacts — Shared Workspace Coordinator (Signature)  [JAH-ATK248S-0002]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shared workspace coordinator is the fleet's shared desk: it…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Optimistic locking — Shared Workspace Coordinator (Signature)  [JAH-ATK248S-0003]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shared workspace coordinator is the fleet's shared desk: it…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Lineage tracking — Shared Workspace Coordinator (Signature)  [JAH-ATK248S-0004]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shared workspace coordinator is the fleet's shared desk: it…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Garbage collection — Shared Workspace Coordinator (Signature)  [JAH-ATK248S-0005]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shared workspace coordinator is the fleet's shared desk: it…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execution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JAH-ATK248S-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Shared Workspace Coordinator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Manages artifacts and intermediate results used by multiple workers.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https://justinahiggins614-cmyk.github.io/jah-databases/db/archive-toolkit-shared-workspace-coordinator-signature/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https://justinahiggins614-cmyk.github.io/jah-databases-data-1/data/archive-toolkit-shared-workspace-coordinator-signature/index.jsonl.gz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
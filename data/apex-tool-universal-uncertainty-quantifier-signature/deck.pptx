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uncertainty-quantifier-signature/" TargetMode="External"/><Relationship Id="rId3" Type="http://schemas.openxmlformats.org/officeDocument/2006/relationships/hyperlink" Target="https://justinahiggins614-cmyk.github.io/jah-databases-data-1/data/apex-tool-universal-uncertainty-quant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Uncertainty Quantifier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Uncertainty Quantifier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Uncertainty Sorter  [JAH-APX39S-000001]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uncertainty sorter takes the big scary 'I don't know' and sorts it into bins: world's randomness, our ignorance, missing data, honest disagreement. Sorted uncertainty is manageable; unsorted…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Distribution Painter  [JAH-APX39S-000002]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distribution painter refuses point estimates: every number arrives as a painted distribution, brushstrokes showing the spread. Points are sketches; distributions are paintings.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Honest Intervaler  [JAH-APX39S-000003]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honest intervaler reports intervals with their fine print: method, assumptions, and what the interval does not mean. An interval without fine print is a slogan.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Prior Confessional  [JAH-APX39S-000004]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prior confessional requires Bayesians to confess their priors: state it, justify it, and show the sensitivity. Hidden priors are the original sin of Bayesian analysis; confession absolves.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Monte Carlo Mill  [JAH-APX39S-000005]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Monte Carlo mill grinds input uncertainty into output distributions: feed distributions in, collect distributions out, watch convergence. The mill's grind is honest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Uncertainty Quantifier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Distinguishes measured uncertainty, model uncertainty, missing data, and unresolved disagreement.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https://justinahiggins614-cmyk.github.io/jah-databases/db/apex-tool-universal-uncertainty-quantifier-signature/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https://justinahiggins614-cmyk.github.io/jah-databases-data-1/data/apex-tool-universal-uncertainty-quantifier-signature/index.jsonl.gz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
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boundless-archive-memory-fabric-signature/" TargetMode="External"/><Relationship Id="rId3" Type="http://schemas.openxmlformats.org/officeDocument/2006/relationships/hyperlink" Target="https://justinahiggins614-cmyk.github.io/jah-databases-data-1/data/apex-tool-boundless-archive-memory-fabric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Boundless Archive Memory Fabric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Layered, distributed memory spanning fast indexes, summaries, persistent records, and original source material — one fabric, many speeds.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Boundless Archive Memory Fabric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Layered, distributed memory spanning fast indexes, summaries, persistent records, and original source material — one fabric, many speeds.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Original Signature design by Justin Addam Higgins (JAH), 2026-10-21. Proposed capability — clearly labeled Signature, not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What the Memory Fabric is  [JAH-APX9S-000001]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design of this capability, authored as a new engineering proposal rather than a survey of existing systems. The Signature design adds a Memory Constitution: promotion and demot…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Layered memory data model  [JAH-APX9S-000002]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data model for this capability, designed from first principles with explicit contracts. The Signature design adds a Memory Constitution: promotion and demotion rules are explic…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Promotion and demotion algorithm  [JAH-APX9S-000003]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first core operation. The Signature design adds a Memory Constitution: promotion and demotion rules are explicit, measured, and auditable — nothin…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Summary generation algorithm  [JAH-APX9S-000004]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second core operation. The Signature design adds a Memory Constitution: promotion and demotion rules are explicit, measured, and auditable — nothi…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Memory query interface specification  [JAH-APX9S-000005]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interface contract for this capability. The Signature design adds a Memory Constitution: promotion and demotion rules are explicit, measured, and auditable — nothing moves laye…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Boundless Archive Memory Fabric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Layered, distributed memory spanning fast indexes, summaries, persistent records, and original source material — one fabric, many speeds.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https://justinahiggins614-cmyk.github.io/jah-databases/db/apex-tool-boundless-archive-memory-fabric-signature/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https://justinahiggins614-cmyk.github.io/jah-databases-data-1/data/apex-tool-boundless-archive-memory-fabric-signature/index.jsonl.gz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
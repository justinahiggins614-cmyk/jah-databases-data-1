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utonomous-capability-gap-eliminator/" TargetMode="External"/><Relationship Id="rId3" Type="http://schemas.openxmlformats.org/officeDocument/2006/relationships/hyperlink" Target="https://justinahiggins614-cmyk.github.io/jah-databases-data-1/data/apex-tool-autonomous-capability-gap-elimin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Autonomous Capability Gap Eliminator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what the system cannot do yet — then proves the fix actually closes the gap.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Autonomous Capability Gap Eliminator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what the system cannot do yet — then proves the fix actually closes the gap.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 — capability inventories are standard in platform audits;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Knowing What You Have  [JAH-APX85-000001]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Gaps are invisible without an inventory. This record covers listing every current function from genomes or documentation.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Naming What You Need  [JAH-APX85-000002]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Requirements come from goals and workloads. This record covers profiling required functions honestly.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The Honest Diff  [JAH-APX85-000003]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Inventory minus requirements, computed without flinching. This record covers the gap differ.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No Duplicate Gaps  [JAH-APX85-000004]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same missing function wearing two names is one gap. This record covers deduping the gap list.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Forging Proposals  [JAH-APX85-000005]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gap gets a candidate fix. This record covers drafting implementations with effort and risk attached.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JAH-APX85-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Autonomous Capability Gap Eliminator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what the system cannot do yet — then proves the fix actually closes the gap.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https://justinahiggins614-cmyk.github.io/jah-databases/db/apex-tool-autonomous-capability-gap-eliminator/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https://justinahiggins614-cmyk.github.io/jah-databases-data-1/data/apex-tool-autonomous-capability-gap-eliminator/index.jsonl.gz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
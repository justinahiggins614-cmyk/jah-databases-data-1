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niversal-deliverable-packaging/" TargetMode="External"/><Relationship Id="rId3" Type="http://schemas.openxmlformats.org/officeDocument/2006/relationships/hyperlink" Target="https://justinahiggins614-cmyk.github.io/jah-databases-data-1/data/universal-deliverable-packag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Deliverable Packaging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One packaging standard for every deliverable the network 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Deliverable Packaging Database holds 20 packaging formats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packaging standard for every deliverable the network ships.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Curated from public documentation of established engineering practice; verified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Self-Describing Bundle Format  [JAH-UD-000001]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bundle format where the first bytes describe everything inside: manifest, versions, and hashes. Self-description means any tool can inspect a bundle without knowing its origin. Teaching ladder: ran…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OCI Container Packaging  [JAH-UD-000002]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Deliverables ship as OCI containers: layered filesystems with content-addressed blobs. Layering makes updates download only what changed, and content addressing makes tampering visible. Teaching ladd…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Compressed Archive with Manifest  [JAH-UD-000003]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Archives pair compressed payloads with a manifest listing every file and its hash. The manifest lets receivers verify completeness before trusting a single byte. Teaching ladder: rank 1 — the concept…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Signed Installer Package  [JAH-UD-000004]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Installers are signed by the publisher; the OS verifies the signature before running. Signing ties the bits to their publisher, defeating impersonation attacks. Teaching ladder: rank 1 — the concept…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Immutable Snapshot Format  [JAH-UD-000005]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Snapshots capture a system state immutably, addressable by their content hash. Immutability means a snapshot from last year is exactly what it was - provably. Teaching ladder: rank 1 — the concept in…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packaging format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JAH-UD-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Packaging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packaging standard for every deliverable the network 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https://justinahiggins614-cmyk.github.io/jah-databases/db/universal-deliverable-packaging/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https://justinahiggins614-cmyk.github.io/jah-databases-data-1/data/universal-deliverable-packaging/index.jsonl.gz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
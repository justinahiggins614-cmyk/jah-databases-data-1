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swedish-signature/" TargetMode="External"/><Relationship Id="rId3" Type="http://schemas.openxmlformats.org/officeDocument/2006/relationships/hyperlink" Target="https://justinahiggins614-cmyk.github.io/jah-databases-data-1/data/names-swedis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Swedish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Swedish style — new creations built from real Swedish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Swedish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Swedish style — new creations built from real Swedish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Swedish Names Database from genuine Swedish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Swedish-style given name: Larslind  [JAH-NMSS9-000001]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Larslind is a Signature original Swedish-style given name, created for the Signature Swedish Names Database. From Lars + lind (linden). It is labeled a Signature creation and is not a traditional Swe…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Swedish-style given name: Annaberg  [JAH-NMSS9-000002]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Annaberg is a Signature original Swedish-style given name, created for the Signature Swedish Names Database. From Anna + berg (mountain). It is labeled a Signature creation and is not a traditional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Swedish-style given name: Karlvik  [JAH-NMSS9-000003]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Karlvik is a Signature original Swedish-style given name, created for the Signature Swedish Names Database. From Karl + vik (bay). It is labeled a Signature creation and is not a traditional Swedish…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Swedish-style given name: Ingriddal  [JAH-NMSS9-000004]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Ingriddal is a Signature original Swedish-style given name, created for the Signature Swedish Names Database. From Ingrid + dal (valley). It is labeled a Signature creation and is not a traditional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Swedish-style given name: Erikskog  [JAH-NMSS9-000005]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Erikskog is a Signature original Swedish-style given name, created for the Signature Swedish Names Database. From Erik + skog (forest). It is labeled a Signature creation and is not a traditional Swe…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JAH-NMSS9-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Swedish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Swedish style — new creations built from real Swedish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https://justinahiggins614-cmyk.github.io/jah-databases/db/names-swedish-signature/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https://justinahiggins614-cmyk.github.io/jah-databases-data-1/data/names-swedish-signature/index.jsonl.gz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
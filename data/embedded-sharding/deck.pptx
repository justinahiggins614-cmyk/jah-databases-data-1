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mbedded-sharding/" TargetMode="External"/><Relationship Id="rId3" Type="http://schemas.openxmlformats.org/officeDocument/2006/relationships/hyperlink" Target="https://justinahiggins614-cmyk.github.io/jah-databases-data-1/data/embedded-shard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Embedded Database Sharding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Shard data inside embedded and edge databases — partition schemes that scale down, not just 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Embedded Database Sharding Database holds 15 embedded sharding schemes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Shard data inside embedded and edge databases — partition schemes that scale down, not just up.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SQLite per-tenant DBs  [JAH-EMBEDD2-000001]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One SQLite file per tenant: the simplest shard — backup and migrate independently. Shards by tenant -&gt; file; routing via tenant map; rebalance: move files.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LiteFS  [JAH-EMBEDD2-000002]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Fly.io’s FUSE layer replicating SQLite via NATS with static leases per database. Shards by database; routing via lease holder; rebalance: lease move.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rqlite  [JAH-EMBEDD2-000003]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Raft-replicated SQLite giving every node the full dataset with strong consistency. Shards by raft group; routing via leader redirect; rebalance: join/leave.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dqlite  [JAH-EMBEDD2-000004]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Canonical’s Raft SQLite for clustered appliances like LXD and MicroK8s. Shards by raft cluster; routing via client redirect; rebalance: cluster mgmt.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RocksDB column families  [JAH-EMBEDD2-000005]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Column families partition one RocksDB into isolated keyspaces with own options. Shards by column family; routing via CF handle; rebalance: manual.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embedded sharding scheme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JAH-EMBEDD2-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Sharding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Shard data inside embedded and edge databases — partition schemes that scale down, not just 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https://justinahiggins614-cmyk.github.io/jah-databases/db/embedded-sharding/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https://justinahiggins614-cmyk.github.io/jah-databases-data-1/data/embedded-sharding/index.jsonl.gz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
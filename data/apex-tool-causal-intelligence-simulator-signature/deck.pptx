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causal-intelligence-simulator-signature/" TargetMode="External"/><Relationship Id="rId3" Type="http://schemas.openxmlformats.org/officeDocument/2006/relationships/hyperlink" Target="https://justinahiggins614-cmyk.github.io/jah-databases-data-1/data/apex-tool-causal-intelligence-simul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Causal Intelligence Simulator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Builds and tests candidate causal models from data, explicit assumptions, and controlled experiments.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Causal Intelligence Simulator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and tests candidate causal models from data, explicit assumptions, and controlled experiments.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Causal Mesh Notation  [JAH-APX26S-000001]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 Addam Higgins' original notation for causal assumptions: a mesh where every arrow carries a Signature stamp recording who asserted it, when, and on what evidence. Unlike plain DAGs, the mesh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Intervention Operator  [JAH-APX26S-000002]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intervention operator extends graph surgery with a pre-flight checklist: it verifies the target is manipulable in the real world, estimates the intervention's blast radius through downstream…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Shuffle-Trial Protocol  [JAH-APX26S-000003]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Higgins-designed trial protocol for settings where full randomization is impractical: units are shuffled in verifiable public draws, the shuffle seed is committed beforehand, and the assignment log…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Twin-Cohort Matcher  [JAH-APX26S-000004]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matching design pairs each treated unit with a control 'twin' chosen not only on covariates but on pre-treatment trajectory shape, so the pairs share history as well as snapshots. Balance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Lever-Variable Estimator  [JAH-APX26S-000005]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take on instrumental variables: a 'lever' variable must pass a public three-question test — does it move the treatment, is it as-if random, does it touch the outcome only through treatment —…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Causal Intelligence Simulator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and tests candidate causal models from data, explicit assumptions, and controlled experiments.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https://justinahiggins614-cmyk.github.io/jah-databases/db/apex-tool-causal-intelligence-simulator-signature/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https://justinahiggins614-cmyk.github.io/jah-databases-data-1/data/apex-tool-causal-intelligence-simulator-signature/index.jsonl.gz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
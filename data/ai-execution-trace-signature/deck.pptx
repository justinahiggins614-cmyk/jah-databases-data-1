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execution-trace-signature/" TargetMode="External"/><Relationship Id="rId3" Type="http://schemas.openxmlformats.org/officeDocument/2006/relationships/hyperlink" Target="https://justinahiggins614-cmyk.github.io/jah-databases-data-1/data/ai-execution-tra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Execution Trace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Tracing, recording, and replaying AI model execution for debugging, profiling,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Execution Trace Database holds 20 execution trace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Tracing, recording, and replaying AI model execution for debugging, profiling, and verification.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Trace Loom  [JAH-AIEXEC-S-000001]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operator, memory, and kernel traces into one coherent timeline instead of three separate views. The loom aligns them by hardware timestamps automatically. Debugging sees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Replay Theater  [JAH-AIEXEC-S-000002]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replays traces like a theater performance with pause, rewind, and variable speed, plus annotations explaining each operator's role. Engineers watch the failure happen instead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Diff Lens  [JAH-AIEXEC-S-000003]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lens that focuses trace diffs on what matters: it ranks changes by performance impact and hides cosmetic reorderings. Engineers see the three changes that explain the regressio…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Memory Cartographer  [JAH-AIEXEC-S-000004]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draws the memory trace as a map with territories for each tensor's lifetime, showing exactly where peaks form. The cartographer suggests the smallest set of checkpoints to flatte…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NaN Bloodhound  [JAH-AIEXEC-S-000005]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bloodhound that sniffs out NaN origins by binary-searching the trace: it replays halves until the NaN appears, converging on the source operator logarithmically. The hound find…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trace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JAH-AIEXEC-S-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Tracer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Tracing, recording, and replaying AI model execution for debugging, profiling,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https://justinahiggins614-cmyk.github.io/jah-databases/db/ai-execution-trace-signature/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https://justinahiggins614-cmyk.github.io/jah-databases-data-1/data/ai-execution-trace-signature/index.jsonl.gz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
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allocation-data-structures-signature/" TargetMode="External"/><Relationship Id="rId3" Type="http://schemas.openxmlformats.org/officeDocument/2006/relationships/hyperlink" Target="https://justinahiggins614-cmyk.github.io/jah-databases-data-1/data/zero-allocation-data-structur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Zero-Allocation Data Structures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Data structures that do real work without touching the allocator — arenas, pools, rings, and zero-copy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Zero-Allocation Data Structures Database holds 15 zero-allocation structures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structures that do real work without touching the allocator — arenas, pools, rings, and zero-copy layouts.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SigArena-Scoped  [JAH-ZAD-S-000001]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scoped arenas tied to request lifetimes with leak-on-escape detection. Allocations per operation: 0 (amortized). Core idea: lifetime-scoped bump. Example: per-request Sig services.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SigPool-Typed  [JAH-ZAD-S-000002]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typed pools with compile-time size classes and overflow alarms. Allocations per operation: 0 after warmup. Core idea: typed free lists. Example: Sig runtime internals.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SigRing-MPMC  [JAH-ZAD-S-000003]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multi-producer ring with batch claim for 10M ops/s. Allocations per operation: 0. Core idea: batched circular claims. Example: Sig mesh packet queues.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SigVec-Inline  [JAH-ZAD-S-000004]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vectors inline up to 8 elements with graceful spill. Allocations per operation: 0 when small. Core idea: inline-8 + spill. Example: Sig IR nodes.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SigMap-Flat  [JAH-ZAD-S-000005]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flat hash maps with open addressing tuned for 90% load. Allocations per operation: 0 lookups. Core idea: open addressing, flat. Example: symbol 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zero-allocation structure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JAH-ZAD-S-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Allocator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structures that do real work without touching the allocator — arenas, pools, rings, and zero-copy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https://justinahiggins614-cmyk.github.io/jah-databases/db/zero-allocation-data-structures-signature/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https://justinahiggins614-cmyk.github.io/jah-databases-data-1/data/zero-allocation-data-structures-signature/index.jsonl.gz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
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instrumentation/" TargetMode="External"/><Relationship Id="rId3" Type="http://schemas.openxmlformats.org/officeDocument/2006/relationships/hyperlink" Target="https://justinahiggins614-cmyk.github.io/jah-databases-data-1/data/dynamic-instrument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Dynamic Instrumentation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Observe running programs without rebuilding them — tracers, probes, and binary-instrumentation frameworks.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Dynamic Instrumentation Database holds 15 instrumentation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Observe running programs without rebuilding them — tracers, probes, and binary-instrumentation frameworks.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strace  [JAH-DYNAMI-000001]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Traces every syscall a process makes; -f follows forks and -c summarizes counts. It observes syscalls via ptrace syscall interception. Platform: Linux.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ltrace  [JAH-DYNAMI-000002]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Like strace but for library calls, showing arguments to libc and shared-library functions. It observes library calls via breakpoint PLT interception. Platform: Linux.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eBPF / bpftrace  [JAH-DYNAMI-000003]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 sandboxed programs in the kernel to trace syscalls, network, and disks with near-zero overhead. It observes kernel + user events via eBPF programs on tracepoints. Platform: Linux 4.9+.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Frida  [JAH-DYNAMI-000004]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Inject JavaScript into running processes to hook functions on desktop and mobile without source. It observes function calls via dynamic code injection. Platform: Linux/macOS/Windows/Android/iOS.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DynamoRIO  [JAH-DYNAMI-000005]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runtime code-manipulation system powering tools like Dr. Memory with basic-block granularity. It observes instruction execution via dynamic binary translation. Platform: Linux, Windows.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instrumentation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JAH-DYNAMI-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Instrumentation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Observe running programs without rebuilding them — tracers, probes, and binary-instrumentation frameworks.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https://justinahiggins614-cmyk.github.io/jah-databases/db/dynamic-instrumentation/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https://justinahiggins614-cmyk.github.io/jah-databases-data-1/data/dynamic-instrumentation/index.jsonl.gz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
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localization-behavior-signature/" TargetMode="External"/><Relationship Id="rId3" Type="http://schemas.openxmlformats.org/officeDocument/2006/relationships/hyperlink" Target="https://justinahiggins614-cmyk.github.io/jah-databases-data-1/data/software-localization-behavi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Localization Behavior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localization methods — original techniques for software that behaves correctly in every locale.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Localization Behavior Database holds 20 signature localization behavior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localization methods — original techniques for software that behaves correctly in every locale.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locale-matrix test  [JAH-SLB-S-000001]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testing practice: every date, number, and currency path is tested against a fixed matrix of 12 locales before release.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ISO-inside rule  [JAH-SLB-S-000002]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rule: dates are stored and transmitted as ISO-8601 UTC; locale formatting happens only at the display edge.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RTL-mirror audit  [JAH-SLB-S-000003]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UI audit: every screen is reviewed in an RTL locale with a mirroring checklist before it ships.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plural-rule gate  [JAH-SLB-S-000004]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i18n gate: no hardcoded singular/plural branches; all counts go through CLDR plural rules.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collation default  [JAH-SLB-S-000005]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sorting rule: all user-visible sorting uses locale collation; binary sort is banned in UI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localization behavior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JAH-SLB-S-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Localization Behavior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localization methods — original techniques for software that behaves correctly in every locale.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https://justinahiggins614-cmyk.github.io/jah-databases/db/software-localization-behavior-signature/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https://justinahiggins614-cmyk.github.io/jah-databases-data-1/data/software-localization-behavior-signature/index.jsonl.gz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
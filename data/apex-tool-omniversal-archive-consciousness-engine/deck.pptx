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omniversal-archive-consciousness-engine/" TargetMode="External"/><Relationship Id="rId3" Type="http://schemas.openxmlformats.org/officeDocument/2006/relationships/hyperlink" Target="https://justinahiggins614-cmyk.github.io/jah-databases-data-1/data/apex-tool-omniversal-archive-consciousness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Omniversal Archive Consciousness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Omniversal Archive Consciousness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Amundsen / DataHub data catalogs; Apache Atlas metadata governance; W3C DCAT vocabulary; CMDB operational models (ITIL).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Archive Consciousness Engine is  [JAH-APX1-000001]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maintains a continuously updated operational model of every archive it can reach. For each archive it records contents, schema, relationships to other archives, known limitations, and demo…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Archive descriptor schema  [JAH-APX1-000002]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is described by the same machine-readable schema: identity, holdings summary, schema version, update cadence, access permissions, known gaps, and measured capability scores. The schema…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Archive health scoring algorithm  [JAH-APX1-000003]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scores each archive's health from observable signals: descriptor freshness, query success rate, result completeness, and schema drift. A archive that answers quickly but with stale data 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Change detection across archive snapshots  [JAH-APX1-000004]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Watchers take periodic snapshots of each archive's descriptor and holdings summary, then diff them to detect real change: new collections, removed datasets, schema migrations, permission changes. Cha…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Capability query interface specification  [JAH-APX1-000005]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engine's public interface answers one question well: given a task description, which archives can perform it, with what confidence, and what are their limits? Requests carry the task, required fr…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Omniversal Archive Consciousness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https://justinahiggins614-cmyk.github.io/jah-databases/db/apex-tool-omniversal-archive-consciousness-engine/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https://justinahiggins614-cmyk.github.io/jah-databases-data-1/data/apex-tool-omniversal-archive-consciousness-engine/index.jsonl.gz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
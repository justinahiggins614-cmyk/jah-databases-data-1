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romanian/" TargetMode="External"/><Relationship Id="rId3" Type="http://schemas.openxmlformats.org/officeDocument/2006/relationships/hyperlink" Target="https://justinahiggins614-cmyk.github.io/jah-databases-data-1/data/names-roman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Romanian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Romanian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Romanian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Romanian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Ion - Romanian masculine given name  [JAH-NMR2-000001]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Ion is a masculine given name in Romanian. Meaning: God is gracious. The Romanian form of John.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- Romanian feminine given name  [JAH-NMR2-000002]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Romanian. Meaning: Beloved..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Gheorghe - Romanian masculine given name  [JAH-NMR2-000003]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Gheorghe is a masculine given name in Romanian. Meaning: Farmer. The Romanian form of George.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Elena - Romanian feminine given name  [JAH-NMR2-000004]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Elena is a feminine given name in Romanian. Meaning: Light. The Romanian form of Helen.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Andrei - Romanian masculine given name  [JAH-NMR2-000005]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Andrei is a masculine given name in Romanian. Meaning: Manly. The Romanian form of Andrew.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JAH-NMR2-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Romanian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Romanian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https://justinahiggins614-cmyk.github.io/jah-databases/db/names-romanian/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https://justinahiggins614-cmyk.github.io/jah-databases-data-1/data/names-romanian/index.jsonl.gz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
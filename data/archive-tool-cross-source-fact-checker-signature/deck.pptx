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ross-source-fact-checker-signature/" TargetMode="External"/><Relationship Id="rId3" Type="http://schemas.openxmlformats.org/officeDocument/2006/relationships/hyperlink" Target="https://justinahiggins614-cmyk.github.io/jah-databases-data-1/data/archive-tool-cross-source-fact-che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Cross-Source Fact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claims against independent available sources. Operational runtime tool: it checks live claims against independent sources at answer time, unlike fact-checking training curricula which teach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Cross-Source Fact Checker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claims against independent available sources. Operational runtime tool: it checks live claims against independent sources at answer time, unlike fact-checking training curricula which teach the skill.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Cross-Source Fact Checker,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Independent source selection (foundational)  [JAH-AT53S-000001]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checker gathers candidate sources and first filters for independence: sources that cite each other or share an author are collapsed into one, because three copies of the same…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Independent source selection (compounded)  [JAH-AT53S-000002]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checker gathers candidate sources and first filters for independence: sources that cite each other or share an author are collapsed into one, because three copies of the same…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Independent source selection (production)  [JAH-AT53S-000003]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The checker gathers candidate sources and first filters for independence: sources that cite each other or share an author are collapsed into one, because three copies of the same…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Claim normalization for comparison (foundational)  [JAH-AT53S-000004]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Before comparison, claims are normalized: numbers are converted to a canonical unit, dates to ISO format, and entity names lowercased and stripped of titles. Normalization prevent…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Claim normalization for comparison (compounded)  [JAH-AT53S-000005]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Before comparison, claims are normalized: numbers are converted to a canonical unit, dates to ISO format, and entity names lowercased and stripped of titles. Normalization prevent…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Cross-Source Fact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claims against independent available sources. Operational runtime tool: it checks live claims against independent sources at answer time, unlike fact-checking training curricula which teach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https://justinahiggins614-cmyk.github.io/jah-databases/db/archive-tool-cross-source-fact-checker-signature/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https://justinahiggins614-cmyk.github.io/jah-databases-data-1/data/archive-tool-cross-source-fact-checker-signature/index.jsonl.gz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
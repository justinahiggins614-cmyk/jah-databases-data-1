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fied-side-by-side-diffs/" TargetMode="External"/><Relationship Id="rId3" Type="http://schemas.openxmlformats.org/officeDocument/2006/relationships/hyperlink" Target="https://justinahiggins614-cmyk.github.io/jah-databases-data-1/data/unified-side-by-side-diff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Unified &amp; Side-by-Side Diffs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Shows differences the way humans read them — unified or side-by-side, always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Unified &amp; Side-by-Side Diffs Database holds 15 comparison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differences the way humans read them — unified or side-by-side, always clear.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Unified Format  [JAH-USBS-000001]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Unified Format is a comparison ability in the Unified &amp; Side-by-Side Diffs database. Renders diffs in unified format with context lines. Changes show with 3 lines of context; headers name the files.…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Side-by-Side  [JAH-USBS-000002]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Side-by-Side is a comparison ability in the Unified &amp; Side-by-Side Diffs database. Renders old and new side by side for easy scanning. Lines align pairwise; changed lines highlight in both panes.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Word Diffs  [JAH-USBS-000003]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Word Diffs is a comparison ability in the Unified &amp; Side-by-Side Diffs database. Highlights changed words within changed lines. Changed lines diff at the word level; only the words highlight. It take…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Moved Code  [JAH-USBS-000004]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Moved Code is a comparison ability in the Unified &amp; Side-by-Side Diffs database. Detects code that moved rather than changed. Identical blocks at new positions render as moves, not add+delete. It tak…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Syntax-Aware Diffs  [JAH-USBS-000005]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Syntax-Aware Diffs is a comparison ability in the Unified &amp; Side-by-Side Diffs database. Diffs code by syntax tree, ignoring formatting. ASTs compare; pure formatting changes produce empty diffs. 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comparison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JAH-USBS-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Unified Diff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Shows differences the way humans read them — unified or side-by-side, always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https://justinahiggins614-cmyk.github.io/jah-databases/db/unified-side-by-side-diffs/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https://justinahiggins614-cmyk.github.io/jah-databases-data-1/data/unified-side-by-side-diffs/index.jsonl.gz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
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architecture-search/" TargetMode="External"/><Relationship Id="rId3" Type="http://schemas.openxmlformats.org/officeDocument/2006/relationships/hyperlink" Target="https://justinahiggins614-cmyk.github.io/jah-databases-data-1/data/ai-architecture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Architecture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Neural architecture search: methods that discover model architectures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Architecture Search Database holds 20 architecture search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Neural architecture search: methods that discover model architectures automatically.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Reinforcement Learning NAS  [JAH-AIARCH-000001]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controller RNN samples architectures and gets accuracy as reward; the pioneering but expensive approach. The controller learns to design. Cost is the tuition.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Evolutionary NAS  [JAH-AIARCH-000002]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Architectures evolve: mutate, crossover, select by accuracy. Evolution explores broadly. Populations get fit.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DARTS (Differentiable)  [JAH-AIARCH-000003]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Architecture weights are learned by gradient descent on a supernet; the search is differentiable. DARTS is fast but finicky. Gradients get architectural.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One-Shot / Weight Sharing  [JAH-AIARCH-000004]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 architectures share weights in a supernet; each is evaluated cheaply. Sharing makes search affordable. Weights get shared.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ProxylessNAS  [JAH-AIARCH-000005]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Search directly on the target task and hardware without proxies; the found architecture is deployment-ready. No proxy gap. Search gets direct.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architecture search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JAH-AIARCH-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Searcher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Neural architecture search: methods that discover model architectures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https://justinahiggins614-cmyk.github.io/jah-databases/db/ai-architecture-search/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https://justinahiggins614-cmyk.github.io/jah-databases-data-1/data/ai-architecture-search/index.jsonl.gz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
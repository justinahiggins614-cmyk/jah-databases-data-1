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human-ai-partnership-engine/" TargetMode="External"/><Relationship Id="rId3" Type="http://schemas.openxmlformats.org/officeDocument/2006/relationships/hyperlink" Target="https://justinahiggins614-cmyk.github.io/jah-databases-data-1/data/apex-tool-apex-human-ai-partnership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Human-AI Partnership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Human-AI Partnership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decision analysis dimensions are standard in management science;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Profiling the Decision  [JAH-APX94-000001]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decision is scored: uncertainty, impact, reversibility. This record covers the decision profiler.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Matching Expertise  [JAH-APX94-000002]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right mind for the job — human or AI. This record covers expertise matching.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Routing Engine  [JAH-APX94-000003]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Uncertainty high or impact high goes to humans; routine and reversible goes to AI. This record covers the router.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Packaging Handoffs  [JAH-APX94-000004]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handoff without context is an ambush. This record covers bundling full context for human-AI transitions.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Escalation Ladder  [JAH-APX94-000005]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AI must know when to call for help. This record covers escalation triggers and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Human-AI Partnership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each decision to human, AI, or both — by uncertainty, impact, and expertise.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https://justinahiggins614-cmyk.github.io/jah-databases/db/apex-tool-apex-human-ai-partnership-engine/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https://justinahiggins614-cmyk.github.io/jah-databases-data-1/data/apex-tool-apex-human-ai-partnership-engine/index.jsonl.gz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
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oral-logic-model-checking/" TargetMode="External"/><Relationship Id="rId3" Type="http://schemas.openxmlformats.org/officeDocument/2006/relationships/hyperlink" Target="https://justinahiggins614-cmyk.github.io/jah-databases-data-1/data/temporal-logic-model-check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Temporal Logic Model Checking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systems behave over time: temporal formulas, state exploration, and counterexample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Temporal Logic Model Checking Database holds 15 checkers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systems behave over time: temporal formulas, state exploration, and counterexample traces.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LTL Formulas  [JAH-TLM-000001]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Expresses properties over linear time - 'always', 'eventually', 'until' - in Linear Temporal Logic. LTL turns 'the system should never deadlock' into checkable mathematics.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CTL Branching  [JAH-TLM-000002]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Reasons about branching time - 'on all paths', 'on some path' - with Computation Tree Logic. CTL suits systems where choices branch, like game trees and protocols with options.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Kripke Structures  [JAH-TLM-000003]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systems as Kripke structures - states, transitions, labels - the common language of model checkers. Everything checkable becomes states and steps.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State-Space Exploration  [JAH-TLM-000004]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Explores reachable states exhaustively - BFS, DFS, symbolic - hunting for property violations. Exploration is proof by exhaustion: if no violation is found in all states, the property holds.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Counterexample Traces  [JAH-TLM-000005]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Produces minimal traces showing exactly how a property is violated - the steps to the bug. Counterexamples turn 'property failed' into a reproducible debugging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JAH-TLM-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Model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systems behave over time: temporal formulas, state exploration, and counterexample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https://justinahiggins614-cmyk.github.io/jah-databases/db/temporal-logic-model-checking/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https://justinahiggins614-cmyk.github.io/jah-databases-data-1/data/temporal-logic-model-checking/index.jsonl.gz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
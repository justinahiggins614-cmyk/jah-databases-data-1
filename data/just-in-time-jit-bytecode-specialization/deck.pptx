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just-in-time-jit-bytecode-specialization/" TargetMode="External"/><Relationship Id="rId3" Type="http://schemas.openxmlformats.org/officeDocument/2006/relationships/hyperlink" Target="https://justinahiggins614-cmyk.github.io/jah-databases-data-1/data/just-in-time-jit-bytecode-specia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Just-In-Time (JIT) Bytecode Specialization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JITs turn generic bytecode into fast machine code — speculation, guards, tiers, and deoptimization.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Just-In-Time (JIT) Bytecode Specialization Database holds 15 jit specialization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JITs turn generic bytecode into fast machine code — speculation, guards, tiers, and deoptimization.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V8 type feedback  [JAH-JTJ-000001]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V8 collects type feedback in the interpreter, then TurboFan speculates on it. Engine: V8. How it works: feedback vectors -&gt; speculative compile. Payoff: near-native arithmetic.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HotSpot speculative opts  [JAH-JTJ-000002]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C2 speculates on class hierarchy and inlines virtual calls with uncommon traps. Engine: HotSpot. How it works: class-hierarchy analysis + traps. Payoff: devirtualized calls.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PyPy guards  [JAH-JTJ-000003]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Tracing JIT guards check assumptions; failures exit to the interpreter (or a bridge). Engine: PyPy. How it works: guard instructions on traces. Payoff: straight-line fast loops.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LuaJIT traces  [JAH-JTJ-000004]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LuaJIT records hot bytecode paths into traces compiled by its IR backend. Engine: LuaJIT. How it works: hot loop trace capture. Payoff: C-like loop speed.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Graal partial evaluation  [JAH-JTJ-000005]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Graal partially evaluates the Truffle interpreter against the program, yielding machine code. Engine: GraalVM. How it works: interpreter specialization. Payoff: polyglot peak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jit specialization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JAH-JTJ-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JIT Internals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JITs turn generic bytecode into fast machine code — speculation, guards, tiers, and deoptimization.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https://justinahiggins614-cmyk.github.io/jah-databases/db/just-in-time-jit-bytecode-specialization/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https://justinahiggins614-cmyk.github.io/jah-databases-data-1/data/just-in-time-jit-bytecode-specialization/index.jsonl.gz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
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untime-observability-signature/" TargetMode="External"/><Relationship Id="rId3" Type="http://schemas.openxmlformats.org/officeDocument/2006/relationships/hyperlink" Target="https://justinahiggins614-cmyk.github.io/jah-databases-data-1/data/runtime-observa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Runtime Observability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Tracing, metrics, and eBPF: seeing inside running systems without stopping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Runtime Observability Database holds 20 observability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Tracing, metrics, and eBPF: seeing inside running systems without stopping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Journey Chronicler  [JAH-RUNTIM-S-000001]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chronicles each request's journey as a story: the services visited, the time spent, the adventure had. The chronicle reads like travel writing. Requests get biographies.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Health Bard  [JAH-RUNTIM-S-000002]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bard that sings service health in three numbers: rate, errors, duration, in verse. The ballad is brief. Health gets sung.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Bottleneck Detective  [JAH-RUNTIM-S-000003]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detective that applies USE methodically: utilization, saturation, errors, every resource interrogated. The detective finds the culprit. Bottlenecks get convicted.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Kernel Whisperer  [JAH-RUNTIM-S-000004]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whispers to the kernel through eBPF: the programs are safe, the vision profound. The whisperer sees all. Systems get transparent.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Log Gardener  [JAH-RUNTIM-S-000005]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logs by planting structure and weeding noise: the garden grows queryable. Logs get cultivated. Weeds get pulled.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observability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JAH-RUNTIM-S-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Observer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Tracing, metrics, and eBPF: seeing inside running systems without stopping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https://justinahiggins614-cmyk.github.io/jah-databases/db/runtime-observability-signature/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https://justinahiggins614-cmyk.github.io/jah-databases-data-1/data/runtime-observability-signature/index.jsonl.gz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
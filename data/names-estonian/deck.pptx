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estonian/" TargetMode="External"/><Relationship Id="rId3" Type="http://schemas.openxmlformats.org/officeDocument/2006/relationships/hyperlink" Target="https://justinahiggins614-cmyk.github.io/jah-databases-data-1/data/names-estonia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Estonian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Estonian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Estonian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Estonian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Jaan — Estonian given name  [JAH-NME4-000001]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Jaan is a masculine given name in Estonian. It means "God is gracious", from Hebrew Yohanan. The classic Estonian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Mari — Estonian given name  [JAH-NME4-000002]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 is a feminine given name in Estonian. Of Hebrew, via Mary origin. The classic Estonian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Peeter — Estonian given name  [JAH-NME4-000003]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Peeter is a masculine given name in Estonian. It means "rock, stone", from Greek petros. A traditional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Kadri — Estonian given name  [JAH-NME4-000004]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Kadri is a feminine given name in Estonian. It means "pure", from Greek Katherine. A beloved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Mati — Estonian given name  [JAH-NME4-000005]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Mati is a masculine given name in Estonian. It means "gift of God", from Hebrew Matthew. A common masculine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JAH-NME4-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Estonian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Estonian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https://justinahiggins614-cmyk.github.io/jah-databases/db/names-estonian/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https://justinahiggins614-cmyk.github.io/jah-databases-data-1/data/names-estonian/index.jsonl.gz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
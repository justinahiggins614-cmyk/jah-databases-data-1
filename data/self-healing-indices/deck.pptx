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lf-healing-indices/" TargetMode="External"/><Relationship Id="rId3" Type="http://schemas.openxmlformats.org/officeDocument/2006/relationships/hyperlink" Target="https://justinahiggins614-cmyk.github.io/jah-databases-data-1/data/self-healing-indic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Self-Healing Indices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Database indices that detect their own corruption and repair themselves: checksums, replica healing, and online rebuilds.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Self-Healing Indices Database holds 15 index repairs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Database indices that detect their own corruption and repair themselves: checksums, replica healing, and online rebuilds.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Checksum-Verified Pages  [JAH-SHI-000001]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Stores a checksum with every index page and verifies it on each read, catching disk corruption and torn writes immediately. A page that fails verification is never trusted - it is quarantined and rou…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Automatic Page Repair from Replica  [JAH-SHI-000002]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When a page fails its checksum, the system fetches the same page from a healthy replica and overwrites the corrupt copy. The repair happens inline during the read, so the query succeeds with correct…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Online Index Rebuild  [JAH-SHI-000003]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Rebuilds a damaged index in the background while the database keeps serving queries from the old copy. When the new index is complete and verified, traffic flips over atomically - no downtime, no mai…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B-Tree Rebalancing  [JAH-SHI-000004]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Detects B-tree nodes that have grown lopsided from uneven inserts and rebalances them during idle time. Balanced trees keep lookups at logarithmic depth, so rebalancing directly defends query latency…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Orphan Page Reclamation  [JAH-SHI-000005]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Finds index pages that are no longer reachable from any root - orphans left by crashed operations - and returns them to the free pool. Without reclamation, orphans silently eat storage until the disk…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index repair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JAH-SHI-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Index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Database indices that detect their own corruption and repair themselves: checksums, replica healing, and online rebuilds.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https://justinahiggins614-cmyk.github.io/jah-databases/db/self-healing-indices/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https://justinahiggins614-cmyk.github.io/jah-databases-data-1/data/self-healing-indices/index.jsonl.gz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
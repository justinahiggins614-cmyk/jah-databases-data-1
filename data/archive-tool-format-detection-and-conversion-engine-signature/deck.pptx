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format-detection-and-conversion-engine-signature/" TargetMode="External"/><Relationship Id="rId3" Type="http://schemas.openxmlformats.org/officeDocument/2006/relationships/hyperlink" Target="https://justinahiggins614-cmyk.github.io/jah-databases-data-1/data/archive-tool-format-detection-and-convers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Format Detection and Conversion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Format Detection and Conversion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Magic-Number Detection — Core Method  [JAH-AT23S-000001]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format detection starts with magic numbers — the fixed byte sequences formats place at the start of their files. The detector checks these signatures…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Magic-Number Detection — Compounded Pattern  [JAH-AT23S-000002]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format detection starts with magic numbers — the fixed byte sequences formats place at the start of their files. The detector checks these signatures…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Magic-Number Detection — Full-System Integration  [JAH-AT23S-000003]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format detection starts with magic numbers — the fixed byte sequences formats place at the start of their files. The detector checks these signatures…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Extension Disambiguation — Core Method  [JAH-AT23S-000004]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Extensions are hints, not truth: a '.csv' might be tab-separated, and a '.json' might be JSON lines. The disambiguator weighs the extension against content…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Extension Disambiguation — Compounded Pattern  [JAH-AT23S-000005]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Extensions are hints, not truth: a '.csv' might be tab-separated, and a '.json' might be JSON lines. The disambiguator weighs the extension against content…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Format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https://justinahiggins614-cmyk.github.io/jah-databases/db/archive-tool-format-detection-and-conversion-engine-signature/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https://justinahiggins614-cmyk.github.io/jah-databases-data-1/data/archive-tool-format-detection-and-conversion-engine-signature/index.jsonl.gz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
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ausa-signature/" TargetMode="External"/><Relationship Id="rId3" Type="http://schemas.openxmlformats.org/officeDocument/2006/relationships/hyperlink" Target="https://justinahiggins614-cmyk.github.io/jah-databases-data-1/data/names-haus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Hausa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Hausa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Hausa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Hausa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Musa - sound, structure, and naming power  [JAH-NMHS2-000001]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Hausa masculine name Musa. Sound: 2 syllables, open vowels. Structure: A traditional name of this language.. Recorded meaning: The Hausa form of Moses..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Amina - sound, structure, and naming power  [JAH-NMHS2-000002]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Hausa feminine name Amina. Sound: 3 syllables, open vowels. Structure: A traditional name of this language.. Recorded meaning: Trustworthy.. Naming power: the name is 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Ibrahim - sound, structure, and naming power  [JAH-NMHS2-000003]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Hausa masculine name Ibrahim. Sound: 3 syllables, firm consonant close. Structure: A traditional name of this language.. Recorded meaning: The Hausa form of Abraham..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Fatima - sound, structure, and naming power  [JAH-NMHS2-000004]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Hausa feminine name Fatima. Sound: 3 syllables, open vowels. Structure: A traditional name of this language.. Recorded meaning: Captivating.. Naming power: the name is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Hausa naming framework  [JAH-NMHS2-000005]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Hausa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Hausa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Hausa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https://justinahiggins614-cmyk.github.io/jah-databases/db/names-hausa-signature/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https://justinahiggins614-cmyk.github.io/jah-databases-data-1/data/names-hausa-signature/index.jsonl.gz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
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apex-tool-universal-data-locality-optimizer/" TargetMode="External"/><Relationship Id="rId3" Type="http://schemas.openxmlformats.org/officeDocument/2006/relationships/hyperlink" Target="https://justinahiggins614-cmyk.github.io/jah-databases-data-1/data/apex-tool-universal-data-locality-optimizer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Universal Data Locality Optimizer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Schedules processing near the data when doing so improves efficiency and meets policy requirements.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86C1"/>
                </a:solidFill>
                <a:latin typeface="Calibri"/>
              </a:rPr>
              <a:t>PUBLIC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Universal Data Locality Optimizer Database holds 15 apex tools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Schedules processing near the data when doing so improves efficiency and meets policy requirements.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Public knowledge: standard engineering practice documented in open technical literature; facts cross-checked against the executed demo program. Compiled 2026-10-21.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Data Location Map  [JAH-APX69-000001]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Knows where every dataset lives — which region, which rack — the ground truth locality starts from.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Locality Scorer  [JAH-APX69-000002]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Scores placements by data distance: compute where the data is beats hauling the data to the compute.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Placement Planner  [JAH-APX69-000003]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Plans task placement jointly with data locations, trading compute availability against movement cost.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Movement Estimator  [JAH-APX69-000004]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Estimates bytes moved per plan before execution, so locality wins are predicted, not hoped.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Policy Checker  [JAH-APX69-000005]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Enforces data residency and sovereignty rules — some data legally cannot leave its region.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apex tool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JAH-APX69-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Universal Data Locality Optimizer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Public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Schedules processing near the data when doing so improves efficiency and meets policy requirements.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https://justinahiggins614-cmyk.github.io/jah-databases/db/apex-tool-universal-data-locality-optimizer/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https://justinahiggins614-cmyk.github.io/jah-databases-data-1/data/apex-tool-universal-data-locality-optimizer/index.jsonl.gz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
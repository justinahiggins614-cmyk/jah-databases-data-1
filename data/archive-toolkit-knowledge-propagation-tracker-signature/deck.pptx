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knowledge-propagation-tracker-signature/" TargetMode="External"/><Relationship Id="rId3" Type="http://schemas.openxmlformats.org/officeDocument/2006/relationships/hyperlink" Target="https://justinahiggins614-cmyk.github.io/jah-databases-data-1/data/archive-toolkit-knowledge-propagation-trac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Knowledge Propagation Tracker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where a fact or correction has been reused.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Knowledge Propagation Tracker Database holds 15 propagation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where a fact or correction has been reused.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Knowledge Propagation Tracker: a plain-language overview (Signature)  [JAH-ATK196S-000001]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Knowledge Propagation Tracker does and why archives need it. Signature original. The Signature propagation method follows every fact's journey with stamped reuse…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Knowledge Propagation Tracker works (Signature)  [JAH-ATK196S-000002]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Knowledge Propagation Tracker does and why archives need it. Signature original. The Signature approach builds the reuse graph deterministically: fixed text-reuse…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Knowledge Propagation Tracker works: the deep tour (Signature)  [JAH-ATK196S-000003]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Knowledge Propagation Tracker does and why archives need it. Signature original. The Signature approach builds the reuse graph deterministically: fixed text-reuse…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Reuse-graph traversal: the simple idea (Signature)  [JAH-ATK196S-000004]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reuse-graph traversal - how it works inside the Knowledge Propagation Tracker. Signature original. The Signature propagation method follows every fact's journey with 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Reuse-graph traversal in practice (Signature)  [JAH-ATK196S-000005]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reuse-graph traversal - how it works inside the Knowledge Propagation Tracker. Signature original. The Signature approach builds the reuse graph deterministically: fixe…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propagation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Signal Tracker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where a fact or correction has been reused.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https://justinahiggins614-cmyk.github.io/jah-databases/db/archive-toolkit-knowledge-propagation-tracker-signature/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https://justinahiggins614-cmyk.github.io/jah-databases-data-1/data/archive-toolkit-knowledge-propagation-tracker-signature/index.jsonl.gz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
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dutch/" TargetMode="External"/><Relationship Id="rId3" Type="http://schemas.openxmlformats.org/officeDocument/2006/relationships/hyperlink" Target="https://justinahiggins614-cmyk.github.io/jah-databases-data-1/data/names-dutch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Dutch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Real Dutch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Dutch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Dutch first names, surnames, and place names with meanings, origins, and naming conventions.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name record compiled from established etymological and onomastic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Jan - Dutch masculine given name  [JAH-NMD2-000001]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Jan is a masculine given name in Dutch. Meaning: God is gracious. The Dutch form of John.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Maria - Dutch feminine given name  [JAH-NMD2-000002]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Maria is a feminine given name in Dutch. Meaning: Beloved..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Pieter - Dutch masculine given name  [JAH-NMD2-000003]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Pieter is a masculine given name in Dutch. Meaning: Stone. The Dutch form of Peter.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Anna - Dutch feminine given name  [JAH-NMD2-000004]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Anna is a feminine given name in Dutch. Meaning: Grace..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Willem - Dutch masculine given name  [JAH-NMD2-000005]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Willem is a masculine given name in Dutch. Meaning: Resolute protector. The Dutch form of William.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JAH-NMD2-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Dutch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Dutch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https://justinahiggins614-cmyk.github.io/jah-databases/db/names-dutch/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https://justinahiggins614-cmyk.github.io/jah-databases-data-1/data/names-dutch/index.jsonl.gz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
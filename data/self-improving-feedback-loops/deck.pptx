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improving-feedback-loops/" TargetMode="External"/><Relationship Id="rId3" Type="http://schemas.openxmlformats.org/officeDocument/2006/relationships/hyperlink" Target="https://justinahiggins614-cmyk.github.io/jah-databases-data-1/data/self-improving-feedback-loop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Self-Improving Feedback Loops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Closes the loop on itself — systems that watch their own output and get better every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Self-Improving Feedback Loops Database holds 15 optimization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Closes the loop on itself — systems that watch their own output and get better every cycle.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Outcome Measurement  [JAH-SIF-000001]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Outcome Measurement is a optimization ability in the Self-Improving Feedback Loops database. Measures outcomes so the loop has something to improve. Outcomes are defined before the loop runs; measure…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Error Signals  [JAH-SIF-000002]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Error Signals is a optimization ability in the Self-Improving Feedback Loops database. Turns failures into clean error signals. Failures are classified and quantified; noise is filtered. It takes fai…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Gradient Steps  [JAH-SIF-000003]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Gradient Steps is a optimization ability in the Self-Improving Feedback Loops database. Improves parameters by small steps in the improving direction. Each cycle nudges parameters toward better outco…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Exploration Budgets  [JAH-SIF-000004]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Exploration Budgets is a optimization ability in the Self-Improving Feedback Loops database. Spends a fixed budget trying new approaches. A fraction of cycles explore randomly; the rest exploit the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Convergence Detection  [JAH-SIF-000005]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Convergence Detection is a optimization ability in the Self-Improving Feedback Loops database. Detects when improvement stalls and stops the loop. No gain for N cycles declares convergence; the best…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optimization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JAH-SIF-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Self-Improving Feedback Loop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Closes the loop on itself — systems that watch their own output and get better every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https://justinahiggins614-cmyk.github.io/jah-databases/db/self-improving-feedback-loops/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https://justinahiggins614-cmyk.github.io/jah-databases-data-1/data/self-improving-feedback-loops/index.jsonl.gz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
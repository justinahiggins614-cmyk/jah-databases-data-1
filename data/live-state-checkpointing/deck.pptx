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ive-state-checkpointing/" TargetMode="External"/><Relationship Id="rId3" Type="http://schemas.openxmlformats.org/officeDocument/2006/relationships/hyperlink" Target="https://justinahiggins614-cmyk.github.io/jah-databases-data-1/data/live-state-checkpoint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Live State Checkpointing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Freeze live processes, containers, and VMs and resume them later — the tools, formats, and restore commands.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Live State Checkpointing Database holds 15 checkpoint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 live processes, containers, and VMs and resume them later — the tools, formats, and restore commands.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CRIU  [JAH-LSC-000001]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Checkpoint/Restore In Userspace freezes Linux processes including TCP sockets and namespaces. Scope: Linux process tree. Checkpoint format: image files (protobuf). Restore with: criu restore -D ckpt/.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Podman checkpoint  [JAH-LSC-000002]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Podman integrates CRIU so containers checkpoint to disk and restore on any host. Scope: OCI container. Checkpoint format: tarball of CRIU images. Restore with: podman container restore &lt;name&gt;.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Docker checkpoint (experimental)  [JAH-LSC-000003]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Docker’s experimental checkpoint uses CRIU under the hood for container migration. Scope: container. Checkpoint format: CRIU image dir. Restore with: docker start --checkpoint &lt;id&gt;.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QEMU live migration  [JAH-LSC-000004]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QEMU pre-copies RAM while the VM runs, then pauses briefly for the final delta. Scope: full VM. Checkpoint format: migration stream. Restore with: qemu -incoming tcp:0:4444.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Firecracker snapshots  [JAH-LSC-000005]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Firecracker snapshots microVM memory to files for sub-second resume of serverless functions. Scope: microVM. Checkpoint format: memory + state files. Restore with: PUT /snapshot/load.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checkpoint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JAH-LSC-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Checkpoint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 live processes, containers, and VMs and resume them later — the tools, formats, and restore commands.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https://justinahiggins614-cmyk.github.io/jah-databases/db/live-state-checkpointing/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https://justinahiggins614-cmyk.github.io/jah-databases-data-1/data/live-state-checkpointing/index.jsonl.gz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
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producible-retrieval-packager/" TargetMode="External"/><Relationship Id="rId3" Type="http://schemas.openxmlformats.org/officeDocument/2006/relationships/hyperlink" Target="https://justinahiggins614-cmyk.github.io/jah-databases-data-1/data/archive-toolkit-reproducible-retrieval-pack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Reproducible Retrieval Packager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Reproducible Retrieval Packager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reproducible retrieval packager;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Query recipe capture — Reproducible Retrieval Packager  [JAH-ATK218-0001]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reproducible retrieval packager makes a search replayable: it saves the query text, filters, source identifiers, ranking configuration, index versions, and timestamps into a retrieval recipe. Any…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Index version pinning — Reproducible Retrieval Packager  [JAH-ATK218-0002]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reproducible retrieval packager makes a search replayable: it saves the query text, filters, source identifiers, ranking configuration, index versions, and timestamps into a retrieval recipe. Any…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Deterministic ranking — Reproducible Retrieval Packager  [JAH-ATK218-0003]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reproducible retrieval packager makes a search replayable: it saves the query text, filters, source identifiers, ranking configuration, index versions, and timestamps into a retrieval recipe. Any…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set hashing — Reproducible Retrieval Packager  [JAH-ATK218-0004]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reproducible retrieval packager makes a search replayable: it saves the query text, filters, source identifiers, ranking configuration, index versions, and timestamps into a retrieval recipe. Any…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Environment capture — Reproducible Retrieval Packager  [JAH-ATK218-0005]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reproducible retrieval packager makes a search replayable: it saves the query text, filters, source identifiers, ranking configuration, index versions, and timestamps into a retrieval recipe. Any…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Reproducible Retrieval Packager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https://justinahiggins614-cmyk.github.io/jah-databases/db/archive-toolkit-reproducible-retrieval-packager/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https://justinahiggins614-cmyk.github.io/jah-databases-data-1/data/archive-toolkit-reproducible-retrieval-packager/index.jsonl.gz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
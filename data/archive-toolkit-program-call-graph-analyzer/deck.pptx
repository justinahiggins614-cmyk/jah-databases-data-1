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program-call-graph-analyzer/" TargetMode="External"/><Relationship Id="rId3" Type="http://schemas.openxmlformats.org/officeDocument/2006/relationships/hyperlink" Target="https://justinahiggins614-cmyk.github.io/jah-databases-data-1/data/archive-toolkit-program-call-graph-analyz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Program Call-Graph Analyzer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Maps which functions call which across a codebase.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Program Call-Graph Analyzer Database holds 15 call graph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Maps which functions call which across a codebase.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methods compiled from standard information-extraction and knowledge-organization practice. Assembled for the JAH Databases archive.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Program Call-Graph Analyzer: a plain-language overview  [JAH-ATK190-000001]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Program Call-Graph Analyzer does and why archives need it. A program call-graph analyzer reads code and draws the map of who calls whom: main calls parse, parse calls validate, and…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How the Program Call-Graph Analyzer works  [JAH-ATK190-000002]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Program Call-Graph Analyzer does and why archives need it. Real analyzers extract call sites from ASTs (every Call node, its function name, its location), resolve names to definiti…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How the Program Call-Graph Analyzer works: the deep tour  [JAH-ATK190-000003]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Program Call-Graph Analyzer does and why archives need it. Real analyzers extract call sites from ASTs (every Call node, its function name, its location), resolve names to definiti…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AST call-site extraction: the simple idea  [JAH-ATK190-000004]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Core method: AST call-site extraction - how it works inside the Program Call-Graph Analyzer. A program call-graph analyzer reads code and draws the map of who calls whom: main calls parse, parse call…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AST call-site extraction in practice  [JAH-ATK190-000005]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Core method: AST call-site extraction - how it works inside the Program Call-Graph Analyzer. Real analyzers extract call sites from ASTs (every Call node, its function name, its location), resolve na…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call graph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JAH-ATK190-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Call Mapper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Maps which functions call which across a codebase.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https://justinahiggins614-cmyk.github.io/jah-databases/db/archive-toolkit-program-call-graph-analyzer/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https://justinahiggins614-cmyk.github.io/jah-databases-data-1/data/archive-toolkit-program-call-graph-analyzer/index.jsonl.gz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
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justinahiggins614-cmyk.github.io/jah-databases/db/archive-tool-universal-file-reader/" TargetMode="External"/><Relationship Id="rId3" Type="http://schemas.openxmlformats.org/officeDocument/2006/relationships/hyperlink" Target="https://justinahiggins614-cmyk.github.io/jah-databases-data-1/data/archive-tool-universal-file-reader/index.jsonl.gz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7680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Universal File Reader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200" b="0">
                <a:solidFill>
                  <a:srgbClr val="D5DBDB"/>
                </a:solidFill>
                <a:latin typeface="Calibri"/>
              </a:rPr>
              <a:t>Reads supported formats through appropriate parsers and extraction tools.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91840" y="429768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2E86C1"/>
                </a:solidFill>
                <a:latin typeface="Calibri"/>
              </a:rPr>
              <a:t>PUBLIC EDITION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3949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4A537"/>
                </a:solidFill>
                <a:latin typeface="Calibri"/>
              </a:rPr>
              <a:t>Property of Justin Addam Higgins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About this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The Universal File Reader Database holds 15 tool profiles — the full, fully-formed file for every record, not descriptions alone.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Reads supported formats through appropriate parsers and extraction tools.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Provenance: JAH Databases archive-intelligence tools program, lane T2a — public methods from established computer-science practice.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Browse cards show image + title + description; one click opens the complete record.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Record highlights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1. Magic-Byte Dispatch — Core Method  [JAH-AT22-000001]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File extensions lie; magic bytes rarely do. The reader inspects the first few bytes of a file — the signatures that identify PDF, ZIP, PNG, and hundreds more — and dispatches to the matching parser.…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2. Magic-Byte Dispatch — Compounded Pattern  [JAH-AT22-000002]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File extensions lie; magic bytes rarely do. The reader inspects the first few bytes of a file — the signatures that identify PDF, ZIP, PNG, and hundreds more — and dispatches to the matching parser.…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3. Magic-Byte Dispatch — Full-System Integration  [JAH-AT22-000003]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File extensions lie; magic bytes rarely do. The reader inspects the first few bytes of a file — the signatures that identify PDF, ZIP, PNG, and hundreds more — and dispatches to the matching parser.…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4. Parser Registry — Core Method  [JAH-AT22-000004]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Each supported format gets a parser function registered under its format name, with metadata about what it extracts and what it needs. The reader looks up the detected format in the registry and invo…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5. Parser Registry — Compounded Pattern  [JAH-AT22-000005]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Each supported format gets a parser function registered under its format name, with metadata about what it extracts and what it needs. The reader looks up the detected format in the registry and invo…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By the numbers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Records:  15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 kind:  tool profile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ID prefix:  JAH-AT22-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March to a million:  15 / 1,000,000 — in progress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AI librarian:  JAH File Reader Librarian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Edition:  Public Edition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Open the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Reads supported formats through appropriate parsers and extraction tools.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2"/>
              </a:rPr>
              <a:t>Live database page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2"/>
              </a:rPr>
              <a:t>https://justinahiggins614-cmyk.github.io/jah-databases/db/archive-tool-universal-file-reader/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3"/>
              </a:rPr>
              <a:t>Machine-readable data index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3"/>
              </a:rPr>
              <a:t>https://justinahiggins614-cmyk.github.io/jah-databases-data-1/data/archive-tool-universal-file-reader/index.jsonl.gz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
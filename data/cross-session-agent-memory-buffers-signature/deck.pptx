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session-agent-memory-buffers-signature/" TargetMode="External"/><Relationship Id="rId3" Type="http://schemas.openxmlformats.org/officeDocument/2006/relationships/hyperlink" Target="https://justinahiggins614-cmyk.github.io/jah-databases-data-1/data/cross-session-agent-memory-buff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Cross-Session Agent Memory Buffers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Memory that survives the session: buffers, stores, and recall for long-lived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Cross-Session Agent Memory Buffers Database holds 15 agent memory buffer designs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that survives the session: buffers, stores, and recall for long-lived agents.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Memory Lineage Ledger  [JAH-CSAM-S-000001]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memory write is lineage-stamped — which agent learned it, from what observation, in which session — forming an unbroken chain from fact to source. When a memory proves wrong,…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MemGPT virtual context management  [JAH-CSAM-S-000002]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MemGPT treats the LLM context window like an OS treats RAM: a memory hierarchy with main context (working set), recall storage (full history), and archival storage (long-term facts…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Memory Lineage Ledger  [JAH-CSAM-S-000003]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memory write is lineage-stamped — which agent learned it, from what observation, in which session — forming an unbroken chain from fact to source. When a memory proves wrong,…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MemGPT virtual context management  [JAH-CSAM-S-000004]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MemGPT treats the LLM context window like an OS treats RAM: a memory hierarchy with main context (working set), recall storage (full history), and archival storage (long-term facts…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Working-memory scratchpad with tools  [JAH-CSAM-S-000005]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scratchpad is the agent's desk: a structured working area (current goal, hypotheses, plan steps, open questions) rewritten each turn, separate from the raw transcript. It keeps…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agent memory buffer design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JAH-CSAM-S-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Agent Memory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Memory that survives the session: buffers, stores, and recall for long-lived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https://justinahiggins614-cmyk.github.io/jah-databases/db/cross-session-agent-memory-buffers-signature/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https://justinahiggins614-cmyk.github.io/jah-databases-data-1/data/cross-session-agent-memory-buffers-signature/index.jsonl.gz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
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matic-research-report-builder-signature/" TargetMode="External"/><Relationship Id="rId3" Type="http://schemas.openxmlformats.org/officeDocument/2006/relationships/hyperlink" Target="https://justinahiggins614-cmyk.github.io/jah-databases-data-1/data/archive-tool-automatic-research-report-buil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Automatic Research Report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Produces organized findings with citations, unresolved questions, and evidence summaries.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Automatic Research Report Builder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Produces organized findings with citations, unresolved questions, and evidence summaries.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Automatic Research Report Builder,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Finding organization by subquestion (foundational)  [JAH-AT80S-000001]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Findings are grouped under the subquestions that produced them, in the mission's dependency order. Organization by subquestion keeps the report's structure aligned with how the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Finding organization by subquestion (compounded)  [JAH-AT80S-000002]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Findings are grouped under the subquestions that produced them, in the mission's dependency order. Organization by subquestion keeps the report's structure aligned with how the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Finding organization by subquestion (production)  [JAH-AT80S-000003]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Findings are grouped under the subquestions that produced them, in the mission's dependency order. Organization by subquestion keeps the report's structure aligned with how the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Citation insertion from evidence links (foundational)  [JAH-AT80S-000004]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factual sentence in the draft gets its citation inserted from the evidence links recorded during the investigation. Sentences with no link are flagged for the auditor instea…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Citation insertion from evidence links (compounded)  [JAH-AT80S-000005]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factual sentence in the draft gets its citation inserted from the evidence links recorded during the investigation. Sentences with no link are flagged for the auditor instea…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Report Builder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Produces organized findings with citations, unresolved questions, and evidence summaries.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https://justinahiggins614-cmyk.github.io/jah-databases/db/archive-tool-automatic-research-report-builder-signature/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https://justinahiggins614-cmyk.github.io/jah-databases-data-1/data/archive-tool-automatic-research-report-builder-signature/index.jsonl.gz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
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remote-storage-browser-signature/" TargetMode="External"/><Relationship Id="rId3" Type="http://schemas.openxmlformats.org/officeDocument/2006/relationships/hyperlink" Target="https://justinahiggins614-cmyk.github.io/jah-databases-data-1/data/archive-toolkit-remote-storage-brows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Remote Storage Browser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Navigates authorized network and cloud storage locations.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Remote Storage Browser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authorized network and cloud storage locations.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Bucket and key model — Remote Storage Browser  [JAH-ATK130S-00001]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Object stores organize data into buckets containing keys; keys with '/' prefixes emulate folders. Listing by prefix pages through logical directories. The bucket/key model scales…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Prefix-delimited listing — Remote Storage Browser  [JAH-ATK130S-00002]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Delimiters group keys into virtual folders for hierarchical browsing. UIs render one level at a time, fetching deeper on demand. Delimited listing makes flat stores browsable.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Pagination of listings — Remote Storage Browser  [JAH-ATK130S-00003]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Listings paginate with continuation tokens; browsers follow them transparently. Large buckets need streaming, not single-shot lists. Token-following keeps listings complete. This…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Signed URL access — Remote Storage Browser  [JAH-ATK130S-00004]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Browsers mint time-limited signed URLs for direct object reads. Signing delegates bandwidth to the store. Expiry bounds the exposure. This record documents a Signature-authored 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Versioned browsing — Remote Storage Browser  [JAH-ATK130S-00005]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Versioned buckets list all versions per key; browsers show the version timeline. Version navigation supports audit and recovery. Versioning turns storage into history. This recor…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JAH-ATK130S-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Remote Storage Browser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Navigates authorized network and cloud storage locations.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https://justinahiggins614-cmyk.github.io/jah-databases/db/archive-toolkit-remote-storage-browser-signature/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https://justinahiggins614-cmyk.github.io/jah-databases-data-1/data/archive-toolkit-remote-storage-browser-signature/index.jsonl.gz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
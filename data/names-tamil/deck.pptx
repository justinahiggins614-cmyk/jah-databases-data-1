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mil/" TargetMode="External"/><Relationship Id="rId3" Type="http://schemas.openxmlformats.org/officeDocument/2006/relationships/hyperlink" Target="https://justinahiggins614-cmyk.github.io/jah-databases-data-1/data/names-tami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Tamil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Tamil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Tamil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Tamil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Murugan முருகன் - Tamil masculine given name  [JAH-NMT2-000001]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Murugan (முருகன்) is a masculine given name in Tamil. Meaning: The Tamil god of war and victory..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Priya - Tamil feminine given name  [JAH-NMT2-000002]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 is a feminine given name in Tamil. Meaning: Beloved.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Kannan - Tamil masculine given name  [JAH-NMT2-000003]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Kannan is a masculine given name in Tamil. Meaning: A Tamil form of Krishna..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Divya - Tamil feminine given name  [JAH-NMT2-000004]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Divya is a feminine given name in Tamil. Meaning: Divine.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Arun - Tamil masculine given name  [JAH-NMT2-000005]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Arun is a masculine given name in Tamil. Meaning: Dawn. From Sanskrit aruna.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Tamil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Tamil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https://justinahiggins614-cmyk.github.io/jah-databases/db/names-tamil/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https://justinahiggins614-cmyk.github.io/jah-databases-data-1/data/names-tamil/index.jsonl.gz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
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ool-execution-reliability/" TargetMode="External"/><Relationship Id="rId3" Type="http://schemas.openxmlformats.org/officeDocument/2006/relationships/hyperlink" Target="https://justinahiggins614-cmyk.github.io/jah-databases-data-1/data/tool-execution-reli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Execution Reliability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that make tool execution reliable under real-world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Execution Reliability Database holds 20 reliability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make tool execution reliable under real-world failure.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Timeout Enforcement  [JAH-TER-000001]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tool call carries a deadline; calls exceeding it are killed and reported. Deadlines turn hangs into failures, and failures can be handled - hangs cannot. Teaching ladder: rank 1 — the concept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Exponential Backoff Retry  [JAH-TER-000002]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Failed calls retry with exponentially increasing waits plus jitter. Backoff respects struggling services instead of hammering them. Teaching ladder: rank 1 — the concept in its simplest, most direct…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Idempotency Keys  [JAH-TER-000003]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call carries a unique key; the tool deduplicates repeated keys. Keys make 'at least once' delivery safe to retry. Teaching ladder: rank 1 — the concept in its simplest, most direct form.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Sandboxed Execution  [JAH-TER-000004]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Tools run in sandboxes with limited filesystem, network, and syscall access. Sandboxes contain both malice and mistakes. Teaching ladder: rank 1 — the concept in its simplest, most direct form.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Quota and Rate Limiting  [JAH-TER-000005]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tool gets CPU, memory, and call-rate quotas enforced by the runtime. Quotas turn one greedy tool from a system-killer into a throttled annoyance. Teaching ladder: rank 1 — the concept in its sim…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reliability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Reliability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make tool execution reliable under real-world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https://justinahiggins614-cmyk.github.io/jah-databases/db/tool-execution-reliability/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https://justinahiggins614-cmyk.github.io/jah-databases-data-1/data/tool-execution-reliability/index.jsonl.gz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
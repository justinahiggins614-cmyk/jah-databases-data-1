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media-deliverable-compliance-signature/" TargetMode="External"/><Relationship Id="rId3" Type="http://schemas.openxmlformats.org/officeDocument/2006/relationships/hyperlink" Target="https://justinahiggins614-cmyk.github.io/jah-databases-data-1/data/media-deliverable-complianc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Media Deliverable Compliance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checks that keep media deliverables within broadcast and platform specs.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Media Deliverable Compliance Database holds 20 compliance checks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checks that keep media deliverables within broadcast and platform specs.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Loudness Normalization  [JAH-MDC-S-000001]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Measures integrated loudness and applies gain so programs match the platform target without pumping. Recorded facts — Check: Loudness Normalization; Standard: EBU R128 / ATSC A/85…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True Peak Limit  [JAH-MDC-S-000002]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Ensures inter-sample peaks stay below the ceiling so codecs and DACs never clip. Recorded facts — Check: True Peak Limit; Standard: EBU R128; Criterion: max -1.0 dBTP. Used by mas…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Codec Profile Check  [JAH-MDC-S-000003]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Verifies the codec, profile, and level match what the delivery spec allows. Recorded facts — Check: Codec Profile Check; Standard: platform spec; Criterion: e.g. H.264 High@4.1. 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Resolution and Framerate  [JAH-MDC-S-000004]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Confirms frame size and rate match the ordered deliverable (no 29.97 vs 30 mixups). Recorded facts — Check: Resolution and Framerate; Standard: delivery order; Criterion: exact ma…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Color Space and Gamut  [JAH-MDC-S-000005]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Checks transfer function, primaries, and matrix flags so HDR and SDR play correctly. Recorded facts — Check: Color Space and Gamut; Standard: BT.709 / BT.2020; Criterion: flags 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compliance check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JAH-MDC-S-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Media Deliverable Compliance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checks that keep media deliverables within broadcast and platform specs.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https://justinahiggins614-cmyk.github.io/jah-databases/db/media-deliverable-compliance-signature/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https://justinahiggins614-cmyk.github.io/jah-databases-data-1/data/media-deliverable-compliance-signature/index.jsonl.gz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
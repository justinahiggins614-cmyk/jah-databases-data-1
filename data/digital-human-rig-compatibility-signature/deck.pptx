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gital-human-rig-compatibility-signature/" TargetMode="External"/><Relationship Id="rId3" Type="http://schemas.openxmlformats.org/officeDocument/2006/relationships/hyperlink" Target="https://justinahiggins614-cmyk.github.io/jah-databases-data-1/data/digital-human-rig-compati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Digital Human Rig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compatibility checks between digital human rigs and animation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Digital Human Rig Compatibility Database holds 20 compatibility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compatibility checks between digital human rigs and animation pipelines.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Bone Hierarchy Match  [JAH-DHR-S-000001]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Verifies joint names and parentage match the expected skeleton template. Recorded facts — Check: Bone Hierarchy Match; Standard: studio skeleton; Pass criterion: names match.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Blendshape Count  [JAH-DHR-S-000002]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Checks the facial rig carries the full expression set (e.g. ARKit 52). Recorded facts — Check: Blendshape Count; Standard: ARKit 52; Pass criterion: count &gt;= 52. Used by character…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Joint Orientation  [JAH-DHR-S-000003]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Confirms joint local axes follow the studio convention for clean rotation. Recorded facts — Check: Joint Orientation; Standard: Maya/Blender convention; Pass criterion: axes align…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Skin Weight Normalization  [JAH-DHR-S-000004]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Ensures vertex weights sum to 1 so deformation never collapses. Recorded facts — Check: Skin Weight Normalization; Standard: linear blend skinning; Pass criterion: sum = 1. Used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Facial Rig Retarget  [JAH-DHR-S-000005]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Tests that expressions transfer to the target rig without distortion. Recorded facts — Check: Facial Rig Retarget; Standard: retarget solver; Pass criterion: expression error &lt; 5%…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compatibility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JAH-DHR-S-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Digital Human Rig Compatibility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compatibility checks between digital human rigs and animation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https://justinahiggins614-cmyk.github.io/jah-databases/db/digital-human-rig-compatibility-signature/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https://justinahiggins614-cmyk.github.io/jah-databases-data-1/data/digital-human-rig-compatibility-signature/index.jsonl.gz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
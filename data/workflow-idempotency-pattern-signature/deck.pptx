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orkflow-idempotency-pattern-signature/" TargetMode="External"/><Relationship Id="rId3" Type="http://schemas.openxmlformats.org/officeDocument/2006/relationships/hyperlink" Target="https://justinahiggins614-cmyk.github.io/jah-databases-data-1/data/workflow-idempotency-patter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Workflow Idempotency Pattern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idempotency methods — original techniques for retries that never double-apply.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Workflow Idempotency Pattern Database holds 20 signature idempotency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idempotency methods — original techniques for retries that never double-apply.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key-per-action  [JAH-WIP-S-000001]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idempotency rule: the key identifies the user action, not the HTTP request.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natural-key-first  [JAH-WIP-S-000002]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design habit: look for the natural key before inventing an idempotency key.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window-sizing  [JAH-WIP-S-000003]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dedupe practice: windows are sized from redelivery data, not guessed.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transactional-sink  [JAH-WIP-S-000004]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streaming rule: exactly-once needs a transactional sink, no exceptions.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idempotent-consumer  [JAH-WIP-S-000005]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consumer rule: consumers are idempotent, so at-least-once is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idempotency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JAH-WIP-S-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Idempotency Pattern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idempotency methods — original techniques for retries that never double-apply.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https://justinahiggins614-cmyk.github.io/jah-databases/db/workflow-idempotency-pattern-signature/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https://justinahiggins614-cmyk.github.io/jah-databases-data-1/data/workflow-idempotency-pattern-signature/index.jsonl.gz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
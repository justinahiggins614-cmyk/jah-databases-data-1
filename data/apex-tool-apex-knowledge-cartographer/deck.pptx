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knowledge-cartographer/" TargetMode="External"/><Relationship Id="rId3" Type="http://schemas.openxmlformats.org/officeDocument/2006/relationships/hyperlink" Target="https://justinahiggins614-cmyk.github.io/jah-databases-data-1/data/apex-tool-apex-knowledge-cartograph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Knowledge Cartographer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a navigable map of the entire accessible ecosystem — from individual data fields to relationships among whole technological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Knowledge Cartographer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 navigable map of the entire accessible ecosystem — from individual data fields to relationships among whole technological domains.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topic maps (ISO 13250); concept mapping (Novak); domain visualization (VOSviewer); technology roadmapping.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Knowledge Cartographer is  [JAH-APX10-000001]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cartographer turns the knowledge ecosystem into a navigable map with zoom levels: fields, records, collections, domains, disciplines. Users pan and zoom like a geographic atlas, and at every leve…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Territory and zoom-level data model  [JAH-APX10-000002]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territory is a record: its bounds (what it covers), its zoom level, its summary statistics, its neighbors, and the rule that generated it from the level below. Zoom levels are fixed and named — 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Territory aggregation algorithm  [JAH-APX10-000003]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zoom level is built by aggregating the level below with explicit rules: clustering by topic affinity, boundary detection where affinity drops, and summary statistics per territory. The rules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Cross-domain bridge detection algorithm  [JAH-APX10-000004]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most valuable features on the map are bridges — narrow connections between distant territories where methods transfer. The detector finds edges that connect otherwise separate clusters, scores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Map navigation interface specification  [JAH-APX10-000005]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Callers navigate the map programmatically: get the territory containing a concept, list neighbors, zoom in to constituents, zoom out to context. Responses include the aggregation rule behind each ter…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Knowledge Cartographer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 navigable map of the entire accessible ecosystem — from individual data fields to relationships among whole technological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https://justinahiggins614-cmyk.github.io/jah-databases/db/apex-tool-apex-knowledge-cartographer/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https://justinahiggins614-cmyk.github.io/jah-databases-data-1/data/apex-tool-apex-knowledge-cartographer/index.jsonl.gz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
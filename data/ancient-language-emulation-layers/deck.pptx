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cient-language-emulation-layers/" TargetMode="External"/><Relationship Id="rId3" Type="http://schemas.openxmlformats.org/officeDocument/2006/relationships/hyperlink" Target="https://justinahiggins614-cmyk.github.io/jah-databases-data-1/data/ancient-language-emulation-lay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Ancient Language Emulation Layers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ancient languages on modern machines — emulated tongues, faithfully rendered.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Ancient Language Emulation Layers Database holds 15 language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ancient languages on modern machines — emulated tongues, faithfully rendered.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Glyph Mapping  [JAH-ALE-000001]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Glyph Mapping is a language ability in the Ancient Language Emulation Layers database. Maps ancient glyphs to modern code points without losing distinctions. Each glyph gets a unique code point; look…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Phoneme Reconstruction  [JAH-ALE-000002]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Phoneme Reconstruction is a language ability in the Ancient Language Emulation Layers database. Reconstructs approximate pronunciation from scholarly sources. Phonemes are sourced from cited reconstr…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Grammar Engines  [JAH-ALE-000003]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Grammar Engines is a language ability in the Ancient Language Emulation Layers database. Parses ancient grammar with rule engines built from grammars. Morphological rules segment words; syntax rules…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Script Rendering  [JAH-ALE-000004]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Script Rendering is a language ability in the Ancient Language Emulation Layers database. Renders ancient scripts correctly, including direction and ligatures. Shaping rules handle right-to-left, 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Bilingual Alignment  [JAH-ALE-000005]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Bilingual Alignment is a language ability in the Ancient Language Emulation Layers database. Aligns ancient text with its translation line by line. Sentences are aligned by anchor words; the parallel…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language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Ancient Language Emulation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ancient languages on modern machines — emulated tongues, faithfully rendered.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https://justinahiggins614-cmyk.github.io/jah-databases/db/ancient-language-emulation-layers/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https://justinahiggins614-cmyk.github.io/jah-databases-data-1/data/ancient-language-emulation-layers/index.jsonl.gz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
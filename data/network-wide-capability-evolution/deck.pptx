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wide-capability-evolution/" TargetMode="External"/><Relationship Id="rId3" Type="http://schemas.openxmlformats.org/officeDocument/2006/relationships/hyperlink" Target="https://justinahiggins614-cmyk.github.io/jah-databases-data-1/data/network-wide-capability-evolu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Network-Wide Capability Evolution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Practices for evolving network capabilities without breaking consumers.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Network-Wide Capability Evolution Database holds 20 evolution practices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Practices for evolving network capabilities without breaking consumers.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Version Numbering  [JAH-NWC-000001]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semantic versioning so consumers read breaking risk from the number. Recorded facts — Practice: Version Numbering; Phase: always; Safeguard: semver. Used by platform teams shipping capability up…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Backward Compatibility  [JAH-NWC-000002]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Keeps old contracts working while new ones are introduced. Recorded facts — Practice: Backward Compatibility; Phase: design; Safeguard: compat tests. Used by platform teams shipping capability update…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Deprecation Notice  [JAH-NWC-000003]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Announces removals with timelines and migration guides well in advance. Recorded facts — Practice: Deprecation Notice; Phase: deprecate; Safeguard: notice period. Used by platform teams shipping capa…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Sunset Timeline  [JAH-NWC-000004]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Publishes the exact date an old version stops working. Recorded facts — Practice: Sunset Timeline; Phase: deprecate; Safeguard: calendar. Used by platform teams shipping capability updates to large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Migration Guide  [JAH-NWC-000005]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Documents step-by-step moves from old to new capability versions. Recorded facts — Practice: Migration Guide; Phase: migrate; Safeguard: guide. Used by platform teams shipping capability updates to 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evolution practice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JAH-NWC-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Network-Wide Capability Evolution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Practices for evolving network capabilities without breaking consumers.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https://justinahiggins614-cmyk.github.io/jah-databases/db/network-wide-capability-evolution/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https://justinahiggins614-cmyk.github.io/jah-databases-data-1/data/network-wide-capability-evolution/index.jsonl.gz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
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ecification-drift-detectors-signature/" TargetMode="External"/><Relationship Id="rId3" Type="http://schemas.openxmlformats.org/officeDocument/2006/relationships/hyperlink" Target="https://justinahiggins614-cmyk.github.io/jah-databases-data-1/data/specification-drift-detec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Specification Drift Detectors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Specification Drift Detectors Database holds 15 specification drift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Drift Attribution Record  [JAH-SPECIF-S-000001]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detected drift records its attribution — which commit introduced it, whether it was intended, who approved, and what spec change (if any) accompanied it. Drift is never anony…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Behavioral drift via differential testing  [JAH-SPECIF-S-000002]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Signatures match but behavior drifted: differential testing runs the old and new versions on shared inputs and flags behavioral differences. The detector doesn't judge which behavi…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Drift Attribution Record  [JAH-SPECIF-S-000003]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detected drift records its attribution — which commit introduced it, whether it was intended, who approved, and what spec change (if any) accompanied it. Drift is never anony…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Behavioral drift via differential testing  [JAH-SPECIF-S-000004]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Signatures match but behavior drifted: differential testing runs the old and new versions on shared inputs and flags behavioral differences. The detector doesn't judge which behavi…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Model-behavior drift (ML)  [JAH-SPECIF-S-000005]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Deployed ML models drift from their validated behavior as data shifts: accuracy decays, calibration worsens, feature distributions move. Drift detectors track prediction distributi…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specification drift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JAH-SPECIF-S-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Specification Drift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https://justinahiggins614-cmyk.github.io/jah-databases/db/specification-drift-detectors-signature/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https://justinahiggins614-cmyk.github.io/jah-databases-data-1/data/specification-drift-detectors-signature/index.jsonl.gz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
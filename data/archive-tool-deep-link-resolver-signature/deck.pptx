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deep-link-resolver-signature/" TargetMode="External"/><Relationship Id="rId3" Type="http://schemas.openxmlformats.org/officeDocument/2006/relationships/hyperlink" Target="https://justinahiggins614-cmyk.github.io/jah-databases-data-1/data/archive-tool-deep-link-resolv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Deep-Link Resolver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Navigates directly to a specific section, record, object, or passage inside a large file.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Deep-Link Resolver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Navigates directly to a specific section, record, object, or passage inside a large file.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Fragment Parsing — Core Method  [JAH-AT17S-000001]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 deep link carries its target in the fragment — the part after the hash — using conventions like #page=42, #rec=JAH-AT1-000007, or #xywh= for image region…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Fragment Parsing — Compounded Pattern  [JAH-AT17S-000002]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 deep link carries its target in the fragment — the part after the hash — using conventions like #page=42, #rec=JAH-AT1-000007, or #xywh= for image region…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Fragment Parsing — Full-System Integration  [JAH-AT17S-000003]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 deep link carries its target in the fragment — the part after the hash — using conventions like #page=42, #rec=JAH-AT1-000007, or #xywh= for image region…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Byte-Offset Seeking — Core Method  [JAH-AT17S-000004]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For large record files, the fastest deep link is a byte offset: an index maps record IDs to their exact position in the file, and the resolver seeks straig…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Byte-Offset Seeking — Compounded Pattern  [JAH-AT17S-000005]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For large record files, the fastest deep link is a byte offset: an index maps record IDs to their exact position in the file, and the resolver seeks straig…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JAH-AT17S-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Deep Link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Navigates directly to a specific section, record, object, or passage inside a large file.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https://justinahiggins614-cmyk.github.io/jah-databases/db/archive-tool-deep-link-resolver-signature/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https://justinahiggins614-cmyk.github.io/jah-databases-data-1/data/archive-tool-deep-link-resolver-signature/index.jsonl.gz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
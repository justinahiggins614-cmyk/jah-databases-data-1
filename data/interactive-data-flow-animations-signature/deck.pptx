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data-flow-animations-signature/" TargetMode="External"/><Relationship Id="rId3" Type="http://schemas.openxmlformats.org/officeDocument/2006/relationships/hyperlink" Target="https://justinahiggins614-cmyk.github.io/jah-databases-data-1/data/interactive-data-flow-anim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Interactive Data-Flow Animations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Animates data as it moves — packets, values, and events flowing visibly through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Interactive Data-Flow Animations Database holds 15 visualization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Animates data as it moves — packets, values, and events flowing visibly through the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Packet Dots  [JAH-IDF-S-000001]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Packet Dots is a visualization ability in the Signature Interactive Data-Flow Animations database. Animates each packet as a dot traveling its edge. Packets spawn at the source node and eas…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Throughput Ribbons  [JAH-IDF-S-000002]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Throughput Ribbons is a visualization ability in the Signature Interactive Data-Flow Animations database. Draws throughput as flowing ribbons whose width is the rate. Edge widths scale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Pulse on Event  [JAH-IDF-S-000003]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Pulse on Event is a visualization ability in the Signature Interactive Data-Flow Animations database. Fires a pulse ring from a node whenever an event occurs there. Events trigger an expand…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Stream Trails  [JAH-IDF-S-000004]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Stream Trails is a visualization ability in the Signature Interactive Data-Flow Animations database. Leaves motion trails behind fast-moving values. Recent positions are kept in a short buf…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Congestion Glow  [JAH-IDF-S-000005]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Congestion Glow is a visualization ability in the Signature Interactive Data-Flow Animations database. Glows edges red as they approach saturation. Utilization over 80% shifts the edge colo…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visualization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JAH-IDF-S-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Data-Flow Animation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Animates data as it moves — packets, values, and events flowing visibly through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https://justinahiggins614-cmyk.github.io/jah-databases/db/interactive-data-flow-animations-signature/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https://justinahiggins614-cmyk.github.io/jah-databases-data-1/data/interactive-data-flow-animations-signature/index.jsonl.gz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
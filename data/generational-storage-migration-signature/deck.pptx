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generational-storage-migration-signature/" TargetMode="External"/><Relationship Id="rId3" Type="http://schemas.openxmlformats.org/officeDocument/2006/relationships/hyperlink" Target="https://justinahiggins614-cmyk.github.io/jah-databases-data-1/data/generational-storage-migr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Signature Generational Storage Migration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Policies and engines that move data between storage generations as it ages.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Signature Generational Storage Migration Database holds 15 storage migration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Policies and engines that move data between storage generations as it ages. (Signature edition — original techniques by Justin Addam Higgins.)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Justin Addam Higgins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Hot/Warm/Cold Tiering  [JAH-GSM-S-000001]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Moves objects between Standard, Infrequent Access, and Glacier tiers by age and access count. Hot data stays on fast storage; untouched data sinks to cheap tiers automatically. The policy is the prod…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Lifecycle Policy Engines  [JAH-GSM-S-000002]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Applies declarative rules that transition objects on age, version count, or tags. Instead of scripts, operators write policies like 'move to cold after 90 days, delete after 7 years' and the engine 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Hierarchical Storage Management  [JAH-GSM-S-000003]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Transparently migrates files between SSD, disk, and tape via stub files that recall data on access. Applications see a normal filesystem while HSM moves the bytes behind the scenes. It brings mainfra…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Compaction-Driven Migration  [JAH-GSM-S-000004]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Uses LSM compactions to rewrite cold SSTables into cheaper storage classes as a side effect of normal maintenance. The compaction job already rewrites the data; pointing cold levels at cheap storage…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Age-Based Archival  [JAH-GSM-S-000005]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Archives records older than the retention threshold to immutable storage. Financial, medical, and legal records have mandated retention periods; archival jobs move them to WORM storage when they age…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storage migration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JAH-GSM-S-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JAH Generational Storage Migration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Policies and engines that move data between storage generations as it ages.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https://justinahiggins614-cmyk.github.io/jah-databases/db/generational-storage-migration-signature/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https://justinahiggins614-cmyk.github.io/jah-databases-data-1/data/generational-storage-migration-signature/index.jsonl.gz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
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differential-privacy-filters-signature/" TargetMode="External"/><Relationship Id="rId3" Type="http://schemas.openxmlformats.org/officeDocument/2006/relationships/hyperlink" Target="https://justinahiggins614-cmyk.github.io/jah-databases-data-1/data/differential-privacy-filters-signature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Signature Differential Privacy Filters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Learning from all, revealing none: privacy-preserving data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D4A537"/>
                </a:solidFill>
                <a:latin typeface="Calibri"/>
              </a:rPr>
              <a:t>SIGNATURE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Signature Differential Privacy Filters Database holds 15 differential privacy mechanisms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Learning from all, revealing none: privacy-preserving data analysis.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JAH Databases lane A3 build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Signature Privacy Budget Ledger  [JAH-DPF-S-000001]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epsilon spent is journaled — who queried, what, when, the remaining budget — in a tamper-evident ledger. Privacy spend becomes auditable like financial spend; exceeding budge…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Signature Gaussian mechanism  [JAH-DPF-S-000002]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For (ε,δ)-differential privacy, Gaussian noise often beats Laplace on utility — especially for high-dimensional queries like gradient updates in DP-SGD. The noise scales with sensi…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Signature Privacy Budget Ledger  [JAH-DPF-S-000003]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every epsilon spent is journaled — who queried, what, when, the remaining budget — in a tamper-evident ledger. Privacy spend becomes auditable like financial spend; exceeding budge…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Signature Gaussian mechanism  [JAH-DPF-S-000004]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For (ε,δ)-differential privacy, Gaussian noise often beats Laplace on utility — especially for high-dimensional queries like gradient updates in DP-SGD. The noise scales with sensi…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Signature Synthetic data with DP  [JAH-DPF-S-000005]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Signature edition: Instead of answering queries, generate a synthetic dataset with DP guarantees (via DP-GANs, MST, or marginal-based methods) and let analysts query it freely. The synthetic data pre…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differential privacy mechanism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JAH-DPF-S-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JAH Differential Privacy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Signature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D4A537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Learning from all, revealing none: privacy-preserving data analysis.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https://justinahiggins614-cmyk.github.io/jah-databases/db/differential-privacy-filters-signature/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https://justinahiggins614-cmyk.github.io/jah-databases-data-1/data/differential-privacy-filters-signature/index.jsonl.gz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
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erbian-signature/" TargetMode="External"/><Relationship Id="rId3" Type="http://schemas.openxmlformats.org/officeDocument/2006/relationships/hyperlink" Target="https://justinahiggins614-cmyk.github.io/jah-databases-data-1/data/names-serb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Serbian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Serbian style — new creations built from real Serbian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Serbian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Serbian style — new creations built from real Serbian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Serbian Names Database from genuine Serbian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Serbian-style given name: Stefanmil  [JAH-NMSS11-000001]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Stefanmil is a Signature original Serbian-style given name, created for the Signature Serbian Names Database. From Stefan + mil (dear). It is labeled a Signature creation and is not a traditional Ser…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Serbian-style given name: Jelenaslava  [JAH-NMSS11-000002]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Jelenaslava is a Signature original Serbian-style given name, created for the Signature Serbian Names Database. From Jelena + slava (glory). It is labeled a Signature creation and is not a traditiona…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Serbian-style given name: Nikolamir  [JAH-NMSS11-000003]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Nikolamir is a Signature original Serbian-style given name, created for the Signature Serbian Names Database. From Nikola + mir (peace). It is labeled a Signature creation and is not a traditional 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Serbian-style given name: Milicaslava  [JAH-NMSS11-000004]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Milicaslava is a Signature original Serbian-style given name, created for the Signature Serbian Names Database. From Milica + slava. It is labeled a Signature creation and is not a traditional Serbia…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Serbian-style given name: Aleksandarmil  [JAH-NMSS11-000005]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Aleksandarmil is a Signature original Serbian-style given name, created for the Signature Serbian Names Database. From Aleksandar + mil. It is labeled a Signature creation and is not a traditional Se…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JAH-NMSS11-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Serbian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Serbian style — new creations built from real Serbian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https://justinahiggins614-cmyk.github.io/jah-databases/db/names-serbian-signature/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https://justinahiggins614-cmyk.github.io/jah-databases-data-1/data/names-serbian-signature/index.jsonl.gz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
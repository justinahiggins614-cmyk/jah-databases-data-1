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allback-tool-selector/" TargetMode="External"/><Relationship Id="rId3" Type="http://schemas.openxmlformats.org/officeDocument/2006/relationships/hyperlink" Target="https://justinahiggins614-cmyk.github.io/jah-databases-data-1/data/archive-toolkit-fallback-tool-selec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Fallback Tool Selector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another method when the preferred tool is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Fallback Tool Selector Database holds 15 fallback tool selectors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another method when the preferred tool is unavailable.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Capability-based fallback ranking  [JAH-ATK253-000001]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Candidate tools are described by the capabilities they provide, and the request lists the capabilities it needs. The selector ranks candidates by capability coverage and picks the highest-ranked heal…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Capability-based fallback ranking  [JAH-ATK253-000002]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Candidate tools are described by the capabilities they provide, and the request lists the capabilities it needs. The selector ranks candidates by capability coverage and picks the highest-ranked heal…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Capability-based fallback ranking  [JAH-ATK253-000003]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Candidate tools are described by the capabilities they provide, and the request lists the capabilities it needs. The selector ranks candidates by capability coverage and picks the highest-ranked heal…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Degradation ladder  [JAH-ATK253-000004]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Fallbacks are ordered from full-fidelity to minimal in a degradation ladder. The selector walks down the ladder until it finds a working rung, so users get the best quality currently achievable. Each…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Degradation ladder  [JAH-ATK253-000005]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Fallbacks are ordered from full-fidelity to minimal in a degradation ladder. The selector walks down the ladder until it finds a working rung, so users get the best quality currently achievable. Each…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fallback tool selector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Fallback Tool Selector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another method when the preferred tool is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https://justinahiggins614-cmyk.github.io/jah-databases/db/archive-toolkit-fallback-tool-selector/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https://justinahiggins614-cmyk.github.io/jah-databases-data-1/data/archive-toolkit-fallback-tool-selector/index.jsonl.gz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
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robot-autonomous-operation-evidence/" TargetMode="External"/><Relationship Id="rId3" Type="http://schemas.openxmlformats.org/officeDocument/2006/relationships/hyperlink" Target="https://justinahiggins614-cmyk.github.io/jah-databases-data-1/data/robot-autonomous-operation-evidenc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Robot Autonomous Operation Evidence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Evidence types that prove what an autonomous robot actually did.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Robot Autonomous Operation Evidence Database holds 20 evidence types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Evidence types that prove what an autonomous robot actually did.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Telemetry Log  [JAH-RAO-000001]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Time-stamped joint states, velocities, and commands at full rate. Recorded facts — Evidence: Telemetry Log; Captures: motion truth; Retention: 2 years. Used by safety investigators, insurers, and reg…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Video Recording  [JAH-RAO-000002]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Onboard camera footage synchronized to telemetry. Recorded facts — Evidence: Video Recording; Captures: visual context; Retention: 1 year. Used by safety investigators, insurers, and regulators recon…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Event Log  [JAH-RAO-000003]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Discrete events: mode changes, faults, operator inputs. Recorded facts — Evidence: Event Log; Captures: state changes; Retention: 2 years. Used by safety investigators, insurers, and regulators recon…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Decision Trace  [JAH-RAO-000004]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planner's options, costs, and chosen action at each decision. Recorded facts — Evidence: Decision Trace; Captures: why it acted; Retention: 2 years. Used by safety investigators, insurers, and 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Sensor Snapshot  [JAH-RAO-000005]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Raw sensor frames captured around anomalies for forensics. Recorded facts — Evidence: Sensor Snapshot; Captures: ground truth; Retention: 1 year. Used by safety investigators, insurers, and regulator…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evidence type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JAH-RAO-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Robot Autonomous Operation Evidence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Evidence types that prove what an autonomous robot actually did.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https://justinahiggins614-cmyk.github.io/jah-databases/db/robot-autonomous-operation-evidence/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https://justinahiggins614-cmyk.github.io/jah-databases-data-1/data/robot-autonomous-operation-evidence/index.jsonl.gz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
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quechua-signature/" TargetMode="External"/><Relationship Id="rId3" Type="http://schemas.openxmlformats.org/officeDocument/2006/relationships/hyperlink" Target="https://justinahiggins614-cmyk.github.io/jah-databases-data-1/data/names-quechu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Quechua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Quechua style — new creations built from real Quechua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Quechua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Quechua style — new creations built from real Quechua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Quechua Names Database from genuine Quechua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Quechua-style given name: Sisakilla  [JAH-NMQS-000001]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Sisakilla is a Signature original Quechua-style given name, created for the Signature Quechua Names Database. From sisa (flower) + killa (moon): 'moon flower'.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Quechua-style given name: Wayrainti  [JAH-NMQS-000002]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Wayrainti is a Signature original Quechua-style given name, created for the Signature Quechua Names Database. From wayra (wind) + inti (sun): 'sun wind'.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Quechua-style given name: Killawayra  [JAH-NMQS-000003]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Killawayra is a Signature original Quechua-style given name, created for the Signature Quechua Names Database. From killa (moon) + wayra (wind): 'moon wind'.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Quechua-style given name: Intisisam  [JAH-NMQS-000004]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Intisisam is a Signature original Quechua-style given name, created for the Signature Quechua Names Database. From inti (sun) + sisa (flower): 'sun flower'.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Quechua-style given name: Yupanquisisa  [JAH-NMQS-000005]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Yupanquisisa is a Signature original Quechua-style given name, created for the Signature Quechua Names Database. From yupanqui + sisa. It is labeled a Signature creation and is not a traditional Quec…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JAH-NMQS-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Quechua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Quechua style — new creations built from real Quechua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https://justinahiggins614-cmyk.github.io/jah-databases/db/names-quechua-signature/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https://justinahiggins614-cmyk.github.io/jah-databases-data-1/data/names-quechua-signature/index.jsonl.gz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
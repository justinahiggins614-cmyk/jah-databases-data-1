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tectural-pattern-recognition/" TargetMode="External"/><Relationship Id="rId3" Type="http://schemas.openxmlformats.org/officeDocument/2006/relationships/hyperlink" Target="https://justinahiggins614-cmyk.github.io/jah-databases-data-1/data/architectural-pattern-recognition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Architectural Pattern Recognition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Reading the blueprint in the code: MVC, microservices, layered architectures, dependency analysis, and conformance checking that keeps design honest.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Architectural Pattern Recognition Database holds 15 fundamental abilitys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Reading the blueprint in the code: MVC, microservices, layered architectures, dependency analysis, and conformance checking that keeps design honest.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Public-harvest: curated from public technical literature, documentation, and established engineering practice.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MVC pattern  [JAH-APR-000001]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Model-View-Controller separates data (Model), presentation (View), and input handling (Controller): the controller updates the model, the model notifies the view. Recognizing MVC in code means findin…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Layered architecture  [JAH-APR-000002]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Layered architecture stacks UI -&gt; application -&gt; domain -&gt; infrastructure, with dependencies pointing strictly downward. Recognizing it means checking the dependency arrows: any upward or skipped-lay…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Microservices detection  [JAH-APR-000003]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Microservices show up as independently deployable units with their own datastores, communicating over the network: the tell-tale signs are separate repos/pipelines, no shared database tables, and API…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Event-driven architecture  [JAH-APR-000004]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Event-driven systems communicate through events, not calls: producers emit facts ('order placed'), consumers react independently. Recognizing it means finding the event backbone (broker, log) and the…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Dependency analysis  [JAH-APR-000005]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Dependency analysis turns imports into a graph and reads the architecture from it: package coupling (afferent/efferent), instability metrics, and cycle detection. Robert Martin's package metrics (I =…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fundamental ability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JAH-APR-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Architectural Pattern Recognition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Reading the blueprint in the code: MVC, microservices, layered architectures, dependency analysis, and conformance checking that keeps design honest.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https://justinahiggins614-cmyk.github.io/jah-databases/db/architectural-pattern-recognition/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https://justinahiggins614-cmyk.github.io/jah-databases-data-1/data/architectural-pattern-recognition/index.jsonl.gz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
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utonomous-compute-recovery-system/" TargetMode="External"/><Relationship Id="rId3" Type="http://schemas.openxmlformats.org/officeDocument/2006/relationships/hyperlink" Target="https://justinahiggins614-cmyk.github.io/jah-databases-data-1/data/apex-tool-autonomous-compute-recovery-system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Autonomous Compute Recovery System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Detects worker failures and reallocates unfinished tasks where possible.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Autonomous Compute Recovery System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worker failures and reallocates unfinished tasks where possible.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knowledge: standard engineering practice documented in open technical literature; facts cross-checked against the executed demo program. Compiled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Heartbeat Monitor  [JAH-APX67-000001]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Watches worker heartbeats and marks the silent ones suspect, the fastest path to knowing something died.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Suspicion Escalator  [JAH-APX67-000002]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Escalates suspect workers through stages — suspect, unresponsive, dead — avoiding premature burial of slow workers.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Failure Classifier  [JAH-APX67-000003]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Sorts failures — crash, hang, network partition, poison task — so recovery matches the cause.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Task Ledger  [JAH-APX67-000004]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Records every task assignment durably, so unfinished work is always knowable after a failure.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Reallocator  [JAH-APX67-000005]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Reassigns unfinished tasks to healthy workers, respecting capacity and locality.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JAH-APX67-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Autonomous Compute Recovery System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worker failures and reallocates unfinished tasks where possible.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https://justinahiggins614-cmyk.github.io/jah-databases/db/apex-tool-autonomous-compute-recovery-system/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https://justinahiggins614-cmyk.github.io/jah-databases-data-1/data/apex-tool-autonomous-compute-recovery-system/index.jsonl.gz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
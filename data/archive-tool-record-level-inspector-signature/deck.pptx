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record-level-inspector-signature/" TargetMode="External"/><Relationship Id="rId3" Type="http://schemas.openxmlformats.org/officeDocument/2006/relationships/hyperlink" Target="https://justinahiggins614-cmyk.github.io/jah-databases-data-1/data/archive-tool-record-level-inspec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Record-Level Inspector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Examines individual records rather than relying solely on database descriptions.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Record-Level Inspector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Examines individual records rather than relying solely on database descriptions. Signature edition of original methods.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Signature original authored for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Field-Level Diff — Core Method  [JAH-AT26S-000001]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Database descriptions lie by omission, so the inspector diffs records field by field: for any two records it lists added, removed, and changed fields with…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Field-Level Diff — Compounded Pattern  [JAH-AT26S-000002]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Database descriptions lie by omission, so the inspector diffs records field by field: for any two records it lists added, removed, and changed fields with…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Field-Level Diff — Full-System Integration  [JAH-AT26S-000003]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Database descriptions lie by omission, so the inspector diffs records field by field: for any two records it lists added, removed, and changed fields with…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Per-Record Anomaly Flags — Core Method  [JAH-AT26S-000004]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Instead of trusting aggregates, the inspector scores each record against the population: values far from the field's typical range, types that disagree wit…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Per-Record Anomaly Flags — Compounded Pattern  [JAH-AT26S-000005]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Instead of trusting aggregates, the inspector scores each record against the population: values far from the field's typical range, types that disagree wit…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JAH-AT26S-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Record Inspector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Examines individual records rather than relying solely on database descriptions.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https://justinahiggins614-cmyk.github.io/jah-databases/db/archive-tool-record-level-inspector-signature/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https://justinahiggins614-cmyk.github.io/jah-databases-data-1/data/archive-tool-record-level-inspector-signature/index.jsonl.gz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
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ebuano/" TargetMode="External"/><Relationship Id="rId3" Type="http://schemas.openxmlformats.org/officeDocument/2006/relationships/hyperlink" Target="https://justinahiggins614-cmyk.github.io/jah-databases-data-1/data/names-cebuano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Cebuano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Cebuano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Cebuano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Cebuano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Juan - Cebuano masculine given name  [JAH-NMC2-000001]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Juan is a masculine given name in Cebuano. Meaning: God is gracious..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- Cebuano feminine given name  [JAH-NMC2-000002]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Cebuano. Meaning: Beloved..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Jose - Cebuano masculine given name  [JAH-NMC2-000003]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Jose is a masculine given name in Cebuano. Meaning: God will increase..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Rosa - Cebuano feminine given name  [JAH-NMC2-000004]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Rosa is a feminine given name in Cebuano. Meaning: Rose..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Pedro - Cebuano masculine given name  [JAH-NMC2-000005]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Pedro is a masculine given name in Cebuano. Meaning: Stone..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Cebuano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Cebuano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https://justinahiggins614-cmyk.github.io/jah-databases/db/names-cebuano/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https://justinahiggins614-cmyk.github.io/jah-databases-data-1/data/names-cebuano/index.jsonl.gz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
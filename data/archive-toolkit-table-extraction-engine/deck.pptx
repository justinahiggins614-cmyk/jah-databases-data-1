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table-extraction-engine/" TargetMode="External"/><Relationship Id="rId3" Type="http://schemas.openxmlformats.org/officeDocument/2006/relationships/hyperlink" Target="https://justinahiggins614-cmyk.github.io/jah-databases-data-1/data/archive-toolkit-table-extraction-engin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Table Extraction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Extracts tables from documents, reports, and web pages.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Table Extraction Engine Database holds 15 extraction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Extracts tables from documents, reports, and web pages.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methodology — standard computer-science technique documented in the technical literature;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Grid-line detection — Table Extraction Engine  [JAH-ATK142-00001]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Border characters (+,-,|) reveal column boundaries in plain-text tables. Boundary positions split every row consistently. Geometry beats guessing.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Header detection — Table Extraction Engine  [JAH-ATK142-00002]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Headers are the first row, often distinguished by position or styling. Detection separates labels from data. Headers name columns.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Merged cells — Table Extraction Engine  [JAH-ATK142-00003]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Spanning cells (colspan) need grid reconstruction to place values correctly. Spans complicate the simple grid model. Structure needs care.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Borderless tables — Table Extraction Engine  [JAH-ATK142-00004]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Whitespace-aligned tables infer columns from consistent gaps. Gap analysis replaces border detection. Alignment is the signal.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HTML table parsing — Table Extraction Engine  [JAH-ATK142-00005]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&lt;table&gt;/&lt;tr&gt;/&lt;td&gt; markup parses directly into grids. Colspan/rowspan attributes guide placement. Markup is explicit.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extraction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JAH-ATK142-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Table Extraction Engine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Extracts tables from documents, reports, and web pages.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https://justinahiggins614-cmyk.github.io/jah-databases/db/archive-toolkit-table-extraction-engine/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https://justinahiggins614-cmyk.github.io/jah-databases-data-1/data/archive-toolkit-table-extraction-engine/index.jsonl.gz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
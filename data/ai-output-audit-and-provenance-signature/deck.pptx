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output-audit-and-provenance-signature/" TargetMode="External"/><Relationship Id="rId3" Type="http://schemas.openxmlformats.org/officeDocument/2006/relationships/hyperlink" Target="https://justinahiggins614-cmyk.github.io/jah-databases-data-1/data/ai-output-audit-and-provena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Output Audit and Provenance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Watermarking, provenance tracking, and audit trails that record where AI outputs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Output Audit and Provenance Database holds 20 AI provenance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Watermarking, provenance tracking, and audit trails that record where AI outputs came from.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Watermark Gardener  [JAH-AOA-S-000001]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watermarks by growing them resilient: the watermark is planted deep in the generation process, surviving paraphrase like a perennial. The garden blooms detectable. Synthe…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Provenance Chronicler  [JAH-AOA-S-000002]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chronicles every media transformation as a story: created, edited, shared, each chapter signed. The chronicle travels with the file. Histories get told.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Decision Ledger  [JAH-AOA-S-000003]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ledgers AI decisions immutably: the input, version, and output are chained like blocks. The ledger is tamper-evident. Decisions get permanent records.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Detector's Humility  [JAH-AOA-S-000004]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detectors that state their uncertainty plainly: 'likely AI (78%), not proof.' The humility is structural. Signals get weighed, not worshipped.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Data Biographer  [JAH-AOA-S-000005]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biographer for datasets: every source gets its life story recorded, licenses and consent included. The biography is complete. Sources get their due.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AI provenance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JAH-AOA-S-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Provenance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Watermarking, provenance tracking, and audit trails that record where AI outputs came from.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https://justinahiggins614-cmyk.github.io/jah-databases/db/ai-output-audit-and-provenance-signature/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https://justinahiggins614-cmyk.github.io/jah-databases-data-1/data/ai-output-audit-and-provenance-signature/index.jsonl.gz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
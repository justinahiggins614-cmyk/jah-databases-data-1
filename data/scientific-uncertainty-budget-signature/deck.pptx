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uncertainty-budget-signature/" TargetMode="External"/><Relationship Id="rId3" Type="http://schemas.openxmlformats.org/officeDocument/2006/relationships/hyperlink" Target="https://justinahiggins614-cmyk.github.io/jah-databases-data-1/data/scientific-uncertainty-budget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Uncertainty Budget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uncertainty methods — original techniques for honest measurement.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Uncertainty Budget Database holds 20 signature uncertainty budgets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uncertainty methods — original techniques for honest measurement.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budget-every-measurement  [JAH-SUB-S-000001]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measurement practice: every measurement ships with its budget.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type-a-first  [JAH-SUB-S-000002]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lab practice: repeat, then evaluate.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spec-as-type-b  [JAH-SUB-S-000003]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specs become Type B rectangular.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propagate-analytic  [JAH-SUB-S-000004]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analysis practice: propagate analytically where possible.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monte-carlo-nonlinear  [JAH-SUB-S-000005]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Monte Carlo for nonlinear.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uncertainty budget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JAH-SUB-S-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Uncertainty Budget Accountant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uncertainty methods — original techniques for honest measurement.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https://justinahiggins614-cmyk.github.io/jah-databases/db/scientific-uncertainty-budget-signature/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https://justinahiggins614-cmyk.github.io/jah-databases-data-1/data/scientific-uncertainty-budget-signature/index.jsonl.gz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
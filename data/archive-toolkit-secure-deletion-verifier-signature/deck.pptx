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ecure-deletion-verifier-signature/" TargetMode="External"/><Relationship Id="rId3" Type="http://schemas.openxmlformats.org/officeDocument/2006/relationships/hyperlink" Target="https://justinahiggins614-cmyk.github.io/jah-databases-data-1/data/archive-toolkit-secure-deletion-verifi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Secure Deletion Verifier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Verifies deletion outcomes to the extent supported by the storage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Secure Deletion Verifier Database holds 15 secure deletion verifiers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Verifies deletion outcomes to the extent supported by the storage system.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Deletion witness  [JAH-ATK279S-000001]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sensitive deletions are witnessed by an independent party who attests the procedure was followed. Witness attestation is recorded with the rec…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Deletion witness  [JAH-ATK279S-000002]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sensitive deletions are witnessed by an independent party who attests the procedure was followed. Witness attestation is recorded with the rec…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Deletion witness  [JAH-ATK279S-000003]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sensitive deletions are witnessed by an independent party who attests the procedure was followed. Witness attestation is recorded with the rec…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Deletion chain of custody  [JAH-ATK279S-000004]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handler of the data-to-be-deleted is logged from collection to destruction. Chain of custody proves nothing was copied aside before dele…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Deletion chain of custody  [JAH-ATK279S-000005]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handler of the data-to-be-deleted is logged from collection to destruction. Chain of custody proves nothing was copied aside before dele…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secure deletion verifier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JAH-ATK279S-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Secure Deletion Verifier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Verifies deletion outcomes to the extent supported by the storage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https://justinahiggins614-cmyk.github.io/jah-databases/db/archive-toolkit-secure-deletion-verifier-signature/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https://justinahiggins614-cmyk.github.io/jah-databases-data-1/data/archive-toolkit-secure-deletion-verifier-signature/index.jsonl.gz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
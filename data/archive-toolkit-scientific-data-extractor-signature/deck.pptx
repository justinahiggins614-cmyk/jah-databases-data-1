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scientific-data-extractor-signature/" TargetMode="External"/><Relationship Id="rId3" Type="http://schemas.openxmlformats.org/officeDocument/2006/relationships/hyperlink" Target="https://justinahiggins614-cmyk.github.io/jah-databases-data-1/data/archive-toolkit-scientific-data-extrac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Scientific Data Extractor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Reads numbers, units, and variables out of scientific datasets.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Scientific Data Extractor Database holds 15 scientific extraction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Reads numbers, units, and variables out of scientific datasets.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by Justin Addam Higgins (JAH). Property of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Scientific Data Extractor: a plain-language overview (Signature)  [JAH-ATK158S-000001]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Scientific Data Extractor does and why archives need it. Signature original. The Signature data extractor never separates a number from its story: every value kee…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Scientific Data Extractor works (Signature)  [JAH-ATK158S-000002]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Scientific Data Extractor does and why archives need it. Signature original. The Signature method runs a value ledger: each extracted measurement becomes a ledger…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Scientific Data Extractor works: the deep tour (Signature)  [JAH-ATK158S-000003]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Scientific Data Extractor does and why archives need it. Signature original. The Signature method runs a value ledger: each extracted measurement becomes a ledger…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Measurement parsing with unit detection: the simple idea (Signature)  [JAH-ATK158S-000004]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measurement parsing with unit detection - how it works inside the Scientific Data Extractor. Signature original. The Signature data extractor never separates a number f…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Measurement parsing with unit detection in practice (Signature)  [JAH-ATK158S-000005]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measurement parsing with unit detection - how it works inside the Scientific Data Extractor. Signature original. The Signature method runs a value ledger: each extracte…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scientific extraction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JAH-ATK158S-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Data Sampler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Reads numbers, units, and variables out of scientific datasets.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https://justinahiggins614-cmyk.github.io/jah-databases/db/archive-toolkit-scientific-data-extractor-signature/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https://justinahiggins614-cmyk.github.io/jah-databases-data-1/data/archive-toolkit-scientific-data-extractor-signature/index.jsonl.gz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
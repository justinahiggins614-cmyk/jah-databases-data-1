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apability-dependency-planner-signature/" TargetMode="External"/><Relationship Id="rId3" Type="http://schemas.openxmlformats.org/officeDocument/2006/relationships/hyperlink" Target="https://justinahiggins614-cmyk.github.io/jah-databases-data-1/data/archive-toolkit-capability-dependency-plann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Capability Dependency Planner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which tools, datasets, and services are required to build a new capability.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Capability Dependency Planner Database holds 15 dependency plans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which tools, datasets, and services are required to build a new capability.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Dependency Planning: Signature Foundation Map (Foundation)  [JAH-ATK297S-00001]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Dependency Planning: Signature Foundation Map (Operation)  [JAH-ATK297S-00002]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Dependency Planning: Signature Foundation Map (Mastery)  [JAH-ATK297S-00003]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Dependency Planning: Signature Raising Order (Foundation)  [JAH-ATK297S-00004]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Dependency Planning: Signature Raising Order (Operation)  [JAH-ATK297S-00005]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dependency plan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JAH-ATK297S-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Plan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which tools, datasets, and services are required to build a new capability.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https://justinahiggins614-cmyk.github.io/jah-databases/db/archive-toolkit-capability-dependency-planner-signature/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https://justinahiggins614-cmyk.github.io/jah-databases-data-1/data/archive-toolkit-capability-dependency-planner-signature/index.jsonl.gz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
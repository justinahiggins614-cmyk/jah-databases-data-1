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documenting-governance-logs/" TargetMode="External"/><Relationship Id="rId3" Type="http://schemas.openxmlformats.org/officeDocument/2006/relationships/hyperlink" Target="https://justinahiggins614-cmyk.github.io/jah-databases-data-1/data/self-documenting-governance-log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Self-Documenting Governance Logs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Keeps governance logs that explain themselves — every decision with its reasons,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Self-Documenting Governance Logs Database holds 15 governance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governance logs that explain themselves — every decision with its reasons, in plain words.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Decision Records  [JAH-SDGL-000001]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Decision Records is a governance ability in the Self-Documenting Governance Logs database. Records every governance decision with its full context. Decisions store the question, options, votes, and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Plain-Language Reasons  [JAH-SDGL-000002]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Plain-Language Reasons is a governance ability in the Self-Documenting Governance Logs database. Writes the reason for each decision in plain words. The reason field is required and reviewed for jarg…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Policy Linking  [JAH-SDGL-000003]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Policy Linking is a governance ability in the Self-Documenting Governance Logs database. Links each decision to the exact policy clauses it applied. Clauses are cited by id; the link is verified agai…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Vote Transparency  [JAH-SDGL-000004]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Vote Transparency is a governance ability in the Self-Documenting Governance Logs database. Publishes who voted how on every decision. Votes are public by default with abstentions and recusals marked…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Change Diffing  [JAH-SDGL-000005]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Change Diffing is a governance ability in the Self-Documenting Governance Logs database. Shows exactly what changed when a policy is amended. Amendments render as a word-level diff with the author 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governance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JAH-SDGL-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Self-Documenting Governance Log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governance logs that explain themselves — every decision with its reasons,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https://justinahiggins614-cmyk.github.io/jah-databases/db/self-documenting-governance-logs/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https://justinahiggins614-cmyk.github.io/jah-databases-data-1/data/self-documenting-governance-logs/index.jsonl.gz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
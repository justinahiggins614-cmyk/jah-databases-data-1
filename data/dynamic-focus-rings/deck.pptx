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focus-rings/" TargetMode="External"/><Relationship Id="rId3" Type="http://schemas.openxmlformats.org/officeDocument/2006/relationships/hyperlink" Target="https://justinahiggins614-cmyk.github.io/jah-databases-data-1/data/dynamic-focus-ring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Dynamic Focus Rings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Rings the focused element with a living highlight — always visible, never in the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Dynamic Focus Rings Database holds 15 interface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Rings the focused element with a living highlight — always visible, never in the way.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Adaptive Contrast Ring  [JAH-DFR-000001]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Adaptive Contrast Ring is a interface ability in the Dynamic Focus Rings database. Picks a ring color that contrasts with whatever is behind it. The pixels under the ring are sampled and the ring col…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Keyboard Focus Trail  [JAH-DFR-000002]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Keyboard Focus Trail is a interface ability in the Dynamic Focus Rings database. Leaves a brief trail showing where keyboard focus just traveled. Focus changes draw a fading line from the old element…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Group Focus Halo  [JAH-DFR-000003]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Group Focus Halo is a interface ability in the Dynamic Focus Rings database. Rings a whole group when focus lands anywhere inside it. Focus within a group draws the halo around the group's bounding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Urgency Pulsing  [JAH-DFR-000004]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Urgency Pulsing is a interface ability in the Dynamic Focus Rings database. Pulses the ring faster when the focused item needs attention. An urgency score 0–1 maps to pulse rate; critical items pulse…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Focus Memory  [JAH-DFR-000005]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Focus Memory is a interface ability in the Dynamic Focus Rings database. Returns focus to the last-focused element after a dialog closes. The previously focused element is stored on dialog open and 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interface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JAH-DFR-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Dynamic Focus Ring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Rings the focused element with a living highlight — always visible, never in the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https://justinahiggins614-cmyk.github.io/jah-databases/db/dynamic-focus-rings/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https://justinahiggins614-cmyk.github.io/jah-databases-data-1/data/dynamic-focus-rings/index.jsonl.gz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
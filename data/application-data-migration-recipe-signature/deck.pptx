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plication-data-migration-recipe-signature/" TargetMode="External"/><Relationship Id="rId3" Type="http://schemas.openxmlformats.org/officeDocument/2006/relationships/hyperlink" Target="https://justinahiggins614-cmyk.github.io/jah-databases-data-1/data/application-data-migration-recip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Application Data Migration Recipe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data-migration recipes — original methods for moving data without losing a byte.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Application Data Migration Recipe Database holds 20 signature data migration recipes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data-migration recipes — original methods for moving data without losing a byte.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expand-contract migration  [JAH-ADM-S-000001]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migration pattern: expand the schema, migrate the data, then contract — never a big-bang alter.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dual-write window  [JAH-ADM-S-000002]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cutover technique: write to both old and new during a window, compare, then cut reads over.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migration ledger  [JAH-ADM-S-000003]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record-keeping practice: every migration gets a ledger entry with source, target, counts, and sign-off.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checkpointed backfill  [JAH-ADM-S-000004]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backfill pattern: batched work with checkpoints, so any backfill can resume instead of restart.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per-tenant cutover  [JAH-ADM-S-000005]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sharding method: migrate and cut over one tenant at a time, so blast radius is always one tenant.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data migration recipe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Data Migration Chef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data-migration recipes — original methods for moving data without losing a byte.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https://justinahiggins614-cmyk.github.io/jah-databases/db/application-data-migration-recipe-signature/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https://justinahiggins614-cmyk.github.io/jah-databases-data-1/data/application-data-migration-recipe-signature/index.jsonl.gz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
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human-ai-partnership-engine-signature/" TargetMode="External"/><Relationship Id="rId3" Type="http://schemas.openxmlformats.org/officeDocument/2006/relationships/hyperlink" Target="https://justinahiggins614-cmyk.github.io/jah-databases-data-1/data/apex-tool-apex-human-ai-partnership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Human-AI Partnership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each decision to human, AI, or both — by uncertainty, impact, and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Human-AI Partnership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decision to human, AI, or both — by uncertainty, impact, and expertise.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Weighing Decisions  [JAH-APX94S-000001]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decision-weigher scores uncertainty, impact, reversibility — the three numbers that decide who decides.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Matching Minds  [JAH-APX94S-000002]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mind matcher finds the right expertise — Manon’s judgment for the weighty, AI speed for the routine.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Traffic Warden  [JAH-APX94S-000003]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warden directs each decision: human, AI, or joint review — by policy, with reasons, on record.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Passing the Baton  [JAH-APX94S-000004]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baton passer bundles full context for every handoff — no ambushes between human and AI.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Alarm Bell  [JAH-APX94S-000005]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bell rings when AI reaches its limits — escalation triggers tuned so help arrives before harm.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Human-AI Partnership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decision to human, AI, or both — by uncertainty, impact, and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https://justinahiggins614-cmyk.github.io/jah-databases/db/apex-tool-apex-human-ai-partnership-engine-signature/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https://justinahiggins614-cmyk.github.io/jah-databases-data-1/data/apex-tool-apex-human-ai-partnership-engine-signature/index.jsonl.gz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
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tar-signature/" TargetMode="External"/><Relationship Id="rId3" Type="http://schemas.openxmlformats.org/officeDocument/2006/relationships/hyperlink" Target="https://justinahiggins614-cmyk.github.io/jah-databases-data-1/data/names-tata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Tatar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Tatar style — new creations built from real Tatar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Tatar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Tatar style — new creations built from real Tatar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Tatar Names Database from genuine Tatar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Tatar-style given name: Ayguzel  [JAH-NMTS9-000001]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Ayguzel is a Signature original Tatar-style given name, created for the Signature Tatar Names Database. From ay (moon) + guzel (beautiful): 'moon-beautiful'.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Tatar-style given name: Timurgul  [JAH-NMTS9-000002]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Timurgul is a Signature original Tatar-style given name, created for the Signature Tatar Names Database. From timur (iron) + gul (flower): 'iron flower'.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Tatar-style given name: Ilsugul  [JAH-NMTS9-000003]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Ilsugul is a Signature original Tatar-style given name, created for the Signature Tatar Names Database. From il (country) + su (water) + gul. It is labeled a Signature creation and is not a tradition…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Tatar-style given name: Nuraygul  [JAH-NMTS9-000004]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Nuraygul is a Signature original Tatar-style given name, created for the Signature Tatar Names Database. From nur (light) + ay (moon) + gul.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Tatar-style given name: Bulats  [JAH-NMTS9-000005]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Bulats is a Signature original Tatar-style given name, created for the Signature Tatar Names Database. From bulat (steel). It is labeled a Signature creation and is not a traditional Tatar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Tatar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Tatar style — new creations built from real Tatar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https://justinahiggins614-cmyk.github.io/jah-databases/db/names-tatar-signature/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https://justinahiggins614-cmyk.github.io/jah-databases-data-1/data/names-tatar-signature/index.jsonl.gz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
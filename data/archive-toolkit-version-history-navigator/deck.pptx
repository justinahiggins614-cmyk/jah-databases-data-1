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version-history-navigator/" TargetMode="External"/><Relationship Id="rId3" Type="http://schemas.openxmlformats.org/officeDocument/2006/relationships/hyperlink" Target="https://justinahiggins614-cmyk.github.io/jah-databases-data-1/data/archive-toolkit-version-history-navig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Version History Navigator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Locates earlier and later versions of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Version History Navigator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earlier and later versions of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Linear version chains — Version History Navigator  [JAH-ATK134-00001]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Versions form a chain v1 -&gt; v2 -&gt; v3 with parent pointers. Chain walking answers 'what changed when'. Linear history suits documents.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Branching histories — Version History Navigator  [JAH-ATK134-00002]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Branches fork for parallel work; merges rejoin them. DAG history needs topological navigation. Branches enable collaboration.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Diff computation — Version History Navigator  [JAH-ATK134-00003]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Diffs align old and new text (Myers algorithm) into add/remove hunks. Hunks make changes reviewable. Diff is the lens on history.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Blame annotation — Version History Navigator  [JAH-ATK134-00004]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Blame attributes each line to its last-modifying version. Annotation answers 'who changed this'. Blame is accountability.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Time-travel queries — Version History Navigator  [JAH-ATK134-00005]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'Show me the record as of March' checks out the latest version before a timestamp. Temporal navigation reconstructs past states. Time travel audits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Version History Navigator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earlier and later versions of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https://justinahiggins614-cmyk.github.io/jah-databases/db/archive-toolkit-version-history-navigator/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https://justinahiggins614-cmyk.github.io/jah-databases-data-1/data/archive-toolkit-version-history-navigator/index.jsonl.gz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
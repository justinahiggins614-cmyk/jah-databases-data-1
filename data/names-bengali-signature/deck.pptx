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bengali-signature/" TargetMode="External"/><Relationship Id="rId3" Type="http://schemas.openxmlformats.org/officeDocument/2006/relationships/hyperlink" Target="https://justinahiggins614-cmyk.github.io/jah-databases-data-1/data/names-bengali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Bengali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Bengali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Bengali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Bengali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Priya প্রিয়া - sound, structure, and naming power  [JAH-NMBS-000001]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Bengali feminine name Priya প্রিয়া. Sound: 2 syllables, open vowels. Structure: From Sanskrit; common across eastern India.. Recorded meaning: Beloved. Naming power: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Arjun অর্জুন - sound, structure, and naming power  [JAH-NMBS-000002]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Bengali masculine name Arjun অর্জুন. Sound: 2 syllables, firm consonant close. Structure: From Sanskrit; the archer hero of the Mahabharata.. Recorded meaning: Bright, w…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Ananya অন্যা - sound, structure, and naming power  [JAH-NMBS-000003]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Bengali feminine name Ananya অন্যা. Sound: 3 syllables, open vowels. Structure: From Sanskrit ananya, 'having no equal'.. Recorded meaning: Unique. Naming power: the nam…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Rahul রাহুল - sound, structure, and naming power  [JAH-NMBS-000004]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Bengali masculine name Rahul রাহুল. Sound: 2 syllables, firm consonant close. Structure: A widely used name of Sanskrit origin.. Recorded meaning: Conqueror of miseries.…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Bengali naming framework  [JAH-NMBS-000005]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Bengali names. Forging a new Signature name runs in four passes: sound (two to four syllables that read aloud cleanly), meaning (one plain-language gloss, never a par…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JAH-NMBS-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Bengali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Bengali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https://justinahiggins614-cmyk.github.io/jah-databases/db/names-bengali-signature/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https://justinahiggins614-cmyk.github.io/jah-databases-data-1/data/names-bengali-signature/index.jsonl.gz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
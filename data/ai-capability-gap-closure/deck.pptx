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i-capability-gap-closure/" TargetMode="External"/><Relationship Id="rId3" Type="http://schemas.openxmlformats.org/officeDocument/2006/relationships/hyperlink" Target="https://justinahiggins614-cmyk.github.io/jah-databases-data-1/data/ai-capability-gap-clos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AI Capability Gap Closure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Finding and closing AI capability gaps: assessment, prioritization, training plans, and verification.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AI Capability Gap Closure Database holds 20 gap closure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Finding and closing AI capability gaps: assessment, prioritization, training plans, and verification.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Gap Assessment  [JAH-ACG-000001]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Capabilities are tested to find gaps; the assessment is systematic. Gaps get found. Blind spots get lit.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Gap Prioritization  [JAH-ACG-000002]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Gaps are ranked by impact and feasibility; the ranking guides. Priorities get principled. Effort gets aimed.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Training Plans  [JAH-ACG-000003]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gap gets a training plan: data, method, timeline. Plans get concrete. Gaps get scheduled.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Closure Verification  [JAH-ACG-000004]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Closed gaps are re-tested; the verification proves. Proof gets rigorous. Claims get earned.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Gap Tracking Dashboards  [JAH-ACG-000005]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Gaps are tracked on dashboards; the progress is visible. Visibility gets complete. Momentum gets kept.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gap closure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JAH-ACG-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Gap Closer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Finding and closing AI capability gaps: assessment, prioritization, training plans, and verification.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https://justinahiggins614-cmyk.github.io/jah-databases/db/ai-capability-gap-closure/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https://justinahiggins614-cmyk.github.io/jah-databases-data-1/data/ai-capability-gap-closure/index.jsonl.gz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
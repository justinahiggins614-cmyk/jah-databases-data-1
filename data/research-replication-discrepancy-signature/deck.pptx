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search-replication-discrepancy-signature/" TargetMode="External"/><Relationship Id="rId3" Type="http://schemas.openxmlformats.org/officeDocument/2006/relationships/hyperlink" Target="https://justinahiggins614-cmyk.github.io/jah-databases-data-1/data/research-replication-discrepanc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Research Replication Discrepancy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Cataloging replication failures and their causes: what breaks when science tries to repeat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Research Replication Discrepancy Database holds 20 replication discrepancy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Cataloging replication failures and their causes: what breaks when science tries to repeat itself.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Replication Ledger  [JAH-RESEAR-S-000001]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ledgers every replication attempt with the protocol hash, result, and differences, creating the definitive record of what replicates. The ledger is the memory science lacks. Clai…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Power Gardener  [JAH-RESEAR-S-000002]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statistical power by growing sample sizes to the planned level and weeding underpowered designs before data collection. The garden only grows answerable studies. Power 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Bias Exorcist  [JAH-RESEAR-S-000003]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exorcist that drives publication bias out by making nulls publishable: the ritual is registered reports plus null-friendly venues. The exorcism works where performed. Bias get…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HARKing Detector  [JAH-RESEAR-S-000004]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detects HARKing by comparing the paper's story against the preregistration and the analysis timestamps. The detector reads the true order of events. Stories get fact-checked.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Heterogeneity Cartographer  [JAH-RESEAR-S-000005]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maps effect heterogeneity across labs as a terrain, showing where the effect lives and where it dies. The cartographer explains the variation. Effects get their geography.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replication discrepancy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JAH-RESEAR-S-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Replicator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Cataloging replication failures and their causes: what breaks when science tries to repeat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https://justinahiggins614-cmyk.github.io/jah-databases/db/research-replication-discrepancy-signature/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https://justinahiggins614-cmyk.github.io/jah-databases-data-1/data/research-replication-discrepancy-signature/index.jsonl.gz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
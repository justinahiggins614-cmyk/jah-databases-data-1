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rtual-reality-vr-clean-rooms/" TargetMode="External"/><Relationship Id="rId3" Type="http://schemas.openxmlformats.org/officeDocument/2006/relationships/hyperlink" Target="https://justinahiggins614-cmyk.github.io/jah-databases-data-1/data/virtual-reality-vr-clean-roo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Virtual Reality (VR) Clean Rooms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Virtual Reality (VR) Clean Rooms Database holds 15 clean rooms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Contamination Control  [JAH-VRV-000001]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Controls particles, microbes, and chemicals through filtration, materials, and discipline - the core purpose of a clean room. Control is layered: no single measure is trusted alone.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Airflow Modeling  [JAH-VRV-000002]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laminar and turbulent airflow with CFD to place vents, equipment, and workstations where air stays clean. Good airflow design is invisible; bad design shows up in particle counts.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Gowning Procedures  [JAH-VRV-000003]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the exact gowning sequence - order, technique, checks - because people are the biggest contamination source. Procedures turn gowning from ritual into reliable discipline.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Particle Counting  [JAH-VRV-000004]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Counts airborne particles continuously at critical locations, the primary metric of cleanroom performance. Counting never sleeps: trends reveal filter degradation weeks before failure.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VR Training Simulations  [JAH-VRV-000005]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Trains cleanroom behavior in VR - gowning, movement, emergency response - before anyone enters the real room. Simulation builds muscle memory without risking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clean room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JAH-VRV-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Clean Room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https://justinahiggins614-cmyk.github.io/jah-databases/db/virtual-reality-vr-clean-rooms/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https://justinahiggins614-cmyk.github.io/jah-databases-data-1/data/virtual-reality-vr-clean-rooms/index.jsonl.gz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
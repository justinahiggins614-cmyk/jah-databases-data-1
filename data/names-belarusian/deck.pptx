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belarusian/" TargetMode="External"/><Relationship Id="rId3" Type="http://schemas.openxmlformats.org/officeDocument/2006/relationships/hyperlink" Target="https://justinahiggins614-cmyk.github.io/jah-databases-data-1/data/names-belarusi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Belarusian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Belarusian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Belarusian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Belarusian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Ivan — Belarusian given name  [JAH-NMB6-000001]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Ivan is a masculine given name in Belarusian. It is written Іван in the native script. It means "God is gracious", from Hebrew Yohanan. The classic Belarusian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Maryna — Belarusian given name  [JAH-NMB6-000002]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Maryna is a feminine given name in Belarusian. It is written Марына in the native script. Of Hebrew, via Mary origin. A beloved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Aleksandr — Belarusian given name  [JAH-NMB6-000003]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Aleksandr is a masculine given name in Belarusian. It is written Аляксандр in the native script. It means "defender of men", from Greek Alexandros. A strong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Olga — Belarusian given name  [JAH-NMB6-000004]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Olga is a feminine given name in Belarusian. It is written Вольга in the native script. It means "holy, blessed", from Old Norse heilagr. A historic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Dmitri — Belarusian given name  [JAH-NMB6-000005]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Dmitri is a masculine given name in Belarusian. It is written Дзмітрый in the native script. It means "of Demeter", from Greek. A traditional masculine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JAH-NMB6-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Belarusian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Belarusian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https://justinahiggins614-cmyk.github.io/jah-databases/db/names-belarusian/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https://justinahiggins614-cmyk.github.io/jah-databases-data-1/data/names-belarusian/index.jsonl.gz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
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engali/" TargetMode="External"/><Relationship Id="rId3" Type="http://schemas.openxmlformats.org/officeDocument/2006/relationships/hyperlink" Target="https://justinahiggins614-cmyk.github.io/jah-databases-data-1/data/names-bengal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Bengali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Bengali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Bengali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Bengali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Priya প্রিয়া - Bengali feminine given name  [JAH-NMB-000001]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Priya (প্রিয়া) is a feminine given name in Bengali. Meaning: Beloved. From Sanskrit; common across eastern India.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Arjun অর্জুন - Bengali masculine given name  [JAH-NMB-000002]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Arjun (অর্জুন) is a masculine given name in Bengali. Meaning: Bright, white. From Sanskrit; the archer hero of the Mahabharata.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Ananya অন্যা - Bengali feminine given name  [JAH-NMB-000003]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Ananya (অন্যা) is a feminine given name in Bengali. Meaning: Unique. From Sanskrit ananya, 'having no equal'.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Rahul রাহুল - Bengali masculine given name  [JAH-NMB-000004]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Rahul (রাহুল) is a masculine given name in Bengali. Meaning: Conqueror of miseries. A widely used name of Sanskrit origin.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Diya দিয়া - Bengali feminine given name  [JAH-NMB-000005]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Diya (দিয়া) is a feminine given name in Bengali. Meaning: Lamp, light. Evokes the festival lamp.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Bengali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Bengali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https://justinahiggins614-cmyk.github.io/jah-databases/db/names-bengali/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https://justinahiggins614-cmyk.github.io/jah-databases-data-1/data/names-bengali/index.jsonl.gz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
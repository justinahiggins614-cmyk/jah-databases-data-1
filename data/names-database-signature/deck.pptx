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database-signature/" TargetMode="External"/><Relationship Id="rId3" Type="http://schemas.openxmlformats.org/officeDocument/2006/relationships/hyperlink" Target="https://justinahiggins614-cmyk.github.io/jah-databases-data-1/data/names-databa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The Signature naming system — original Signature naming frameworks,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Names Database holds 15 name collections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Signature naming system — original Signature naming frameworks,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The Signature Naming Philosophy - Signature master names reference  [JAH-NAMES-S-000001]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original. A name is a small machine with three moving parts: sound that survives being shouted across a room, meaning that survives being explained in one sentence, and lineage that survive…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The Signature Name-Forge - Signature master names reference  [JAH-NAMES-S-000002]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original. The Name-Forge is the working method behind every Signature name: gather seed words, shape syllables, test the sound aloud, fix one meaning, tag the lineage, run the validation ch…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Personal Names - Signature master names reference  [JAH-NAMES-S-000003]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original. A Signature personal name is built for one bearer: a given name chosen for its meaning plus a lineage name that records descent. Both glosses ride with the name in its record, so…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Family-Style Names - Signature master names reference  [JAH-NAMES-S-000004]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original. Signature family-style names work like surnames but are earned or chosen rather than inherited: they may record a craft, a place, or a founding story. The record states which, 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Brand Names - Signature master names reference  [JAH-NAMES-S-000005]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original. Signature brand names are forged, not found: clarity first, sayability second, collision check third. Every brand name in the Signature line carries its forging notes — what it wa…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 collection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JAH-NAMES-S-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Signature naming system — original Signature naming frameworks,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https://justinahiggins614-cmyk.github.io/jah-databases/db/names-database-signature/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https://justinahiggins614-cmyk.github.io/jah-databases-data-1/data/names-database-signature/index.jsonl.gz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
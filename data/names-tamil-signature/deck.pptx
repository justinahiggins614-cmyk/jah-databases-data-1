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amil-signature/" TargetMode="External"/><Relationship Id="rId3" Type="http://schemas.openxmlformats.org/officeDocument/2006/relationships/hyperlink" Target="https://justinahiggins614-cmyk.github.io/jah-databases-data-1/data/names-tami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Tamil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Tamil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Tamil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Tamil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Murugan முருகன் - sound, structure, and naming power  [JAH-NMTS2-000001]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Tamil masculine name Murugan முருகன். Sound: 3 syllables, firm consonant close. Structure: A traditional name of this language.. Recorded meaning: The Tamil god of war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Priya - sound, structure, and naming power  [JAH-NMTS2-000002]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Tamil feminine name Priya. Sound: 2 syllables, open vowels. Structure: From Sanskrit.. Recorded meaning: Beloved. Naming power: the name is short, sayable, and carries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Kannan - sound, structure, and naming power  [JAH-NMTS2-000003]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Tamil masculine name Kannan. Sound: 2 syllables, firm consonant close. Structure: A traditional name of this language.. Recorded meaning: A Tamil form of Krishna.. Namin…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Divya - sound, structure, and naming power  [JAH-NMTS2-000004]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Tamil feminine name Divya. Sound: 2 syllables, open vowels. Structure: From Sanskrit.. Recorded meaning: Divine. Naming power: the name is short, sayable, and carries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Tamil naming framework  [JAH-NMTS2-000005]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Tamil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Tamil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Tamil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https://justinahiggins614-cmyk.github.io/jah-databases/db/names-tamil-signature/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https://justinahiggins614-cmyk.github.io/jah-databases-data-1/data/names-tamil-signature/index.jsonl.gz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
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exact-identity-locator/" TargetMode="External"/><Relationship Id="rId3" Type="http://schemas.openxmlformats.org/officeDocument/2006/relationships/hyperlink" Target="https://justinahiggins614-cmyk.github.io/jah-databases-data-1/data/archive-tool-exact-identity-loc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Exact-Identity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a record using its precise name, identifier, signature, hash, or unique properties.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Exact-Identity Locator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a record using its precise name, identifier, signature, hash, or unique properties.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Cryptographic Hash Lookup — Core Method  [JAH-AT3-000001]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strongest form of exact identity is a cryptographic hash of the record's canonical bytes: identical content always yields the identical SHA-256 digest, and any change, however small, yields a dif…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Cryptographic Hash Lookup — Compounded Pattern  [JAH-AT3-000002]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strongest form of exact identity is a cryptographic hash of the record's canonical bytes: identical content always yields the identical SHA-256 digest, and any change, however small, yields a dif…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Cryptographic Hash Lookup — Full-System Integration  [JAH-AT3-000003]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strongest form of exact identity is a cryptographic hash of the record's canonical bytes: identical content always yields the identical SHA-256 digest, and any change, however small, yields a dif…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Identifier Normalization — Core Method  [JAH-AT3-000004]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Real-world identifiers arrive in messy forms: mixed case, stray punctuation, extra whitespace, alternate Unicode spellings. Normalization folds all of these into one canonical string — Unicode NFKC,…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Identifier Normalization — Compounded Pattern  [JAH-AT3-000005]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Real-world identifiers arrive in messy forms: mixed case, stray punctuation, extra whitespace, alternate Unicode spellings. Normalization folds all of these into one canonical string — Unicode NFKC,…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Identity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a record using its precise name, identifier, signature, hash, or unique properties.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https://justinahiggins614-cmyk.github.io/jah-databases/db/archive-tool-exact-identity-locator/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https://justinahiggins614-cmyk.github.io/jah-databases-data-1/data/archive-tool-exact-identity-locator/index.jsonl.gz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
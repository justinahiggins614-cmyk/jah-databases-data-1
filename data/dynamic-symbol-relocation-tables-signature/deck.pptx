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symbol-relocation-tables-signature/" TargetMode="External"/><Relationship Id="rId3" Type="http://schemas.openxmlformats.org/officeDocument/2006/relationships/hyperlink" Target="https://justinahiggins614-cmyk.github.io/jah-databases-data-1/data/dynamic-symbol-relocation-tabl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Symbol Relocation Tables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Symbol Relocation Tables Database holds 15 symbol relocation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SigRel-Lazy  [JAH-DSRT-S-000001]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lazy binding with signed symbol manifests. Format: SigELF. Resolves verified symbols; cost: first-call.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SigRel-Eager  [JAH-DSRT-S-000002]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eager binding mode for latency-critical startup. Format: SigELF. Resolves all at load; cost: startup.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SigRel-Cache  [JAH-DSRT-S-000003]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relocation caches making repeated loads instant. Format: SigELF. Resolves cached addrs; cost: cache hit.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SigRel-Verify  [JAH-DSRT-S-000004]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every resolved symbol checked against the manifest. Format: SigELF. Resolves attested symbols; cost: verify.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SigRel-Mesh  [JAH-DSRT-S-000005]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symbols resolved from mesh peers when local libs miss. Format: SigELF. Resolves mesh symbols; cost: fetch.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symbol relocation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JAH-DSRT-S-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Linker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programs find their symbols at load time — GOT, PLT, import tables, and dynamic linkers.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https://justinahiggins614-cmyk.github.io/jah-databases/db/dynamic-symbol-relocation-tables-signature/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https://justinahiggins614-cmyk.github.io/jah-databases-data-1/data/dynamic-symbol-relocation-tables-signature/index.jsonl.gz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
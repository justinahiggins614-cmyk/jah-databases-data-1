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irectory-tree-traverser/" TargetMode="External"/><Relationship Id="rId3" Type="http://schemas.openxmlformats.org/officeDocument/2006/relationships/hyperlink" Target="https://justinahiggins614-cmyk.github.io/jah-databases-data-1/data/archive-toolkit-directory-tree-traver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Directory Tree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nested directories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Directory Tree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nested directories systematically.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Depth-first traversal — Directory Tree Traverser  [JAH-ATK121-00001]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DFS descends each branch fully before backtracking, using a stack (or recursion). It needs memory proportional to tree depth, not tree size. DFS suits 'find the first match down this path' exploratio…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Breadth-first traversal — Directory Tree Traverser  [JAH-ATK121-00002]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BFS visits level by level using a queue, finding the shallowest matches first. Its memory grows with tree width, which can be large. BFS suits 'find the nearest match' queries.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Cycle-safe traversal — Directory Tree Traverser  [JAH-ATK121-00003]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Symlinks and mounts can cycle; traversers track visited (device, inode) pairs to avoid infinite loops. Revisited directories are reported once and skipped. Cycle safety is mandatory on real filesyste…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Pruning subtrees — Directory Tree Traverser  [JAH-ATK121-00004]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Pruners skip branches by name pattern ('.git', 'node_modules') or by predicate. Skipping early avoids descending into huge irrelevant subtrees. Pruning is the biggest traversal speedup in practice.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Permission-error handling — Directory Tree Traverser  [JAH-ATK121-00005]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Unreadable directories raise errors; robust traversers log and continue instead of aborting. Error callbacks let callers decide per failure. Graceful degradation keeps partial results useful.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Directory Tree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nested directories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https://justinahiggins614-cmyk.github.io/jah-databases/db/archive-toolkit-directory-tree-traverser/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https://justinahiggins614-cmyk.github.io/jah-databases-data-1/data/archive-toolkit-directory-tree-traverser/index.jsonl.gz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
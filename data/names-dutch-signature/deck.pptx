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dutch-signature/" TargetMode="External"/><Relationship Id="rId3" Type="http://schemas.openxmlformats.org/officeDocument/2006/relationships/hyperlink" Target="https://justinahiggins614-cmyk.github.io/jah-databases-data-1/data/names-dut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Dutch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Dutch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Dutch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Dutch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Jan - sound, structure, and naming power  [JAH-NMDS2-000001]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Dutch masculine name Jan. Sound: 1 syllables, firm consonant close. Structure: The Dutch form of John.. Recorded meaning: God is gracious. Naming power: the name is shor…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Maria - sound, structure, and naming power  [JAH-NMDS2-000002]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Dutch feminine name Maria. Sound: 2 syllables, open vowels. Structure: A traditional name of this language.. Recorded meaning: Beloved.. Naming power: the name is short,…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Pieter - sound, structure, and naming power  [JAH-NMDS2-000003]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Dutch masculine name Pieter. Sound: 2 syllables, firm consonant close. Structure: The Dutch form of Peter.. Recorded meaning: Stone. Naming power: the name is short, say…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Anna - sound, structure, and naming power  [JAH-NMDS2-000004]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Dutch feminine name Anna. Sound: 2 syllables, open vowels. Structure: A traditional name of this language.. Recorded meaning: Grace.. Naming power: the name is short,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Dutch naming framework  [JAH-NMDS2-000005]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Dutch names. Forging a new Signature name runs in four passes: sound (two to four syllables that read aloud cleanly), meaning (one plain-language gloss, never a parag…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JAH-NMDS2-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Dutch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Dutch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https://justinahiggins614-cmyk.github.io/jah-databases/db/names-dutch-signature/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https://justinahiggins614-cmyk.github.io/jah-databases-data-1/data/names-dutch-signature/index.jsonl.gz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
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idirectional-traversal/" TargetMode="External"/><Relationship Id="rId3" Type="http://schemas.openxmlformats.org/officeDocument/2006/relationships/hyperlink" Target="https://justinahiggins614-cmyk.github.io/jah-databases-data-1/data/archive-toolkit-bidirectional-travers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Bidirectional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outward from both the question and a target concept, then connects the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Bidirectional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outward from both the question and a target concept, then connects the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Bidirectional Traversal: Dual Frontiers (Foundation)  [JAH-ATK305-00001]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Bidirectional Traversal: Dual Frontiers (Operation)  [JAH-ATK305-00002]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Bidirectional Traversal: Dual Frontiers (Mastery)  [JAH-ATK305-00003]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Bidirectional Traversal: Meeting Detection (Foundation)  [JAH-ATK305-00004]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Bidirectional Traversal: Meeting Detection (Operation)  [JAH-ATK305-00005]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Two-Way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outward from both the question and a target concept, then connects the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https://justinahiggins614-cmyk.github.io/jah-databases/db/archive-toolkit-bidirectional-traversal/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https://justinahiggins614-cmyk.github.io/jah-databases-data-1/data/archive-toolkit-bidirectional-traversal/index.jsonl.gz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
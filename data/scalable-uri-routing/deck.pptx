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alable-uri-routing/" TargetMode="External"/><Relationship Id="rId3" Type="http://schemas.openxmlformats.org/officeDocument/2006/relationships/hyperlink" Target="https://justinahiggins614-cmyk.github.io/jah-databases-data-1/data/scalable-uri-rout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Scalable URI Routing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 millions of URIs fast — radix trees, matchers, gateways, and the rules engines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Scalable URI Routing Database holds 15 uri routers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 millions of URIs fast — radix trees, matchers, gateways, and the rules engines behind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httprouter  [JAH-SU-000001]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Go’s radix-tree router famous for zero-allocation matching. Matches path params + wildcards using radix tree; proven scale: millions req/s.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Express router  [JAH-SU-000002]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Node’s layered middleware router; simple but linear for huge route tables. Matches params, regex, wildcards using layered linear scan; proven scale: thousands of routes.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nginx location  [JAH-SU-000003]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prefix, regex, and exact matching with a documented precedence order. Matches prefix/regex/exact using trie + regex list; proven scale: 10k+ locations.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Envoy route tables  [JAH-SU-000004]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xDS-driven route tables with weighted clusters and header matching. Matches path/headers/query using sorted prefix + regex; proven scale: 100k+ routes.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AWS ALB rules  [JAH-SU-000005]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Listener rules with host/path conditions evaluated in priority order. Matches host/path/headers using priority-ordered rules; proven scale: 100 rules/listener.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uri router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JAH-SU-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Routing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 millions of URIs fast — radix trees, matchers, gateways, and the rules engines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https://justinahiggins614-cmyk.github.io/jah-databases/db/scalable-uri-routing/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https://justinahiggins614-cmyk.github.io/jah-databases-data-1/data/scalable-uri-routing/index.jsonl.gz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
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global-resource-optimization-intelligence-signature/" TargetMode="External"/><Relationship Id="rId3" Type="http://schemas.openxmlformats.org/officeDocument/2006/relationships/hyperlink" Target="https://justinahiggins614-cmyk.github.io/jah-databases-data-1/data/apex-tool-global-resource-optimization-intelligenc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Global Resource Optimization Intelligence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Allocates computing, storage, bandwidth, and processing time according to priorities and budgets.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Global Resource Optimization Intelligence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Allocates computing, storage, bandwidth, and processing time according to priorities and budgets.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original work - not a public record. Demo executed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Demand Prophet  [JAH-APX65S-000001]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forecaster seals demand predictions per consumer.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Priority Codex  [JAH-APX65S-000002]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ranker seals priority decisions with reasons.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Budget Ledger  [JAH-APX65S-000003]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budget ledger of sealed spend records.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Allocation Solver  [JAH-APX65S-000004]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solver seals the optimal plan with its objective value.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Quota Warden  [JAH-APX65S-000005]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Enforces quotas with sealed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JAH-APX65S-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Global Resource Optimization Intelligence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Allocates computing, storage, bandwidth, and processing time according to priorities and budgets.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https://justinahiggins614-cmyk.github.io/jah-databases/db/apex-tool-global-resource-optimization-intelligence-signature/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https://justinahiggins614-cmyk.github.io/jah-databases-data-1/data/apex-tool-global-resource-optimization-intelligence-signature/index.jsonl.gz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
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behavior-equivalence-signature/" TargetMode="External"/><Relationship Id="rId3" Type="http://schemas.openxmlformats.org/officeDocument/2006/relationships/hyperlink" Target="https://justinahiggins614-cmyk.github.io/jah-databases-data-1/data/software-behavior-equival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Behavior Equivalence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equivalence proof techniques — original methods for showing two systems behave identically.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Behavior Equivalence Database holds 20 signature behavior equivalence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equivalence proof techniques — original methods for showing two systems behave identically.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shadow-traffic equivalence  [JAH-SBE-S-000001]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migration method: run the new system in shadow beside the old, compare every output, and cut over only after a full divergence-free window.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parity ledger  [JAH-SBE-S-000002]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record-keeping practice: every equivalence claim gets a ledger entry with the criterion, the evidence, and the expiry of the claim.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differential harness  [JAH-SBE-S-000003]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testing pattern: feed identical inputs to both systems and fail the build on any divergence, with the diff attached to the failure.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criterion-first migration  [JAH-SBE-S-000004]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planning rule: write the equivalence criterion before writing the new system, so the target is fixed before the work starts.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divergence budget  [JAH-SBE-S-000005]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tolerance method: allow a tiny, explicit divergence budget (e.g., 0.01%) for migrations where perfect parity is impossible, and spend it visibly.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behavior equivalence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JAH-SBE-S-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Behavior Equivalence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equivalence proof techniques — original methods for showing two systems behave identically.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https://justinahiggins614-cmyk.github.io/jah-databases/db/software-behavior-equivalence-signature/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https://justinahiggins614-cmyk.github.io/jah-databases-data-1/data/software-behavior-equivalence-signature/index.jsonl.gz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
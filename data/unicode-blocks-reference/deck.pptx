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unicode-blocks-reference/" TargetMode="External"/><Relationship Id="rId3" Type="http://schemas.openxmlformats.org/officeDocument/2006/relationships/hyperlink" Target="https://justinahiggins614-cmyk.github.io/jah-databases-data-1/data/unicode-blocks-referenc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Unicode Blocks Reference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Unicode blocks: code-point ranges, script coverage, version introduced.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Unicode Blocks Reference Database holds 15 unicode blocks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Unicode blocks: code-point ranges, script coverage, version introduced.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reference data compiled from the Unicode Consortium's code charts and Blocks data file (Unicode 16.0 block definitions).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Basic Latin (U+0000-U+007F) — the ASCII block, Unicode 1.0  [JAH-UCB-000001]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Basic Latin block holds code points U+0000 through U+007F — exactly the 128 ASCII characters: C0 controls, digits, Latin letters, and punctuation. It was part of Unicode 1.0 in 1991 and is the fo…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Latin-1 Supplement (U+0080-U+00FF) — Western European, Unicode 1.0  [JAH-UCB-000002]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Latin-1 Supplement block spans U+0080 to U+00FF and carries the accented Latin letters, currency symbols, and punctuation of Western European languages. Its first 32 positions (U+0080-U+009F) are…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Greek and Coptic (U+0370-U+03FF) — the Greek alphabet, Unicode 1.0  [JAH-UCB-000003]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Greek and Coptic block runs from U+0370 to U+03FF and holds the 24 Greek letters in both cases, precomposed accented vowels for monotonic orthography, the Greek question mark (which looks like 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Cyrillic (U+0400-U+04FF) — the Slavic alphabet, Unicode 1.0  [JAH-UCB-000004]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Cyrillic block covers U+0400 to U+04FF with the alphabets of Russian, Ukrainian, Bulgarian, Serbian, Belarusian, and Macedonian: 33 Russian letters in both cases plus the extended letters of the…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Arabic (U+0600-U+06FF) — right-to-left script, Unicode 1.0  [JAH-UCB-000005]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Arabic block spans U+0600 to U+06FF and encodes the Arabic script used by Arabic, Persian, Urdu, and many other languages. Arabic letters change shape by position — isolated, initial, medial, and…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unicode block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JAH-UCB-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Unicode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Unicode blocks: code-point ranges, script coverage, version introduced.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https://justinahiggins614-cmyk.github.io/jah-databases/db/unicode-blocks-reference/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https://justinahiggins614-cmyk.github.io/jah-databases-data-1/data/unicode-blocks-reference/index.jsonl.gz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
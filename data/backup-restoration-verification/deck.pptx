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ackup-restoration-verification/" TargetMode="External"/><Relationship Id="rId3" Type="http://schemas.openxmlformats.org/officeDocument/2006/relationships/hyperlink" Target="https://justinahiggins614-cmyk.github.io/jah-databases-data-1/data/backup-restoration-verific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Backup Restoration Verification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Proving backups actually restore: test restores, integrity checks, and recovery drills.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Backup Restoration Verification Database holds 20 backup verification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Proving backups actually restore: test restores, integrity checks, and recovery drills.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Test Restore Drill  [JAH-BRV-000001]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Backups are restored to an isolated environment on schedule and the application is smoke-tested; the drill proves the backup works. Untested backups are hopes. Drills make them facts.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Checksum Verification  [JAH-BRV-000002]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backup's checksum is verified against the manifest; mismatches mean corruption. Checksums are the integrity proof. Bits get counted.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RTO Measurement  [JAH-BRV-000003]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Recovery time is measured by actually recovering: the clock starts at 'disaster' and stops at 'serving'. The RTO is a measurement, not a wish. Time gets timed.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RPO Verification  [JAH-BRV-000004]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Recovery point is verified by checking the restored data's recency against the RPO; the gap must fit. The point is proven. Data loss gets bounded.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Full DR Drill  [JAH-BRV-000005]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whole disaster recovery plan is executed: failover, restore, verify, failback. The drill involves everyone. Plans get performed.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backup verification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JAH-BRV-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Restorer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Proving backups actually restore: test restores, integrity checks, and recovery drills.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https://justinahiggins614-cmyk.github.io/jah-databases/db/backup-restoration-verification/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https://justinahiggins614-cmyk.github.io/jah-databases-data-1/data/backup-restoration-verification/index.jsonl.gz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
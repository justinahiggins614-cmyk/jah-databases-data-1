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energy-aware-compute-intelligence/" TargetMode="External"/><Relationship Id="rId3" Type="http://schemas.openxmlformats.org/officeDocument/2006/relationships/hyperlink" Target="https://justinahiggins614-cmyk.github.io/jah-databases-data-1/data/apex-tool-energy-aware-compute-intelligenc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Energy-Aware Compute Intelligence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Schedules compute work inside real energy budgets without missing performance targets.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Energy-Aware Compute Intelligence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Schedules compute work inside real energy budgets without missing performance targets.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knowledge — processor power counters (such as RAPL-style interfaces) are a documented hardware feature;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Reading the Power Meter  [JAH-APX76-000001]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energy-aware decision starts with measurement. This record covers the public practice of reading real power draw from processor counters and rack meters before any scheduling choice is made.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DVFS: Slowing the Chip to Save Watts  [JAH-APX76-000002]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Dynamic voltage and frequency scaling is the oldest public lever for energy-aware compute. Lowering a core's clock when a job is not latency-critical cuts power faster than it cuts throughput.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Classifying Work by Urgency  [JAH-APX76-000003]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Not all jobs need full speed. This record covers the public pattern of tagging workloads as latency-critical, batch-flexible, or interruptible so the scheduler knows what may be slowed.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Idle Servers Drink Power  [JAH-APX76-000004]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 idle server still draws a large fraction of its peak power. This record covers consolidation: packing work onto fewer machines and parking the rest.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Energy Budget Ledger  [JAH-APX76-000005]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What gets measured gets managed. This record covers per-job, per-team energy accounting so tenants see joules the way they see dollars.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JAH-APX76-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Energy-Aware Compute Intelligence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Schedules compute work inside real energy budgets without missing performance targets.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https://justinahiggins614-cmyk.github.io/jah-databases/db/apex-tool-energy-aware-compute-intelligence/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https://justinahiggins614-cmyk.github.io/jah-databases-data-1/data/apex-tool-energy-aware-compute-intelligence/index.jsonl.gz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
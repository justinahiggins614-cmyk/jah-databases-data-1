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iversity-aware-retrieval/" TargetMode="External"/><Relationship Id="rId3" Type="http://schemas.openxmlformats.org/officeDocument/2006/relationships/hyperlink" Target="https://justinahiggins614-cmyk.github.io/jah-databases-data-1/data/archive-toolkit-diversity-aware-retrieva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Diversity-Aware Retrieval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Returns useful coverage across different sources instead of near-identical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Diversity-Aware Retrieval Database holds 15 retrieval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Returns useful coverage across different sources instead of near-identical results.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diversity-aware retrieval;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Maximal Marginal Relevance — Diversity-Aware Retrieval  [JAH-ATK206-0001]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Diversity-aware retrieval fights the echo problem: without it, the top results are often ten near-identical copies of the same fact from the same kind of source. The technique balances relevance agai…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Subtopic coverage quotas — Diversity-Aware Retrieval  [JAH-ATK206-0002]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Diversity-aware retrieval fights the echo problem: without it, the top results are often ten near-identical copies of the same fact from the same kind of source. The technique balances relevance agai…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Source-type balancing — Diversity-Aware Retrieval  [JAH-ATK206-0003]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Diversity-aware retrieval fights the echo problem: without it, the top results are often ten near-identical copies of the same fact from the same kind of source. The technique balances relevance agai…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Viewpoint detection — Diversity-Aware Retrieval  [JAH-ATK206-0004]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Diversity-aware retrieval fights the echo problem: without it, the top results are often ten near-identical copies of the same fact from the same kind of source. The technique balances relevance agai…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Near-duplicate suppression — Diversity-Aware Retrieval  [JAH-ATK206-0005]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Diversity-aware retrieval fights the echo problem: without it, the top results are often ten near-identical copies of the same fact from the same kind of source. The technique balances relevance agai…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retrieval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JAH-ATK206-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Diversity-Aware Retrieval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Returns useful coverage across different sources instead of near-identical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https://justinahiggins614-cmyk.github.io/jah-databases/db/archive-toolkit-diversity-aware-retrieval/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https://justinahiggins614-cmyk.github.io/jah-databases-data-1/data/archive-toolkit-diversity-aware-retrieval/index.jsonl.gz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
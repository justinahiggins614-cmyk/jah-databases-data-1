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compatibility-bridge-signature/" TargetMode="External"/><Relationship Id="rId3" Type="http://schemas.openxmlformats.org/officeDocument/2006/relationships/hyperlink" Target="https://justinahiggins614-cmyk.github.io/jah-databases-data-1/data/apex-tool-universal-compatibility-bridg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Compatibility Bridge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adapters between incompatible data formats, APIs, software versions, and operating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Compatibility Bridge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adapters between incompatible data formats, APIs, software versions, and operating environments.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Universal Translator  [JAH-APX48S-000001]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universal translator speaks every interface dialect: wrap any adaptee, translate every call, delegate faithfully. The translator is fluent.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Lossless Courier  [JAH-APX48S-000002]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lossless courier carries data between formats: nothing dropped, nothing invented, the manifest verified. The courier's oath: deliver exactly.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Babel Fish  [JAH-APX48S-000003]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babel fish swims in encoding waters: any text in, canonical text out. The fish digests mojibake.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Time Machine (API)  [JAH-APX48S-000004]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API time machine lets old clients visit the new API: shims translate the past's calls into the present's. Time travel without paradoxes.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Polyglot Gateway  [JAH-APX48S-000005]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polyglot gateway speaks all protocols: packets arrive in one tongue, leave in another, meaning preserved. The gateway is diplomatic.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Compatibility Bridge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adapters between incompatible data formats, APIs, software versions, and operating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https://justinahiggins614-cmyk.github.io/jah-databases/db/apex-tool-universal-compatibility-bridge-signature/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https://justinahiggins614-cmyk.github.io/jah-databases-data-1/data/apex-tool-universal-compatibility-bridge-signature/index.jsonl.gz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
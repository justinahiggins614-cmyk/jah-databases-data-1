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cientific-paper-extractor/" TargetMode="External"/><Relationship Id="rId3" Type="http://schemas.openxmlformats.org/officeDocument/2006/relationships/hyperlink" Target="https://justinahiggins614-cmyk.github.io/jah-databases-data-1/data/archive-toolkit-scientific-paper-extra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Paper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abstracts, methods, findings, references, figures, and supplementary materials.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Paper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abstracts, methods, findings, references, figures, and supplementary materials.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Section segmentation — Scientific Paper Extractor  [JAH-ATK149-00001]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Headings (Abstract, Methods, Results) partition papers into typed sections. Segmentation structures the paper. Sections organize.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Abstract extraction — Scientific Paper Extractor  [JAH-ATK149-00002]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Abstracts summarize; extractors isolate them for indexing. Abstracts represent papers. Summaries index.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Method identification — Scientific Paper Extractor  [JAH-ATK149-00003]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Method sections describe the procedures, apparatus, and protocols behind a study's claims, and identifying them precisely is what makes replication possible. Extractors locate methods by heading patt…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Result extraction — Scientific Paper Extractor  [JAH-ATK149-00004]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Results sections hold the paper's claims together with their supporting numbers, tables, and statistical tests. Extractors pair each quantitative finding with the claim sentence it supports, preservi…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Reference parsing — Scientific Paper Extractor  [JAH-ATK149-00005]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References parse into authors, year, title, venue. Parsed citations build graphs. Citations connect.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Scientific Paper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abstracts, methods, findings, references, figures, and supplementary materials.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https://justinahiggins614-cmyk.github.io/jah-databases/db/archive-toolkit-scientific-paper-extractor/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https://justinahiggins614-cmyk.github.io/jah-databases-data-1/data/archive-toolkit-scientific-paper-extractor/index.jsonl.gz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
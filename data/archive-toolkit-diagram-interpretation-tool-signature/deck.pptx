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agram-interpretation-tool-signature/" TargetMode="External"/><Relationship Id="rId3" Type="http://schemas.openxmlformats.org/officeDocument/2006/relationships/hyperlink" Target="https://justinahiggins614-cmyk.github.io/jah-databases-data-1/data/archive-toolkit-diagram-interpretation-to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Diagram Interpretation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labels, shapes, and connections out of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Diagram Interpretation Tool Database holds 15 diagram interpretation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labels, shapes, and connections out of diagrams.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Diagram Interpretation Tool: a plain-language overview (Signature)  [JAH-ATK157S-000001]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Diagram Interpretation Tool does and why archives need it. Signature original. The Signature diagram reader treats every diagram as a permanent record: each shape…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Diagram Interpretation Tool works (Signature)  [JAH-ATK157S-000002]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Diagram Interpretation Tool does and why archives need it. Signature original. The Signature method runs a deterministic three-stage read: geometry pass (shapes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Diagram Interpretation Tool works: the deep tour (Signature)  [JAH-ATK157S-000003]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Diagram Interpretation Tool does and why archives need it. Signature original. The Signature method runs a deterministic three-stage read: geometry pass (shapes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Shape and connector detection: the simple idea (Signature)  [JAH-ATK157S-000004]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shape and connector detection - how it works inside the Diagram Interpretation Tool. Signature original. The Signature diagram reader treats every diagram as a permanen…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Shape and connector detection in practice (Signature)  [JAH-ATK157S-000005]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shape and connector detection - how it works inside the Diagram Interpretation Tool. Signature original. The Signature method runs a deterministic three-stage read: geo…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diagram interpretation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Diagram Reader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labels, shapes, and connections out of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https://justinahiggins614-cmyk.github.io/jah-databases/db/archive-toolkit-diagram-interpretation-tool-signature/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https://justinahiggins614-cmyk.github.io/jah-databases-data-1/data/archive-toolkit-diagram-interpretation-tool-signature/index.jsonl.gz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
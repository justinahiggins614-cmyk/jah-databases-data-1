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known-resource-discovery-engine-signature/" TargetMode="External"/><Relationship Id="rId3" Type="http://schemas.openxmlformats.org/officeDocument/2006/relationships/hyperlink" Target="https://justinahiggins614-cmyk.github.io/jah-databases-data-1/data/archive-toolkit-unknown-resource-discover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Unknown Resource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Unknown Resource Discovery Engine Database holds 15 discovery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Unknown Resource Discovery: Signature Frontier Sweep (Foundation)  [JAH-ATK281S-00001]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Unknown Resource Discovery: Signature Frontier Sweep (Operation)  [JAH-ATK281S-00002]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Unknown Resource Discovery: Signature Frontier Sweep (Mastery)  [JAH-ATK281S-00003]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Unknown Resource Discovery: Signature Claim Scoring (Foundation)  [JAH-ATK281S-00004]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Unknown Resource Discovery: Signature Claim Scoring (Operation)  [JAH-ATK281S-00005]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Discovery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resources not yet registered in the main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https://justinahiggins614-cmyk.github.io/jah-databases/db/archive-toolkit-unknown-resource-discovery-engine-signature/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https://justinahiggins614-cmyk.github.io/jah-databases-data-1/data/archive-toolkit-unknown-resource-discovery-engine-signature/index.jsonl.gz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
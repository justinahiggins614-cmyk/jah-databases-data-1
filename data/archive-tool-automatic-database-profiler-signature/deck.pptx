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utomatic-database-profiler-signature/" TargetMode="External"/><Relationship Id="rId3" Type="http://schemas.openxmlformats.org/officeDocument/2006/relationships/hyperlink" Target="https://justinahiggins614-cmyk.github.io/jah-databases-data-1/data/archive-tool-automatic-database-profil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Automatic Database Profiler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a database's structure, schema, record types, and likely purpose.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Automatic Database Profiler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a database's structure, schema, record types, and likely purpose.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Schema Sampling — Core Method  [JAH-AT21S-000001]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profiler cannot read a billion rows, so it samples: a few thousand records drawn uniformly, then field presence counted across the sample. Fields present…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Schema Sampling — Compounded Pattern  [JAH-AT21S-000002]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profiler cannot read a billion rows, so it samples: a few thousand records drawn uniformly, then field presence counted across the sample. Fields present…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Schema Sampling — Full-System Integration  [JAH-AT21S-000003]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profiler cannot read a billion rows, so it samples: a few thousand records drawn uniformly, then field presence counted across the sample. Fields present…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Record-Type Clustering — Core Method  [JAH-AT21S-000004]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Many databases mix several record shapes — orders and customers in one store, articles and comments in another. The profiler clusters records by their fiel…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Record-Type Clustering — Compounded Pattern  [JAH-AT21S-000005]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Many databases mix several record shapes — orders and customers in one store, articles and comments in another. The profiler clusters records by their fiel…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Profiler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a database's structure, schema, record types, and likely purpose.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https://justinahiggins614-cmyk.github.io/jah-databases/db/archive-tool-automatic-database-profiler-signature/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https://justinahiggins614-cmyk.github.io/jah-databases-data-1/data/archive-tool-automatic-database-profiler-signature/index.jsonl.gz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
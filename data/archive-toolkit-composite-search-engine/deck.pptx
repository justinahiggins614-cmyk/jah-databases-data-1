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mposite-search-engine/" TargetMode="External"/><Relationship Id="rId3" Type="http://schemas.openxmlformats.org/officeDocument/2006/relationships/hyperlink" Target="https://justinahiggins614-cmyk.github.io/jah-databases-data-1/data/archive-toolkit-composite-search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Composite Search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Combines several search methods and merges their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Composite Search Engine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several search methods and merges their results.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Reciprocal rank fusion — Composite Search Engine  [JAH-ATK120-00001]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RRF scores each document by summing 1/(k + rank) over the rankings that include it. It needs no score normalization because ranks, not raw scores, are fused. RRF is the default unsupervised fusion: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Score normalization — Composite Search Engine  [JAH-ATK120-00002]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Fusing raw scores requires normalization: min-max scaling or z-scores per ranker. Without it, the ranker with the widest score range dominates. Normalization is the unglamorous step that makes fusion…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Weighted linear combination — Composite Search Engine  [JAH-ATK120-00003]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Weighted sums let operators favor trusted rankers: 0.7*keyword + 0.3*phonetic. Weights are tuned on labeled data via grid or coordinate search. Weights encode which signals the application trusts.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Cascade ranking — Composite Search Engine  [JAH-ATK120-00004]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Cascades run a cheap ranker first, then an expensive one only on the top candidates. Keyword retrieval feeds neural reranking on the top 100. Cascades buy quality at bounded cost.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Borda count fusion — Composite Search Engine  [JAH-ATK120-00005]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Borda assigns points by position (n-1 for first) and sums across rankings. It is a voting-theoretic fusion needing no scores at all. Borda is simple but sensitive to weak rankers' noise.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Composite Search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several search methods and merges their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https://justinahiggins614-cmyk.github.io/jah-databases/db/archive-toolkit-composite-search-engine/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https://justinahiggins614-cmyk.github.io/jah-databases-data-1/data/archive-toolkit-composite-search-engine/index.jsonl.gz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
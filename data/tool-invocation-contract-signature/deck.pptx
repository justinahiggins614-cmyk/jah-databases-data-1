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ool-invocation-contract-signature/" TargetMode="External"/><Relationship Id="rId3" Type="http://schemas.openxmlformats.org/officeDocument/2006/relationships/hyperlink" Target="https://justinahiggins614-cmyk.github.io/jah-databases-data-1/data/tool-invocation-contrac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Invocation Contract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contract clauses that define how tools must be invoked.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Invocation Contract Database holds 20 contract clauses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contract clauses that define how tools must be invoked.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Tool Name and Version  [JAH-TIC-S-000001]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Pins the exact tool and version so behavior never shifts silently. Recorded facts — Clause: Tool Name and Version; Specifies: identity; Enforced by: registry. Used by agent framew…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Input Schema  [JAH-TIC-S-000002]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Declares every accepted parameter with types, ranges, and required flags. Recorded facts — Clause: Input Schema; Specifies: inputs; Enforced by: validator. Used by agent framework…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Output Schema  [JAH-TIC-S-000003]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Declares the result shape so callers can parse without guessing. Recorded facts — Clause: Output Schema; Specifies: outputs; Enforced by: validator. Used by agent frameworks and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Side-effect Declaration  [JAH-TIC-S-000004]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Lists every external effect (writes, sends, charges) the tool may cause. Recorded facts — Clause: Side-effect Declaration; Specifies: effects; Enforced by: auditor. Used by agent…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Idempotency Guarantee  [JAH-TIC-S-000005]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States whether repeated calls with the same key are safe. Recorded facts — Clause: Idempotency Guarantee; Specifies: retries; Enforced by: runtime. Used by agent frameworks and AP…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contract clause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JAH-TIC-S-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Tool Invocation Contract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contract clauses that define how tools must be invoked.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https://justinahiggins614-cmyk.github.io/jah-databases/db/tool-invocation-contract-signature/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https://justinahiggins614-cmyk.github.io/jah-databases-data-1/data/tool-invocation-contract-signature/index.jsonl.gz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
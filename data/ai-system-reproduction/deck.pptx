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i-system-reproduction/" TargetMode="External"/><Relationship Id="rId3" Type="http://schemas.openxmlformats.org/officeDocument/2006/relationships/hyperlink" Target="https://justinahiggins614-cmyk.github.io/jah-databases-data-1/data/ai-system-reproduc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AI System Reproduction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Full procedures for reproducing complete AI systems end to end.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AI System Reproduction Database holds 20 reproduction procedures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Full procedures for reproducing complete AI systems end to end.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Curated from public documentation of established engineering practice; verified against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Pinned Container Image Reproduction  [JAH-ASR-000001]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Freezing the entire operating-system image with a content-addressed digest guarantees that the exact same software stack can be rebuilt anywhere. Teams store the digest alongside the model weights so…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Dependency Lockfile Capture  [JAH-ASR-000002]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lockfile records the exact resolved version of every library, transitive dependencies included, at training time. Reinstalling from the lockfile instead of loose version ranges removes the most com…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Random Seed Ledger  [JAH-ASR-000003]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source of randomness - data shuffling, weight initialization, dropout masks - is driven by seeds recorded in a central ledger. Replaying the ledger reproduces the stochastic path of training ex…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Dataset Version Snapshot  [JAH-ASR-000004]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training corpus is snapshotted with a content hash at the moment training starts, so later edits cannot silently change results. Versioned snapshots let teams answer which data a model actually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Training Config Manifest  [JAH-ASR-000005]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hyperparameter, schedule, and optimizer setting is written to a single manifest file that is the sole source of truth for a run. Reproduction becomes loading the manifest and pressing run, inst…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reproduction procedure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JAH-ASR-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Reproduction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Full procedures for reproducing complete AI systems end to end.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https://justinahiggins614-cmyk.github.io/jah-databases/db/ai-system-reproduction/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https://justinahiggins614-cmyk.github.io/jah-databases-data-1/data/ai-system-reproduction/index.jsonl.gz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
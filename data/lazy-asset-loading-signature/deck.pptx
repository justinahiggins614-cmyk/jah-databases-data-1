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azy-asset-loading-signature/" TargetMode="External"/><Relationship Id="rId3" Type="http://schemas.openxmlformats.org/officeDocument/2006/relationships/hyperlink" Target="https://justinahiggins614-cmyk.github.io/jah-databases-data-1/data/lazy-asset-load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Lazy Asset Loading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Lazy Asset Loading Database holds 15 lazy loading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SigLazy-View  [JAH-LAL-S-000001]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viewport prediction preloading what the user will likely scroll to. Defers offscreen assets; triggered by predicted viewport. Example: siglazy viewport --predict.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SigSplit-Auto  [JAH-LAL-S-000002]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route splitting with zero config from the file tree. Defers route bundles; triggered by navigation. Example: sigbuild --auto-split.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SigVirtual-Grid  [JAH-LAL-S-000003]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virtualized grids handling million-cell datasets at 60fps. Defers offscreen cells; triggered by scroll. Example: &lt;SigGrid rows={1e6}&gt;.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SigImage-Prog  [JAH-LAL-S-000004]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progressive images with Sig blur-up generated at build. Defers detail scans; triggered by byte arrival. Example: sigimg --progressive.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SigHydrate-Part  [JAH-LAL-S-000005]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per-component hydration priorities with idle-time scheduling. Defers hydration; triggered by priority + idle. Example: sighydrate priority="high".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lazy loading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JAH-LAL-S-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Loading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Load only what the user sees — lazy images, code splitting, virtualization, and progressive enhancement.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https://justinahiggins614-cmyk.github.io/jah-databases/db/lazy-asset-loading-signature/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https://justinahiggins614-cmyk.github.io/jah-databases-data-1/data/lazy-asset-loading-signature/index.jsonl.gz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
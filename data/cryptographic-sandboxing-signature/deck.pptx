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sandboxing-signature/" TargetMode="External"/><Relationship Id="rId3" Type="http://schemas.openxmlformats.org/officeDocument/2006/relationships/hyperlink" Target="https://justinahiggins614-cmyk.github.io/jah-databases-data-1/data/cryptographic-sandbox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Cryptographic Sandboxing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Isolation by math: sandboxes enforced with cryptography.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Cryptographic Sandboxing Database holds 15 cryptographic sandboxing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Isolation by math: sandboxes enforced with cryptography.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Sandbox Provenance  [JAH-CRYPTO3-S-000001]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sandbox instance records its provenance — image hash, policy version, attestation, and what ran inside (hashes). The provenance answers 'what exactly executed this?' for 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Attested sandbox launch  [JAH-CRYPTO3-S-000002]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Before trusting a sandbox, attest it: measure its code and policy, verify the measurement, then provision secrets or sensitive work. The sandbox proves what it is before it's trust…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Sandbox Provenance  [JAH-CRYPTO3-S-000003]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sandbox instance records its provenance — image hash, policy version, attestation, and what ran inside (hashes). The provenance answers 'what exactly executed this?' for 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Attested sandbox launch  [JAH-CRYPTO3-S-000004]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Before trusting a sandbox, attest it: measure its code and policy, verify the measurement, then provision secrets or sensitive work. The sandbox proves what it is before it's trust…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Multi-party sandboxed computation  [JAH-CRYPTO3-S-000005]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Parties contribute private inputs to a sandboxed joint computation: the sandbox runs under MPC or in a TEE, each party attests it, and the result is released only when all attestat…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cryptographic sandboxing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JAH-CRYPTO3-S-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Cryptographic Sandboxing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Isolation by math: sandboxes enforced with cryptography.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https://justinahiggins614-cmyk.github.io/jah-databases/db/cryptographic-sandboxing-signature/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https://justinahiggins614-cmyk.github.io/jah-databases-data-1/data/cryptographic-sandboxing-signature/index.jsonl.gz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
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croatian-signature/" TargetMode="External"/><Relationship Id="rId3" Type="http://schemas.openxmlformats.org/officeDocument/2006/relationships/hyperlink" Target="https://justinahiggins614-cmyk.github.io/jah-databases-data-1/data/names-croatia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Croatian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Croatian style — new creations built from real Croatian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Croatian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Croatian style — new creations built from real Croatian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Croatian Names Database from genuine Croatian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Croatian-style given name: Ivanmir  [JAH-NMCS3-000001]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Ivanmir is a Signature original Croatian-style given name, created for the Signature Croatian Names Database. From Ivan + mir (peace). It is labeled a Signature creation and is not a traditional Croa…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Croatian-style given name: Anaslava  [JAH-NMCS3-000002]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Anaslava is a Signature original Croatian-style given name, created for the Signature Croatian Names Database. From Ana + slava (glory). It is labeled a Signature creation and is not a traditional Cr…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Croatian-style given name: Markomil  [JAH-NMCS3-000003]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Markomil is a Signature original Croatian-style given name, created for the Signature Croatian Names Database. From Marko + mil (dear). It is labeled a Signature creation and is not a traditional Cro…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Croatian-style given name: Marijaslava  [JAH-NMCS3-000004]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Marijaslava is a Signature original Croatian-style given name, created for the Signature Croatian Names Database. From Marija + slava. It is labeled a Signature creation and is not a traditional Croa…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Croatian-style given name: Josipmir  [JAH-NMCS3-000005]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Josipmir is a Signature original Croatian-style given name, created for the Signature Croatian Names Database. From Josip + mir. It is labeled a Signature creation and is not a traditional Croatian 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JAH-NMCS3-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Croatian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Croatian style — new creations built from real Croatian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https://justinahiggins614-cmyk.github.io/jah-databases/db/names-croatian-signature/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https://justinahiggins614-cmyk.github.io/jah-databases-data-1/data/names-croatian-signature/index.jsonl.gz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
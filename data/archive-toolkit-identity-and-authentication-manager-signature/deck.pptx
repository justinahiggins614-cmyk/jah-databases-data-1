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dentity-and-authentication-manager-signature/" TargetMode="External"/><Relationship Id="rId3" Type="http://schemas.openxmlformats.org/officeDocument/2006/relationships/hyperlink" Target="https://justinahiggins614-cmyk.github.io/jah-databases-data-1/data/archive-toolkit-identity-and-authentication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Identity and Authentication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Verifies identities before granting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Identity and Authentication Manager Database holds 15 identity and authentication managers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identities before granting access.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Continuous authentication  [JAH-ATK261S-000001]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authentication does not end at login. Behavioral signals (typing rhythm, request patterns, device posture) are re-checked continuously during…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Continuous authentication  [JAH-ATK261S-000002]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authentication does not end at login. Behavioral signals (typing rhythm, request patterns, device posture) are re-checked continuously during…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Continuous authentication  [JAH-ATK261S-000003]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authentication does not end at login. Behavioral signals (typing rhythm, request patterns, device posture) are re-checked continuously during…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Identity lineage  [JAH-ATK261S-000004]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one person may hold many accounts across systems; identity lineage links them with provenance: which account verified which, and when. Lineage…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Identity lineage  [JAH-ATK261S-000005]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one person may hold many accounts across systems; identity lineage links them with provenance: which account verified which, and when. Lineage…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identity and authentication manager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Identity and Authentication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identities before granting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https://justinahiggins614-cmyk.github.io/jah-databases/db/archive-toolkit-identity-and-authentication-manager-signature/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https://justinahiggins614-cmyk.github.io/jah-databases-data-1/data/archive-toolkit-identity-and-authentication-manager-signature/index.jsonl.gz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
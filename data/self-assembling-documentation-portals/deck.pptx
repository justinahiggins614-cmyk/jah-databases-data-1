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assembling-documentation-portals/" TargetMode="External"/><Relationship Id="rId3" Type="http://schemas.openxmlformats.org/officeDocument/2006/relationships/hyperlink" Target="https://justinahiggins614-cmyk.github.io/jah-databases-data-1/data/self-assembling-documentation-porta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Self-Assembling Documentation Portals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Docs that build themselves: extraction, API references, search, versioning, and living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Self-Assembling Documentation Portals Database holds 15 docs portals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build themselves: extraction, API references, search, versioning, and living examples.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Doc Extraction  [JAH-SADP-000001]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Extracts documentation from code comments - docstrings, JSDoc, annotations - keeping docs next to the code they describe. Extraction ends the drift where docs describe last year's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Reference Builds  [JAH-SADP-000002]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complete API references from type information and doc comments - every function, parameter, and return documented. Generated references are always complete; hand-written ones always miss somet…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Search Indexing  [JAH-SADP-000003]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Indexes every docs page for instant full-text search, because documentation nobody can find might as well not exist. Good docs search understands the domain's vocabulary.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Versioned Docs  [JAH-SADP-000004]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documentation per software version so users of old releases see accurate docs, not the latest. Versioned docs respect that not everyone upgrades on day 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Tutorial Generation  [JAH-SADP-000005]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Assembles tutorials from tested code samples and narrative templates, so learning paths stay correct as the product evolves. Generated tutorials teach the current truth, not last year's.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docs portal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JAH-SADP-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Docs Portal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build themselves: extraction, API references, search, versioning, and living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https://justinahiggins614-cmyk.github.io/jah-databases/db/self-assembling-documentation-portals/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https://justinahiggins614-cmyk.github.io/jah-databases-data-1/data/self-assembling-documentation-portals/index.jsonl.gz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
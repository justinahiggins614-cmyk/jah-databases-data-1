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fferential-privacy-filters/" TargetMode="External"/><Relationship Id="rId3" Type="http://schemas.openxmlformats.org/officeDocument/2006/relationships/hyperlink" Target="https://justinahiggins614-cmyk.github.io/jah-databases-data-1/data/differential-privacy-filter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Differential Privacy Filters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Learning from all, revealing none: privacy-preserving data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Differential Privacy Filters Database holds 15 differential privacy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Learning from all, revealing none: privacy-preserving data analysis.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Laplace mechanism  [JAH-DPF-000001]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foundational DP mechanism: add noise drawn from the Laplace distribution scaled to the query's sensitivity divided by epsilon. Counting queries get Laplace(1/ε) noise — simple, composable, and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Exponential mechanism  [JAH-DPF-000002]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non-numeric outputs (pick the best category, the median), the exponential mechanism samples outputs with probability proportional to exp(ε·score/2Δ). It brings DP to selections and rankings — cho…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Laplace mechanism  [JAH-DPF-000003]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foundational DP mechanism: add noise drawn from the Laplace distribution scaled to the query's sensitivity divided by epsilon. Counting queries get Laplace(1/ε) noise — simple, composable, and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Exponential mechanism  [JAH-DPF-000004]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 non-numeric outputs (pick the best category, the median), the exponential mechanism samples outputs with probability proportional to exp(ε·score/2Δ). It brings DP to selections and rankings — cho…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Synthetic data with DP  [JAH-DPF-000005]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Instead of answering queries, generate a synthetic dataset with DP guarantees (via DP-GANs, MST, or marginal-based methods) and let analysts query it freely. The synthetic data preserves statistical…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differential privacy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JAH-DPF-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Differential Privacy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Learning from all, revealing none: privacy-preserving data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https://justinahiggins614-cmyk.github.io/jah-databases/db/differential-privacy-filters/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https://justinahiggins614-cmyk.github.io/jah-databases-data-1/data/differential-privacy-filters/index.jsonl.gz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
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session-agent-memory-buffers/" TargetMode="External"/><Relationship Id="rId3" Type="http://schemas.openxmlformats.org/officeDocument/2006/relationships/hyperlink" Target="https://justinahiggins614-cmyk.github.io/jah-databases-data-1/data/cross-session-agent-memory-buff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Cross-Session Agent Memory Buffers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Memory that survives the session: buffers, stores, and recall for long-lived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Cross-Session Agent Memory Buffers Database holds 15 agent memory buffer designs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that survives the session: buffers, stores, and recall for long-lived agents.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Vector-store episodic memory  [JAH-CSAM-000001]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Agents store past observations as embeddings in a vector database (FAISS, Chroma, Pinecone). At each step, the agent retrieves the k most similar past episodes and injects them into context — recall…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Knowledge-graph entity memory  [JAH-CSAM-000002]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raw text, the agent maintains a knowledge graph of entities and relations (user -works_at-&gt; Acme; Acme -deploys-&gt; Friday). Graph memory supports multi-hop recall ('who works on the Friday…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Vector-store episodic memory  [JAH-CSAM-000003]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Agents store past observations as embeddings in a vector database (FAISS, Chroma, Pinecone). At each step, the agent retrieves the k most similar past episodes and injects them into context — recall…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Knowledge-graph entity memory  [JAH-CSAM-000004]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raw text, the agent maintains a knowledge graph of entities and relations (user -works_at-&gt; Acme; Acme -deploys-&gt; Friday). Graph memory supports multi-hop recall ('who works on the Friday…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Working-memory scratchpad with tools  [JAH-CSAM-000005]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scratchpad is the agent's desk: a structured working area (current goal, hypotheses, plan steps, open questions) rewritten each turn, separate from the raw transcript. It keeps long tasks coheren…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agent memory buffer design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JAH-CSAM-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Agent Memory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that survives the session: buffers, stores, and recall for long-lived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https://justinahiggins614-cmyk.github.io/jah-databases/db/cross-session-agent-memory-buffers/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https://justinahiggins614-cmyk.github.io/jah-databases-data-1/data/cross-session-agent-memory-buffers/index.jsonl.gz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
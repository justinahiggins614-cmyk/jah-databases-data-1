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quantum-classical-research-orchestrator-signature/" TargetMode="External"/><Relationship Id="rId3" Type="http://schemas.openxmlformats.org/officeDocument/2006/relationships/hyperlink" Target="https://justinahiggins614-cmyk.github.io/jah-databases-data-1/data/apex-tool-quantum-classical-research-orchest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Quantum-Classical Research Orchestrator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each research workload to quantum or classical hardware — whichever actually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Quantum-Classical Research Orchestrator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research workload to quantum or classical hardware — whichever actually fits.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Suitability Seer  [JAH-APX78S-000001]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seer does not hype quantum — it reads a workload’s shape and names its true home, even when the answer is ‘classical.’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Backend Bloodhound  [JAH-APX78S-000002]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bloodhound tracks every reachable quantum device — qubits, fidelity, queue depth — and reports their real condition, not their marketing.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Classical Lifeboat  [JAH-APX78S-000003]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Signature quantum voyage carries a classical lifeboat: a ready fallback plan so research never drowns when hardware is down.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Noise Oracle  [JAH-APX78S-000004]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oracle predicts result quality before money is spent, using device error models — a prophecy you can check against reality.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Honest Coin Counter  [JAH-APX78S-000005]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Quantum minutes are priced against classical minutes with queue time included. The coin counter makes the economics visible before anyone 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Quantum-Classical Research Orchestrator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research workload to quantum or classical hardware — whichever actually fits.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https://justinahiggins614-cmyk.github.io/jah-databases/db/apex-tool-quantum-classical-research-orchestrator-signature/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https://justinahiggins614-cmyk.github.io/jah-databases-data-1/data/apex-tool-quantum-classical-research-orchestrator-signature/index.jsonl.gz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
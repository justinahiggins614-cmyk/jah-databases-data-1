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virtual-reality-vr-clean-rooms-signature/" TargetMode="External"/><Relationship Id="rId3" Type="http://schemas.openxmlformats.org/officeDocument/2006/relationships/hyperlink" Target="https://justinahiggins614-cmyk.github.io/jah-databases-data-1/data/virtual-reality-vr-clean-room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Virtual Reality (VR) Clean Rooms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Designing and training for contamination-controlled spaces: VR simulations, digital twins, and compliance.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Virtual Reality (VR) Clean Rooms Database holds 15 clean rooms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Designing and training for contamination-controlled spaces: VR simulations, digital twins, and compliance.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Digital-Twin Contamination Control  [JAH-VRV-S-000001]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a live digital twin simulates particle flows from sensor data, predicting contamination events before they happen. Predictions drive interventions. Signature-labeled; an origina…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Live-Calibrated Airflow Models  [JAH-VRV-S-000002]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CFD model calibrates continuously against particle sensors, staying accurate as filters age and layouts change. Calibration is automatic. Signature-labeled; an original JAH…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VR Gowning Trainer  [JAH-VRV-S-000003]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trainees practice gowning in VR with motion tracking that scores technique - a missed step fails the session. Training is measurable. Signature-labeled; an original JAH design,…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Anomaly-Flagged Particle Monitoring  [JAH-VRV-S-000004]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monitor learns each location's normal pattern and flags anomalies - a spike during a specific operation - automatically. Anomalies link to probable causes. Signature-labeled…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Contamination-Consequence VR  [JAH-VRV-S-000005]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simulation visualizes contamination - particles shed by bad technique glow - so trainees see the invisible consequences of their actions. Seeing is learning. Signature-label…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clean room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JAH-VRV-S-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Clean Room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Designing and training for contamination-controlled spaces: VR simulations, digital twins, and compliance.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https://justinahiggins614-cmyk.github.io/jah-databases/db/virtual-reality-vr-clean-rooms-signature/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https://justinahiggins614-cmyk.github.io/jah-databases-data-1/data/virtual-reality-vr-clean-rooms-signature/index.jsonl.gz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
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ock-free-collaborative-workspaces-signature/" TargetMode="External"/><Relationship Id="rId3" Type="http://schemas.openxmlformats.org/officeDocument/2006/relationships/hyperlink" Target="https://justinahiggins614-cmyk.github.io/jah-databases-data-1/data/lock-free-collaborative-workspac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Lock-Free Collaborative Workspaces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Many editors, zero locks: concurrent workspaces without coordination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Lock-Free Collaborative Workspaces Database holds 15 lock-free collaboration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editors, zero locks: concurrent workspaces without coordination bottlenecks.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Convergence Certificates  [JAH-LFC-S-000001]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after replicas sync, the workspace issues a convergence certificate — a signed statement that all known replicas hold the identical document hash. Auditors can verify collaboration…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Operational transformation (OT)  [JAH-LFC-S-000002]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Operational transformation, the algorithm behind Google Docs' original collaboration, transforms concurrent operations against each other so they apply cleanly in any order. A cent…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Convergence Certificates  [JAH-LFC-S-000003]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after replicas sync, the workspace issues a convergence certificate — a signed statement that all known replicas hold the identical document hash. Auditors can verify collaboration…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Operational transformation (OT)  [JAH-LFC-S-000004]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Operational transformation, the algorithm behind Google Docs' original collaboration, transforms concurrent operations against each other so they apply cleanly in any order. A cent…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Tombstone-free deletion (OR-Sets)  [JAH-LFC-S-000005]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Naive CRDT deletion needs tombstones (remembering what was deleted) forever. Observed-Remove Sets avoid permanent tombstones: each add carries a unique tag, and remove only cancels…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lock-free collaboration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JAH-LFC-S-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Collaborative Workspace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editors, zero locks: concurrent workspaces without coordination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https://justinahiggins614-cmyk.github.io/jah-databases/db/lock-free-collaborative-workspaces-signature/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https://justinahiggins614-cmyk.github.io/jah-databases-data-1/data/lock-free-collaborative-workspaces-signature/index.jsonl.gz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
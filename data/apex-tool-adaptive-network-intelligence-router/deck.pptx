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daptive-network-intelligence-router/" TargetMode="External"/><Relationship Id="rId3" Type="http://schemas.openxmlformats.org/officeDocument/2006/relationships/hyperlink" Target="https://justinahiggins614-cmyk.github.io/jah-databases-data-1/data/apex-tool-adaptive-network-intelligence-rou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Adaptive Network Intelligence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available communication paths according to reliability, latency, cost, and security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Adaptive Network Intelligence Router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available communication paths according to reliability, latency, cost, and security constraints.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Topology Mapper  [JAH-APX72-000001]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Discovers the real network graph — nodes, links, capacities — the map every routing decision reads.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Link Monitor  [JAH-APX72-000002]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per-link latency, loss, and utilization live, so routing reacts to reality.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Shortest-Path Computer  [JAH-APX72-000003]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latency-optimal paths with Dijkstra over live weights, the baseline every policy must beat on speed.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Policy Enforcer  [JAH-APX72-000004]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Applies routing policies — avoid untrusted ASNs, prefer encrypted links — constraining the path search.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Failover Trigger  [JAH-APX72-000005]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Switches flows to backup paths when the primary degrades, fast enough that users never notice.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Adaptive Network Intelligence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available communication paths according to reliability, latency, cost, and security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https://justinahiggins614-cmyk.github.io/jah-databases/db/apex-tool-adaptive-network-intelligence-router/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https://justinahiggins614-cmyk.github.io/jah-databases-data-1/data/apex-tool-adaptive-network-intelligence-router/index.jsonl.gz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
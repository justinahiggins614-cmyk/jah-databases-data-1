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auditing-intelligence-network-signature/" TargetMode="External"/><Relationship Id="rId3" Type="http://schemas.openxmlformats.org/officeDocument/2006/relationships/hyperlink" Target="https://justinahiggins614-cmyk.github.io/jah-databases-data-1/data/apex-tool-self-auditing-intelligence-networ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Self-Auditing Intelligence Network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network audits itself — provenance, access, reliability, claim validity — continuously.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Self-Auditing Intelligence Network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network audits itself — provenance, access, reliability, claim validity — continuously.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Chain-Walker  [JAH-APX89S-000001]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provenance auditor walks every claim back to its roots — and reports exactly where the chain breaks, if it breaks.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Roots or It Didn’t Happen  [JAH-APX89S-000002]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claim without traceable roots is a rumor with confidence. The walker marks such claims plainly.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Reviewing the Gates  [JAH-APX89S-000003]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gatekeeper review checks every permission against Manon’s policy — who can read, who can write, who should not.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Gates Too Wide  [JAH-APX89S-000004]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Creeping permissions are caught and named. A gate wider than policy is a finding, not a convenience.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Tasting the Truth  [JAH-APX89S-000005]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truth sampler tastes outputs on a schedule — correctness signals gathered continuously, not just at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Self-Auditing Intelligence Network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network audits itself — provenance, access, reliability, claim validity — continuously.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https://justinahiggins614-cmyk.github.io/jah-databases/db/apex-tool-self-auditing-intelligence-network-signature/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https://justinahiggins614-cmyk.github.io/jah-databases-data-1/data/apex-tool-self-auditing-intelligence-network-signature/index.jsonl.gz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
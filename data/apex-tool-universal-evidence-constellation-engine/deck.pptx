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pex-tool-universal-evidence-constellation-engine/" TargetMode="External"/><Relationship Id="rId3" Type="http://schemas.openxmlformats.org/officeDocument/2006/relationships/hyperlink" Target="https://justinahiggins614-cmyk.github.io/jah-databases-data-1/data/apex-tool-universal-evidence-constellation-engin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Universal Evidence Constellation Engine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Connects every major conclusion to its supporting sources, counterevidence, dependencies, and uncertainty — no orphan claims.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Universal Evidence Constellation Engine Database holds 15 apex tools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Connects every major conclusion to its supporting sources, counterevidence, dependencies, and uncertainty — no orphan claims.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Public-record survey compiled 2026-10-21 from: Dung argumentation frameworks; evidence hierarchies (GRADE); analysis of competing hypotheses (ACH); Toulmin argument model. Fact-checked against public sources.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What the Evidence Constellation Engine is  [JAH-APX14-000001]</a:t>
            </a:r>
          </a:p>
          <a:p>
            <a:pPr algn="l">
              <a:spcAft>
                <a:spcPts val="1000"/>
              </a:spcAft>
            </a:pPr>
            <a:r>
              <a:rPr sz="1400" b="0">
                <a:solidFill>
                  <a:srgbClr val="D5DBDB"/>
                </a:solidFill>
                <a:latin typeface="Calibri"/>
              </a:rPr>
              <a:t>   The engine maintains constellations: each conclusion surrounded by its supporting sources, its counterevidence, the conclusions it depends on, and its uncertainty assessment. Nothing stands alone. Wh…</a:t>
            </a:r>
          </a:p>
          <a:p>
            <a:pPr algn="l">
              <a:spcAft>
                <a:spcPts val="200"/>
              </a:spcAft>
            </a:pPr>
            <a:r>
              <a:rPr sz="1700" b="1">
                <a:solidFill>
                  <a:srgbClr val="FFFFFF"/>
                </a:solidFill>
                <a:latin typeface="Calibri"/>
              </a:rPr>
              <a:t>2. Constellation data model  [JAH-APX14-000002]</a:t>
            </a:r>
          </a:p>
          <a:p>
            <a:pPr algn="l">
              <a:spcAft>
                <a:spcPts val="1000"/>
              </a:spcAft>
            </a:pPr>
            <a:r>
              <a:rPr sz="1400" b="0">
                <a:solidFill>
                  <a:srgbClr val="D5DBDB"/>
                </a:solidFill>
                <a:latin typeface="Calibri"/>
              </a:rPr>
              <a:t>   A constellation is a record: the conclusion statement, supporting sources with weights, counterevidence with weights, dependency links to other conclusions, uncertainty decomposition, and a verdict w…</a:t>
            </a:r>
          </a:p>
          <a:p>
            <a:pPr algn="l">
              <a:spcAft>
                <a:spcPts val="200"/>
              </a:spcAft>
            </a:pPr>
            <a:r>
              <a:rPr sz="1700" b="1">
                <a:solidFill>
                  <a:srgbClr val="FFFFFF"/>
                </a:solidFill>
                <a:latin typeface="Calibri"/>
              </a:rPr>
              <a:t>3. Evidence weighing algorithm  [JAH-APX14-000003]</a:t>
            </a:r>
          </a:p>
          <a:p>
            <a:pPr algn="l">
              <a:spcAft>
                <a:spcPts val="1000"/>
              </a:spcAft>
            </a:pPr>
            <a:r>
              <a:rPr sz="1400" b="0">
                <a:solidFill>
                  <a:srgbClr val="D5DBDB"/>
                </a:solidFill>
                <a:latin typeface="Calibri"/>
              </a:rPr>
              <a:t>   Not all evidence weighs the same: replicated experiments outweigh single observations, independent sources outweigh correlated ones, direct measurements outweigh proxies. The weighing algorithm combi…</a:t>
            </a:r>
          </a:p>
          <a:p>
            <a:pPr algn="l">
              <a:spcAft>
                <a:spcPts val="200"/>
              </a:spcAft>
            </a:pPr>
            <a:r>
              <a:rPr sz="1700" b="1">
                <a:solidFill>
                  <a:srgbClr val="FFFFFF"/>
                </a:solidFill>
                <a:latin typeface="Calibri"/>
              </a:rPr>
              <a:t>4. Dependency propagation algorithm  [JAH-APX14-000004]</a:t>
            </a:r>
          </a:p>
          <a:p>
            <a:pPr algn="l">
              <a:spcAft>
                <a:spcPts val="1000"/>
              </a:spcAft>
            </a:pPr>
            <a:r>
              <a:rPr sz="1400" b="0">
                <a:solidFill>
                  <a:srgbClr val="D5DBDB"/>
                </a:solidFill>
                <a:latin typeface="Calibri"/>
              </a:rPr>
              <a:t>   Conclusions depend on conclusions: if a supporting study is retracted, every conclusion downstream must be re-evaluated. The propagator walks the dependency graph on evidence changes, recomputes verd…</a:t>
            </a:r>
          </a:p>
          <a:p>
            <a:pPr algn="l">
              <a:spcAft>
                <a:spcPts val="200"/>
              </a:spcAft>
            </a:pPr>
            <a:r>
              <a:rPr sz="1700" b="1">
                <a:solidFill>
                  <a:srgbClr val="FFFFFF"/>
                </a:solidFill>
                <a:latin typeface="Calibri"/>
              </a:rPr>
              <a:t>5. Constellation query interface specification  [JAH-APX14-000005]</a:t>
            </a:r>
          </a:p>
          <a:p>
            <a:pPr algn="l">
              <a:spcAft>
                <a:spcPts val="1000"/>
              </a:spcAft>
            </a:pPr>
            <a:r>
              <a:rPr sz="1400" b="0">
                <a:solidFill>
                  <a:srgbClr val="D5DBDB"/>
                </a:solidFill>
                <a:latin typeface="Calibri"/>
              </a:rPr>
              <a:t>   Callers ask 'what is the evidence for X', 'what would change your mind about X', or 'what depends on study S'. Responses include the full constellation with weights and the reasoning trail. The inter…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apex tool</a:t>
            </a:r>
          </a:p>
          <a:p>
            <a:pPr algn="l">
              <a:spcAft>
                <a:spcPts val="1000"/>
              </a:spcAft>
            </a:pPr>
            <a:r>
              <a:rPr sz="2000" b="0">
                <a:solidFill>
                  <a:srgbClr val="FFFFFF"/>
                </a:solidFill>
                <a:latin typeface="Calibri"/>
              </a:rPr>
              <a:t>ID prefix:  JAH-APX14-</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Universal Evidence Constellation Engine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Connects every major conclusion to its supporting sources, counterevidence, dependencies, and uncertainty — no orphan claims.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https://justinahiggins614-cmyk.github.io/jah-databases/db/apex-tool-universal-evidence-constellation-engine/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https://justinahiggins614-cmyk.github.io/jah-databases-data-1/data/apex-tool-universal-evidence-constellation-engine/index.jsonl.gz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
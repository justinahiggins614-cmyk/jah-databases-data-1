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reasoning-strategy-selection-signature/" TargetMode="External"/><Relationship Id="rId3" Type="http://schemas.openxmlformats.org/officeDocument/2006/relationships/hyperlink" Target="https://justinahiggins614-cmyk.github.io/jah-databases-data-1/data/ai-reasoning-strategy-sele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Reasoning Strategy Selection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Choosing how AI reasons: chain-of-thought, tree search, verification, and when each wins.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Reasoning Strategy Selection Database holds 20 reasoning strategy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Choosing how AI reasons: chain-of-thought, tree search, verification, and when each wins.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Thinking Gardener  [JAH-ARSS-S-000001]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chain-of-thought: the steps are tended, the reasoning bloomed. The garden thinks visibly. Answers get cultivated.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Thought Arborist  [JAH-ARSS-S-000002]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arborist for thought trees: the branches are pruned, the best kept. The arboriculture works. Solutions get grown.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Wisdom Voter  [JAH-ARSS-S-000003]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conducts reasoning votes: the paths are counted, the majority honored. The democracy works. Answers get elected.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Proof Inspector  [JAH-ARSS-S-000004]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inspects reasoning like a building inspector: the steps are checked, the unsound condemned. The inspection is strict. Reasoning gets certified.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Code Scribe  [JAH-ARSS-S-000005]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scribes reasoning as code: the writing is executable, the running verifies. The scribing computes. Answers get proven by running.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reasoning strategy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JAH-ARSS-S-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Reasoner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Choosing how AI reasons: chain-of-thought, tree search, verification, and when each wins.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https://justinahiggins614-cmyk.github.io/jah-databases/db/ai-reasoning-strategy-selection-signature/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https://justinahiggins614-cmyk.github.io/jah-databases-data-1/data/ai-reasoning-strategy-selection-signature/index.jsonl.gz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
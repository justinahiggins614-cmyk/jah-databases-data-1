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tool-builder/" TargetMode="External"/><Relationship Id="rId3" Type="http://schemas.openxmlformats.org/officeDocument/2006/relationships/hyperlink" Target="https://justinahiggins614-cmyk.github.io/jah-databases-data-1/data/archive-tool-automatic-tool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Tool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a new utility from a specification, then validates and tests it before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Tool Builder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 new utility from a specification, then validates and tests it before deployment.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(Automatic Tool Builder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Specification parsing into a build frame (foundational)  [JAH-AT90-000001]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natural-language specification is parsed into a build frame: function name, inputs with types, outputs with types, and behavior examples. Parsing is strict: an underspecified frame is returned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Specification parsing into a build frame (compounded)  [JAH-AT90-000002]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natural-language specification is parsed into a build frame: function name, inputs with types, outputs with types, and behavior examples. Parsing is strict: an underspecified frame is returned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Specification parsing into a build frame (production)  [JAH-AT90-000003]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natural-language specification is parsed into a build frame: function name, inputs with types, outputs with types, and behavior examples. Parsing is strict: an underspecified frame is returned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Code synthesis from the build frame (foundational)  [JAH-AT90-000004]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 is synthesized from the frame using templates for common shapes: transformers, filters, aggregators, and validators. Template-based synthesis keeps generated code readable and reviewable, unlike…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Code synthesis from the build frame (compounded)  [JAH-AT90-000005]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 is synthesized from the frame using templates for common shapes: transformers, filters, aggregators, and validators. Template-based synthesis keeps generated code readable and reviewable, unlike…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 new utility from a specification, then validates and tests it before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https://justinahiggins614-cmyk.github.io/jah-databases/db/archive-tool-automatic-tool-builder/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https://justinahiggins614-cmyk.github.io/jah-databases-data-1/data/archive-tool-automatic-tool-builder/index.jsonl.gz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
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hema-migration-planner-signature/" TargetMode="External"/><Relationship Id="rId3" Type="http://schemas.openxmlformats.org/officeDocument/2006/relationships/hyperlink" Target="https://justinahiggins614-cmyk.github.io/jah-databases-data-1/data/archive-toolkit-schema-migration-pl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Schema Migration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Plans changes to database structures while identifying compatibility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Schema Migration Planner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changes to database structures while identifying compatibility risks.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diffing — Schema Migration Planner (Signature)  [JAH-ATK237S-0001]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schema migration planner takes the fear out of changing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Compatibility classification — Schema Migration Planner (Signature)  [JAH-ATK237S-0002]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schema migration planner takes the fear out of changing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Expand-contract planning — Schema Migration Planner (Signature)  [JAH-ATK237S-0003]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schema migration planner takes the fear out of changing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 backfill planning — Schema Migration Planner (Signature)  [JAH-ATK237S-0004]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schema migration planner takes the fear out of changing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Type-change risk analysis — Schema Migration Planner (Signature)  [JAH-ATK237S-0005]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schema migration planner takes the fear out of changing data…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Schema Migration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changes to database structures while identifying compatibility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https://justinahiggins614-cmyk.github.io/jah-databases/db/archive-toolkit-schema-migration-planner-signature/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https://justinahiggins614-cmyk.github.io/jah-databases-data-1/data/archive-toolkit-schema-migration-planner-signature/index.jsonl.gz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
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y/" TargetMode="External"/><Relationship Id="rId3" Type="http://schemas.openxmlformats.org/officeDocument/2006/relationships/hyperlink" Target="https://justinahiggins614-cmyk.github.io/jah-databases-data-1/data/names-mala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Malay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Malay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Malay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Malay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Ahmad - Malay masculine given name  [JAH-NMM2-000001]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Ahmad is a masculine given name in Malay. Meaning: Most praised..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Siti - Malay feminine given name  [JAH-NMM2-000002]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Siti is a feminine given name in Malay. Meaning: From Sita; the classic Malay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Nur - Malay unisex given name  [JAH-NMM2-000003]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Nur is a unisex given name in Malay. Meaning: Light. Unisex; 'radiance'.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Muhammad - Malay masculine given name  [JAH-NMM2-000004]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 is a masculine given name in Malay. Meaning: Praised..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Aisyah - Malay feminine given name  [JAH-NMM2-000005]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Aisyah is a feminine given name in Malay. Meaning: Alive..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Malay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Malay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
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missing-knowledge-detector/" TargetMode="External"/><Relationship Id="rId3" Type="http://schemas.openxmlformats.org/officeDocument/2006/relationships/hyperlink" Target="https://justinahiggins614-cmyk.github.io/jah-databases-data-1/data/archive-toolkit-missing-knowledge-dete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Missing Knowledge Detector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required information absent from the accessible knowledge 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Missing Knowledge Detector Database holds 15 knowledge audits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required information absent from the accessible knowledge base.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Missing Knowledge Detection: Coverage Auditing (Foundation)  [JAH-ATK283-00001]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Missing Knowledge Detection: Coverage Auditing (Operation)  [JAH-ATK283-00002]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Missing Knowledge Detection: Coverage Auditing (Mastery)  [JAH-ATK283-00003]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Missing Knowledge Detection: Entity Fact Checking (Foundation)  [JAH-ATK283-00004]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Missing Knowledge Detection: Entity Fact Checking (Operation)  [JAH-ATK283-00005]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knowledge audit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JAH-ATK283-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Knowledge Auditor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required information absent from the accessible knowledge 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https://justinahiggins614-cmyk.github.io/jah-databases/db/archive-toolkit-missing-knowledge-detector/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https://justinahiggins614-cmyk.github.io/jah-databases-data-1/data/archive-toolkit-missing-knowledge-detector/index.jsonl.gz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
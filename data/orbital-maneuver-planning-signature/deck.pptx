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orbital-maneuver-planning-signature/" TargetMode="External"/><Relationship Id="rId3" Type="http://schemas.openxmlformats.org/officeDocument/2006/relationships/hyperlink" Target="https://justinahiggins614-cmyk.github.io/jah-databases-data-1/data/orbital-maneuver-planni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Orbital Maneuver Planning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Signature-developed orbital methods — original techniques for moving spacecraft efficiently.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Orbital Maneuver Planning Database holds 20 signature orbital maneuver plans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orbital methods — original techniques for moving spacecraft efficiently.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authored for the JAH Databases by Justin Addam Higgins —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hohmann-default  [JAH-OMP-S-000001]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transfer practice: Hohmann is the default; prove otherwise.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apogee-plane-change  [JAH-OMP-S-000002]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maneuver practice: change planes where slow.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phase-patiently  [JAH-OMP-S-000003]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rendezvous practice: phasing orbits wait cheaply.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corridor-approach  [JAH-OMP-S-000004]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proximity practice: approach in the corridor.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box-keeping  [JAH-OMP-S-000005]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ops practice: deadband control in the box.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orbital maneuver plan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JAH-OMP-S-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Orbital Maneuver Planner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orbital methods — original techniques for moving spacecraft efficiently.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https://justinahiggins614-cmyk.github.io/jah-databases/db/orbital-maneuver-planning-signature/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https://justinahiggins614-cmyk.github.io/jah-databases-data-1/data/orbital-maneuver-planning-signature/index.jsonl.gz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
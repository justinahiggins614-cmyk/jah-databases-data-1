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formal-program-invariant/" TargetMode="External"/><Relationship Id="rId3" Type="http://schemas.openxmlformats.org/officeDocument/2006/relationships/hyperlink" Target="https://justinahiggins614-cmyk.github.io/jah-databases-data-1/data/formal-program-invariant/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Formal Program Invariant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Invariant inference and checking: the logical truths that programs maintain, found automatically.</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Formal Program Invariant Database holds 20 program invariant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Invariant inference and checking: the logical truths that programs maintain, found automatically.</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lane N1 build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Daikon Dynamic Invariant Detection  [JAH-FPI-000001]</a:t>
            </a:r>
          </a:p>
          <a:p>
            <a:pPr algn="l">
              <a:spcAft>
                <a:spcPts val="1000"/>
              </a:spcAft>
            </a:pPr>
            <a:r>
              <a:rPr sz="1400" b="0">
                <a:solidFill>
                  <a:srgbClr val="D5DBDB"/>
                </a:solidFill>
                <a:latin typeface="Calibri"/>
              </a:rPr>
              <a:t>   Daikon watches program executions and reports the properties that always held: x &gt; 0, y == 2*x, array sorted. The invariants are likely, not proven, but they document what the code actually does. Lik…</a:t>
            </a:r>
          </a:p>
          <a:p>
            <a:pPr algn="l">
              <a:spcAft>
                <a:spcPts val="200"/>
              </a:spcAft>
            </a:pPr>
            <a:r>
              <a:rPr sz="1700" b="1">
                <a:solidFill>
                  <a:srgbClr val="FFFFFF"/>
                </a:solidFill>
                <a:latin typeface="Calibri"/>
              </a:rPr>
              <a:t>2. Loop Invariant Inference  [JAH-FPI-000002]</a:t>
            </a:r>
          </a:p>
          <a:p>
            <a:pPr algn="l">
              <a:spcAft>
                <a:spcPts val="1000"/>
              </a:spcAft>
            </a:pPr>
            <a:r>
              <a:rPr sz="1400" b="0">
                <a:solidFill>
                  <a:srgbClr val="D5DBDB"/>
                </a:solidFill>
                <a:latin typeface="Calibri"/>
              </a:rPr>
              <a:t>   Loop invariants are properties true before and after each iteration, and they are the key to proving loops correct. Inference finds them from the loop body and postcondition. The invariant is the loo…</a:t>
            </a:r>
          </a:p>
          <a:p>
            <a:pPr algn="l">
              <a:spcAft>
                <a:spcPts val="200"/>
              </a:spcAft>
            </a:pPr>
            <a:r>
              <a:rPr sz="1700" b="1">
                <a:solidFill>
                  <a:srgbClr val="FFFFFF"/>
                </a:solidFill>
                <a:latin typeface="Calibri"/>
              </a:rPr>
              <a:t>3. Assertion Checking at Runtime  [JAH-FPI-000003]</a:t>
            </a:r>
          </a:p>
          <a:p>
            <a:pPr algn="l">
              <a:spcAft>
                <a:spcPts val="1000"/>
              </a:spcAft>
            </a:pPr>
            <a:r>
              <a:rPr sz="1400" b="0">
                <a:solidFill>
                  <a:srgbClr val="D5DBDB"/>
                </a:solidFill>
                <a:latin typeface="Calibri"/>
              </a:rPr>
              <a:t>   Assertions check invariants during execution, failing fast when violated. They turn silent corruption into loud errors. Checked invariants are executable specifications.</a:t>
            </a:r>
          </a:p>
          <a:p>
            <a:pPr algn="l">
              <a:spcAft>
                <a:spcPts val="200"/>
              </a:spcAft>
            </a:pPr>
            <a:r>
              <a:rPr sz="1700" b="1">
                <a:solidFill>
                  <a:srgbClr val="FFFFFF"/>
                </a:solidFill>
                <a:latin typeface="Calibri"/>
              </a:rPr>
              <a:t>4. Design by Contract (Eiffel)  [JAH-FPI-000004]</a:t>
            </a:r>
          </a:p>
          <a:p>
            <a:pPr algn="l">
              <a:spcAft>
                <a:spcPts val="1000"/>
              </a:spcAft>
            </a:pPr>
            <a:r>
              <a:rPr sz="1400" b="0">
                <a:solidFill>
                  <a:srgbClr val="D5DBDB"/>
                </a:solidFill>
                <a:latin typeface="Calibri"/>
              </a:rPr>
              <a:t>   Preconditions, postconditions, and class invariants form a contract between caller and routine. The contract is checked at runtime and documented in the interface. Contracts make obligations explicit.</a:t>
            </a:r>
          </a:p>
          <a:p>
            <a:pPr algn="l">
              <a:spcAft>
                <a:spcPts val="200"/>
              </a:spcAft>
            </a:pPr>
            <a:r>
              <a:rPr sz="1700" b="1">
                <a:solidFill>
                  <a:srgbClr val="FFFFFF"/>
                </a:solidFill>
                <a:latin typeface="Calibri"/>
              </a:rPr>
              <a:t>5. Abstract Interpretation  [JAH-FPI-000005]</a:t>
            </a:r>
          </a:p>
          <a:p>
            <a:pPr algn="l">
              <a:spcAft>
                <a:spcPts val="1000"/>
              </a:spcAft>
            </a:pPr>
            <a:r>
              <a:rPr sz="1400" b="0">
                <a:solidFill>
                  <a:srgbClr val="D5DBDB"/>
                </a:solidFill>
                <a:latin typeface="Calibri"/>
              </a:rPr>
              <a:t>   Abstract interpretation computes over-approximations of program states, proving invariants for all executions. Widening keeps the analysis terminating. The theory behind many static analyzers.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program invariant record</a:t>
            </a:r>
          </a:p>
          <a:p>
            <a:pPr algn="l">
              <a:spcAft>
                <a:spcPts val="1000"/>
              </a:spcAft>
            </a:pPr>
            <a:r>
              <a:rPr sz="2000" b="0">
                <a:solidFill>
                  <a:srgbClr val="FFFFFF"/>
                </a:solidFill>
                <a:latin typeface="Calibri"/>
              </a:rPr>
              <a:t>ID prefix:  JAH-FPI-</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Invariant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Invariant inference and checking: the logical truths that programs maintain, found automatically.</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https://justinahiggins614-cmyk.github.io/jah-databases/db/formal-program-invariant/</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https://justinahiggins614-cmyk.github.io/jah-databases-data-1/data/formal-program-invariant/index.jsonl.gz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
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crash-dumps/" TargetMode="External"/><Relationship Id="rId3" Type="http://schemas.openxmlformats.org/officeDocument/2006/relationships/hyperlink" Target="https://justinahiggins614-cmyk.github.io/jah-databases-data-1/data/automated-crash-dump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Crash Dumps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Capture program crashes automatically — dump formats, reporters, and the pipelines that turn crashes into fixes.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Crash Dumps Database holds 15 crash dump systems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Capture program crashes automatically — dump formats, reporters, and the pipelines that turn crashes into fixes.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record compiled from openly published documentation, project sources, and standard references.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Windows Error Reporting  [JAH-AUTOMA3-000001]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WER captures user-mode dumps and can upload them to Microsoft’s Watson pipeline. It captures user/kernel crashes as minidump (.dmp); the pipeline is Watson buckets.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Linux core dumps  [JAH-AUTOMA3-000002]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The kernel writes ELF core files on fatal signals; coredumpctl manages them under systemd. It captures fatal signals as ELF core / lz4 journal; the pipeline is coredumpctl + gdb.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macOS crash reports  [JAH-AUTOMA3-000003]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CrashReporter writes .ips files with thread states to ~/Library/Logs/DiagnosticReports. It captures app/hang crashes as .ips JSON; the pipeline is Xcode Organizer.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Android tombstones  [JAH-AUTOMA3-000004]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debuggerd writes tombstones with registers and backtraces to /data/tombstones. It captures native crashes as tombstone text; the pipeline is Play Console / Firebase.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Breakpad  [JAH-AUTOMA3-000005]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Google’s cross-platform crash library generating minidumps with a symbol server pipeline. It captures C++ crashes as minidump; the pipeline is Socorro/symbol server.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crash dump system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JAH-AUTOMA3-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Crash Dump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Capture program crashes automatically — dump formats, reporters, and the pipelines that turn crashes into fixes.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https://justinahiggins614-cmyk.github.io/jah-databases/db/automated-crash-dumps/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https://justinahiggins614-cmyk.github.io/jah-databases-data-1/data/automated-crash-dumps/index.jsonl.gz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
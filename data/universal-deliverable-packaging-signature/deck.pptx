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deliverable-packaging-signature/" TargetMode="External"/><Relationship Id="rId3" Type="http://schemas.openxmlformats.org/officeDocument/2006/relationships/hyperlink" Target="https://justinahiggins614-cmyk.github.io/jah-databases-data-1/data/universal-deliverable-packag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Deliverable Packaging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packaging standard for every deliverable the network 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Deliverable Packaging Database holds 20 packaging formats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packaging standard for every deliverable the network ships.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Self-Telling Parcel  [JAH-UD-S-000001]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parcel that tells its own story: contents, versions, and seals, readable by any tool. The parcel's tale is the first thing read and the last thing doubted. Teaching ladder: rank…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Layered Vessel  [JAH-UD-S-000002]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vessel of layers, each addressed by its content, each sealed. Changed layers sail alone; unchanged layers stay home. Teaching ladder: rank 1 — the concept in its simplest, most 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Manifest Chest  [JAH-UD-S-000003]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chest where every item is listed on the lid with its seal-mark. The lid is read before the chest is opened. Teaching ladder: rank 1 — the concept in its simplest, most direct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Sworn Installer  [JAH-UD-S-000004]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installer sworn by its maker, the oath checked before it runs. False makers cannot swear; their installers are turned away. Teaching ladder: rank 1 — the concept in its simplest,…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Frozen Moment  [JAH-UD-S-000005]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frozen moment: a system state captured forever, addressed by its essence. The frozen moment never thaws into something else. Teaching ladder: rank 1 — the concept in its simplest…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packaging format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Packaging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packaging standard for every deliverable the network 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https://justinahiggins614-cmyk.github.io/jah-databases/db/universal-deliverable-packaging-signature/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https://justinahiggins614-cmyk.github.io/jah-databases-data-1/data/universal-deliverable-packaging-signature/index.jsonl.gz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
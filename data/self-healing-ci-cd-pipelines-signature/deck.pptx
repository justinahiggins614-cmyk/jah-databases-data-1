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ci-cd-pipelines-signature/" TargetMode="External"/><Relationship Id="rId3" Type="http://schemas.openxmlformats.org/officeDocument/2006/relationships/hyperlink" Target="https://justinahiggins614-cmyk.github.io/jah-databases-data-1/data/self-healing-ci-cd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Self-Healing CI/CD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Self-Healing CI/CD Pipelines Database holds 15 pipeline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Root-Caused Quarantine  [JAH-SHC-S-000001]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quarantine comes with automatic root-cause analysis - timing, ordering, resource contention - attached to the fix ticket. Triage starts with a diagnosis. Signature-labeled; an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Cause-Aware Retry  [JAH-SHC-S-000002]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retry decisions consider the failure cause - network timeouts retry, assertion failures do not - so genuine breakage never gets retried into silence. Causes are classified.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Content-Verified Caches  [JAH-SHC-S-000003]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cache entries carry content hashes verified on every hit, so corruption is caught at use time and the entry rebuilt. Poisoning becomes impossible.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Predictive Runner Scaling  [JAH-SHC-S-000004]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scaling predicts demand from commit patterns and pre-warms runners before the rush, cutting queue waits to near zero. Predictions learn weekly rhythms. Signature-labeled; an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Provenance-Checked Rebuilds  [JAH-SHC-S-000005]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rebuilt artifacts are verified against provenance records - same source, same toolchain - before replacing the corrupt copy. Rebuilds are trustworthy. Signature-labeled; an orig…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pipeline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Pipeline Healer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https://justinahiggins614-cmyk.github.io/jah-databases/db/self-healing-ci-cd-pipelines-signature/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https://justinahiggins614-cmyk.github.io/jah-databases-data-1/data/self-healing-ci-cd-pipelines-signature/index.jsonl.gz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
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vietnamese-signature/" TargetMode="External"/><Relationship Id="rId3" Type="http://schemas.openxmlformats.org/officeDocument/2006/relationships/hyperlink" Target="https://justinahiggins614-cmyk.github.io/jah-databases-data-1/data/names-vietnam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Vietnamese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Vietnamese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Vietnamese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Vietnamese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Anh 英 - sound, structure, and naming power  [JAH-NMVS-000001]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Vietnamese unisex name Anh 英. Sound: 1 syllables, firm consonant close. Structure: A leading unisex name.. Recorded meaning: Bright; hero.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Linh - sound, structure, and naming power  [JAH-NMVS-000002]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Vietnamese feminine name Linh. Sound: 1 syllables, firm consonant close. Structure: A graceful girls' name.. Recorded meaning: Spirit. Naming power: the name is short,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Minh - sound, structure, and naming power  [JAH-NMVS-000003]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Vietnamese masculine name Minh. Sound: 1 syllables, firm consonant close. Structure: A classic boys' name.. Recorded meaning: Bright.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Lan - sound, structure, and naming power  [JAH-NMVS-000004]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Vietnamese feminine name Lan. Sound: 1 syllables, firm consonant close. Structure: A delicate girls' name.. Recorded meaning: Orchid. Naming power: the name is short, sa…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Vietnamese naming framework  [JAH-NMVS-000005]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Vietnamese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JAH-NMVS-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Vietnamese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Vietnamese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https://justinahiggins614-cmyk.github.io/jah-databases/db/names-vietnamese-signature/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https://justinahiggins614-cmyk.github.io/jah-databases-data-1/data/names-vietnamese-signature/index.jsonl.gz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
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i-execution-trace/" TargetMode="External"/><Relationship Id="rId3" Type="http://schemas.openxmlformats.org/officeDocument/2006/relationships/hyperlink" Target="https://justinahiggins614-cmyk.github.io/jah-databases-data-1/data/ai-execution-trac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AI Execution Trace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Tracing, recording, and replaying AI model execution for debugging, profiling, and verification.</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AI Execution Trace Database holds 20 execution trace records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Tracing, recording, and replaying AI model execution for debugging, profiling, and verification.</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JAH Databases lane N1 build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Operator-Level Execution Tracing  [JAH-AIEXEC-000001]</a:t>
            </a:r>
          </a:p>
          <a:p>
            <a:pPr algn="l">
              <a:spcAft>
                <a:spcPts val="1000"/>
              </a:spcAft>
            </a:pPr>
            <a:r>
              <a:rPr sz="1400" b="0">
                <a:solidFill>
                  <a:srgbClr val="D5DBDB"/>
                </a:solidFill>
                <a:latin typeface="Calibri"/>
              </a:rPr>
              <a:t>   Tracing records every operator's inputs, outputs, shapes, and timing during a model run. The trace reveals exactly what executed in what order, which is the ground truth for debugging. Framework prof…</a:t>
            </a:r>
          </a:p>
          <a:p>
            <a:pPr algn="l">
              <a:spcAft>
                <a:spcPts val="200"/>
              </a:spcAft>
            </a:pPr>
            <a:r>
              <a:rPr sz="1700" b="1">
                <a:solidFill>
                  <a:srgbClr val="FFFFFF"/>
                </a:solidFill>
                <a:latin typeface="Calibri"/>
              </a:rPr>
              <a:t>2. Deterministic Replay from Trace  [JAH-AIEXEC-000002]</a:t>
            </a:r>
          </a:p>
          <a:p>
            <a:pPr algn="l">
              <a:spcAft>
                <a:spcPts val="1000"/>
              </a:spcAft>
            </a:pPr>
            <a:r>
              <a:rPr sz="1400" b="0">
                <a:solidFill>
                  <a:srgbClr val="D5DBDB"/>
                </a:solidFill>
                <a:latin typeface="Calibri"/>
              </a:rPr>
              <a:t>   A recorded trace can drive a replay that reproduces the exact execution, inputs included. Replay debugging lets engineers re-run a failure without the original environment. Determinism requires contr…</a:t>
            </a:r>
          </a:p>
          <a:p>
            <a:pPr algn="l">
              <a:spcAft>
                <a:spcPts val="200"/>
              </a:spcAft>
            </a:pPr>
            <a:r>
              <a:rPr sz="1700" b="1">
                <a:solidFill>
                  <a:srgbClr val="FFFFFF"/>
                </a:solidFill>
                <a:latin typeface="Calibri"/>
              </a:rPr>
              <a:t>3. Trace Diffing for Regressions  [JAH-AIEXEC-000003]</a:t>
            </a:r>
          </a:p>
          <a:p>
            <a:pPr algn="l">
              <a:spcAft>
                <a:spcPts val="1000"/>
              </a:spcAft>
            </a:pPr>
            <a:r>
              <a:rPr sz="1400" b="0">
                <a:solidFill>
                  <a:srgbClr val="D5DBDB"/>
                </a:solidFill>
                <a:latin typeface="Calibri"/>
              </a:rPr>
              <a:t>   Two traces from different model versions are diffed operator by operator to find what changed. New operators, shape changes, and timing shifts all show up in the diff. This is the fastest way to expl…</a:t>
            </a:r>
          </a:p>
          <a:p>
            <a:pPr algn="l">
              <a:spcAft>
                <a:spcPts val="200"/>
              </a:spcAft>
            </a:pPr>
            <a:r>
              <a:rPr sz="1700" b="1">
                <a:solidFill>
                  <a:srgbClr val="FFFFFF"/>
                </a:solidFill>
                <a:latin typeface="Calibri"/>
              </a:rPr>
              <a:t>4. Memory Trace Analysis  [JAH-AIEXEC-000004]</a:t>
            </a:r>
          </a:p>
          <a:p>
            <a:pPr algn="l">
              <a:spcAft>
                <a:spcPts val="1000"/>
              </a:spcAft>
            </a:pPr>
            <a:r>
              <a:rPr sz="1400" b="0">
                <a:solidFill>
                  <a:srgbClr val="D5DBDB"/>
                </a:solidFill>
                <a:latin typeface="Calibri"/>
              </a:rPr>
              <a:t>   Memory traces record allocations and frees over time, showing the peak and the tensors alive at the peak. The analysis points at the exact tensors to checkpoint or offload. Memory bugs become visible…</a:t>
            </a:r>
          </a:p>
          <a:p>
            <a:pPr algn="l">
              <a:spcAft>
                <a:spcPts val="200"/>
              </a:spcAft>
            </a:pPr>
            <a:r>
              <a:rPr sz="1700" b="1">
                <a:solidFill>
                  <a:srgbClr val="FFFFFF"/>
                </a:solidFill>
                <a:latin typeface="Calibri"/>
              </a:rPr>
              <a:t>5. NaN Origin Tracing  [JAH-AIEXEC-000005]</a:t>
            </a:r>
          </a:p>
          <a:p>
            <a:pPr algn="l">
              <a:spcAft>
                <a:spcPts val="1000"/>
              </a:spcAft>
            </a:pPr>
            <a:r>
              <a:rPr sz="1400" b="0">
                <a:solidFill>
                  <a:srgbClr val="D5DBDB"/>
                </a:solidFill>
                <a:latin typeface="Calibri"/>
              </a:rPr>
              <a:t>   When NaNs appear, the trace is walked backward from the first NaN tensor to find the operator that produced it. Each operator's inputs are checked until the source is found. This turns hours of print…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20</a:t>
            </a:r>
          </a:p>
          <a:p>
            <a:pPr algn="l">
              <a:spcAft>
                <a:spcPts val="1000"/>
              </a:spcAft>
            </a:pPr>
            <a:r>
              <a:rPr sz="2000" b="0">
                <a:solidFill>
                  <a:srgbClr val="FFFFFF"/>
                </a:solidFill>
                <a:latin typeface="Calibri"/>
              </a:rPr>
              <a:t>Record kind:  execution trace record</a:t>
            </a:r>
          </a:p>
          <a:p>
            <a:pPr algn="l">
              <a:spcAft>
                <a:spcPts val="1000"/>
              </a:spcAft>
            </a:pPr>
            <a:r>
              <a:rPr sz="2000" b="0">
                <a:solidFill>
                  <a:srgbClr val="FFFFFF"/>
                </a:solidFill>
                <a:latin typeface="Calibri"/>
              </a:rPr>
              <a:t>ID prefix:  JAH-AIEXEC-</a:t>
            </a:r>
          </a:p>
          <a:p>
            <a:pPr algn="l">
              <a:spcAft>
                <a:spcPts val="1000"/>
              </a:spcAft>
            </a:pPr>
            <a:r>
              <a:rPr sz="2000" b="0">
                <a:solidFill>
                  <a:srgbClr val="FFFFFF"/>
                </a:solidFill>
                <a:latin typeface="Calibri"/>
              </a:rPr>
              <a:t>March to a million:  20 / 1,000,000 — in progress</a:t>
            </a:r>
          </a:p>
          <a:p>
            <a:pPr algn="l">
              <a:spcAft>
                <a:spcPts val="1000"/>
              </a:spcAft>
            </a:pPr>
            <a:r>
              <a:rPr sz="2000" b="0">
                <a:solidFill>
                  <a:srgbClr val="FFFFFF"/>
                </a:solidFill>
                <a:latin typeface="Calibri"/>
              </a:rPr>
              <a:t>AI librarian:  JAH Tracer Guide</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Tracing, recording, and replaying AI model execution for debugging, profiling, and verification.</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https://justinahiggins614-cmyk.github.io/jah-databases/db/ai-execution-trace/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https://justinahiggins614-cmyk.github.io/jah-databases-data-1/data/ai-execution-trace/index.jsonl.gz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
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regulating-compute-budgets-signature/" TargetMode="External"/><Relationship Id="rId3" Type="http://schemas.openxmlformats.org/officeDocument/2006/relationships/hyperlink" Target="https://justinahiggins614-cmyk.github.io/jah-databases-data-1/data/self-regulating-compute-budge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Self-Regulating Compute Budgets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Compute spending that governs itself: quotas, burn-rate guards, efficiency tracking, and fair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Self-Regulating Compute Budgets Database holds 15 budget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Compute spending that governs itself: quotas, burn-rate guards, efficiency tracking, and fair sharing.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Burst-Friendly Token Budgets  [JAH-SRCB-S-000001]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budgets allow bursts above the daily rate from a shared pool, so legitimate spikes are not blocked while chronic overuse is. Bursts are fair-shared. Signature-labeled; an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Priority-Aware CPU Quotas  [JAH-SRCB-S-000002]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quotas yield gracefully to higher-priority work - a production incident borrows from batch quotas automatically, with payback later. Priority is explicit.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Untagged-Spend Hunter  [JAH-SRCB-S-000003]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untagged spend is hunted automatically - resources without owners get flagged and, after warning, paused. Everything ends up owned. Signature-labeled; an original JAH design,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Anomaly-Capped Autoscaling  [JAH-SRCB-S-000004]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scaling pauses automatically when the trigger metric looks anomalous - a broken metric cannot cause infinite scale-out. Anomalies need human confirmation.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Auction-Based Burst Allocation  [JAH-SRCB-S-000005]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scarce burst capacity allocates by declared urgency auction - teams bid priority, not money - so the most important spike wins transparently. Allocation is fair and visible. Sig…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budget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JAH-SRCB-S-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Budget Governor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Compute spending that governs itself: quotas, burn-rate guards, efficiency tracking, and fair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https://justinahiggins614-cmyk.github.io/jah-databases/db/self-regulating-compute-budgets-signature/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https://justinahiggins614-cmyk.github.io/jah-databases-data-1/data/self-regulating-compute-budgets-signature/index.jsonl.gz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
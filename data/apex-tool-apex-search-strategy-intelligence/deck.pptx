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search-strategy-intelligence/" TargetMode="External"/><Relationship Id="rId3" Type="http://schemas.openxmlformats.org/officeDocument/2006/relationships/hyperlink" Target="https://justinahiggins614-cmyk.github.io/jah-databases-data-1/data/apex-tool-apex-search-strategy-intelligenc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Apex Search Strategy Intelligence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Continuously evaluates which search methods and archive paths are most likely to answer a given question — strategy, not just searching.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Apex Search Strategy Intelligence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Continuously evaluates which search methods and archive paths are most likely to answer a given question — strategy, not just searching.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query performance prediction; learning to rank (LambdaMART); multi-armed bandits; federated search resource selection (CORI).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Search Strategy Intelligence is  [JAH-APX15-000001]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intelligence sits in front of every search and answers the meta-question: how should we look for this? It considers the question type, the available archives and methods, their historical success…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Strategy and outcome data model  [JAH-APX15-000002]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search attempt is a record: the question, its classified type, the chosen strategy, the cost, and the outcome graded by answer quality. This ledger is the intelligence's training data — without…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Strategy selection algorithm  [JAH-APX15-000003]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Selection is a contextual bandit: given the question's features, pick the strategy with the best expected grade per cost, with exploration bonus for under-tried strategies on this question type.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Query performance prediction algorithm  [JAH-APX15-000004]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running an expensive strategy, the intelligence predicts whether it will succeed: from question clarity, archive coverage estimates, and historical outcomes on similar questions. Low predicted…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Strategy interface specification  [JAH-APX15-000005]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send a question with a budget and get back an executed strategy: the chosen approach, why it was chosen, the results, and what was learned. The interface also supports strategy override for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Search Strategy Intelligence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Continuously evaluates which search methods and archive paths are most likely to answer a given question — strategy, not just searching.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https://justinahiggins614-cmyk.github.io/jah-databases/db/apex-tool-apex-search-strategy-intelligence/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https://justinahiggins614-cmyk.github.io/jah-databases-data-1/data/apex-tool-apex-search-strategy-intelligence/index.jsonl.gz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
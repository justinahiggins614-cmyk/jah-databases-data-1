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ounded-model-checking-signature/" TargetMode="External"/><Relationship Id="rId3" Type="http://schemas.openxmlformats.org/officeDocument/2006/relationships/hyperlink" Target="https://justinahiggins614-cmyk.github.io/jah-databases-data-1/data/bounded-model-check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Bounded Model Checking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Bugs within reach: finding violations up to a bound,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Bounded Model Checking Database holds 15 bounded model checking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Bugs within reach: finding violations up to a bound, fast.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Bound Sufficiency Proofs  [JAH-BMC-S-000001]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bounds are never arbitrary — each BMC run records a sufficiency argument (unwinding assertions, diameter arguments, or explicit residual risk) so 'clean up to bound k' is an honest…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Loop unrolling strategies  [JAH-BMC-S-000002]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The bound is everything in BMC: unroll too little and bugs hide past the bound; unroll too much and the formula explodes. Strategies — unwinding assertions (prove k suffices), incr…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Bound Sufficiency Proofs  [JAH-BMC-S-000003]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bounds are never arbitrary — each BMC run records a sufficiency argument (unwinding assertions, diameter arguments, or explicit residual risk) so 'clean up to bound k' is an honest…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Loop unrolling strategies  [JAH-BMC-S-000004]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The bound is everything in BMC: unroll too little and bugs hide past the bound; unroll too much and the formula explodes. Strategies — unwinding assertions (prove k suffices), incr…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Witness validation and traces  [JAH-BMC-S-000005]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 BMC 'bug found' is only useful if the trace replays: witness validation feeds the satisfying assignment back as concrete inputs and runs the actual program to confirm the violati…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bounded model checking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JAH-BMC-S-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Bounded Model Checking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Bugs within reach: finding violations up to a bound,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https://justinahiggins614-cmyk.github.io/jah-databases/db/bounded-model-checking-signature/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https://justinahiggins614-cmyk.github.io/jah-databases-data-1/data/bounded-model-checking-signature/index.jsonl.gz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
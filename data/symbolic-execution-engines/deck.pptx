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mbolic-execution-engines/" TargetMode="External"/><Relationship Id="rId3" Type="http://schemas.openxmlformats.org/officeDocument/2006/relationships/hyperlink" Target="https://justinahiggins614-cmyk.github.io/jah-databases-data-1/data/symbolic-execution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Symbolic Execution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Running code on symbols: exploring all paths with constraint solving.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Symbolic Execution Engines Database holds 15 symbolic execution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Running code on symbols: exploring all paths with constraint solving.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KLEE symbolic VM  [JAH-SYMBOL2-000001]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KLEE executes LLVM bitcode with symbolic inputs, forking a state at every symbolic branch and asking the solver which paths are feasible. It generated high-coverage test suites for real utilities (Co…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Environment modeling  [JAH-SYMBOL2-000002]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Real programs call the environment — files, network, syscalls. Symbolic executors model these (symbolic files in KLEE, models of libc) so analysis doesn't stop at the first read() call. Good environm…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KLEE symbolic VM  [JAH-SYMBOL2-000003]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KLEE executes LLVM bitcode with symbolic inputs, forking a state at every symbolic branch and asking the solver which paths are feasible. It generated high-coverage test suites for real utilities (Co…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Environment modeling  [JAH-SYMBOL2-000004]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Real programs call the environment — files, network, syscalls. Symbolic executors model these (symbolic files in KLEE, models of libc) so analysis doesn't stop at the first read() call. Good environm…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Under-constrained symbolic execution  [JAH-SYMBOL2-000005]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Full-program symbolic execution drowns in environment complexity; under-constrained execution analyzes one function in isolation with symbolic inputs and lazy initialization of pointers. It finds rea…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symbolic execution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JAH-SYMBOL2-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Symbolic Execution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Running code on symbols: exploring all paths with constraint solving.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https://justinahiggins614-cmyk.github.io/jah-databases/db/symbolic-execution-engines/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https://justinahiggins614-cmyk.github.io/jah-databases-data-1/data/symbolic-execution-engines/index.jsonl.gz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
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korean-signature/" TargetMode="External"/><Relationship Id="rId3" Type="http://schemas.openxmlformats.org/officeDocument/2006/relationships/hyperlink" Target="https://justinahiggins614-cmyk.github.io/jah-databases-data-1/data/names-korea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Korean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Korean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Korean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Korean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Min-jun 민준 - sound, structure, and naming power  [JAH-NMKS-000001]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Korean masculine name Min-jun 민준. Sound: 2 syllables, firm consonant close. Structure: Meaning fixed by the hanja chosen; a top boys' name.. Recorded meaning: Clever + 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Seo-yeon 서연 - sound, structure, and naming power  [JAH-NMKS-000002]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Korean feminine name Seo-yeon 서연. Sound: 2 syllables, firm consonant close. Structure: A leading girls' name.. Recorded meaning: Auspicious + beautiful. Naming power: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Ji-hoon 지훈 - sound, structure, and naming power  [JAH-NMKS-000003]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Korean masculine name Ji-hoon 지훈. Sound: 2 syllables, firm consonant close. Structure: A classic boys' name.. Recorded meaning: Wisdom + merit.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Ha-eun 하은 - sound, structure, and naming power  [JAH-NMKS-000004]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Korean feminine name Ha-eun 하은. Sound: 2 syllables, firm consonant close. Structure: A modern girls' name.. Recorded meaning: Summer + silver. Naming power: the name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Korean naming framework  [JAH-NMKS-000005]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Korean names. Forging a new Signature name runs in four passes: sound (two to four syllables that read aloud cleanly), meaning (one plain-language gloss, never a para…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JAH-NMKS-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Korean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Korean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https://justinahiggins614-cmyk.github.io/jah-databases/db/names-korean-signature/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https://justinahiggins614-cmyk.github.io/jah-databases-data-1/data/names-korean-signature/index.jsonl.gz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
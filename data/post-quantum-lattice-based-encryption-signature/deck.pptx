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ost-quantum-lattice-based-encryption-signature/" TargetMode="External"/><Relationship Id="rId3" Type="http://schemas.openxmlformats.org/officeDocument/2006/relationships/hyperlink" Target="https://justinahiggins614-cmyk.github.io/jah-databases-data-1/data/post-quantum-lattice-based-encryp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Post-Quantum Lattice-Based Encryption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Encryption that survives quantum computers: lattice problems, NIST-standardized algorithms, and migration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Post-Quantum Lattice-Based Encryption Database holds 15 encryption parameter sets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Encryption that survives quantum computers: lattice problems, NIST-standardized algorithms, and migration paths.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Hybrid ML-KEM Handshakes  [JAH-PQL-S-000001]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handshakes combine ML-KEM with classical ECDH, so the connection stays safe even if either assumption breaks. Hybrid negotiation is downgrade-proof. Signature-labeled; an origin…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Dual-Signed Firmware Manifests  [JAH-PQL-S-000002]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firmware manifests carry both ML-DSA and classical signatures, verifiable by old and new bootloaders during the transition. Either signature alone suffices, so migration never 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Parameterized LWE Explorer  [JAH-PQL-S-000003]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an interactive explorer that shows how LWE parameters - dimension, modulus, noise - trade security against key size, building intuition for parameter choice. Explorations are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Module-Rank Advisor  [JAH-PQL-S-000004]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advisor recommends module rank from the threat model - higher rank for long-lived secrets - with the reasoning documented. Choices are justified, not guessed. Signature-labe…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Lifetime-Matched Parameter Picker  [JAH-PQL-S-000005]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picker matches parameter strength to data lifetime - level 5 for 30-year secrets, level 1 for ephemeral sessions - avoiding one-size-fits-all waste. Lifetimes are declared p…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encryption parameter set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JAH-PQL-S-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Post-Quantum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Encryption that survives quantum computers: lattice problems, NIST-standardized algorithms, and migration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https://justinahiggins614-cmyk.github.io/jah-databases/db/post-quantum-lattice-based-encryption-signature/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https://justinahiggins614-cmyk.github.io/jah-databases-data-1/data/post-quantum-lattice-based-encryption-signature/index.jsonl.gz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
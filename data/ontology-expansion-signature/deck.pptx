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ontology-expansion-signature/" TargetMode="External"/><Relationship Id="rId3" Type="http://schemas.openxmlformats.org/officeDocument/2006/relationships/hyperlink" Target="https://justinahiggins614-cmyk.github.io/jah-databases-data-1/data/ontology-expans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Ontology Expansion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Ontology Expansion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Taxonomy basics  [JAH-ONTOLO-S-000001]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taxonomy is a hierarchy of concepts — animal -&gt; mammal -&gt; dog — where each level inherits the properties of its parents. Building one means choosing the dimensions (by function? by material?), keep…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Hypernyms and hyponyms  [JAH-ONTOLO-S-000002]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Hypernym/hyponym is the IS-A relation: 'dog' is a hyponym of 'mammal', 'mammal' the hypernym of 'dog'. Mining these relations from text uses Hearst patterns ('X such as Y', 'Y and other X') — simple,…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Synonym expansion  [JAH-ONTOLO-S-000003]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Synonym expansion grows queries with equivalent terms: 'car' also searches 'automobile', 'vehicle'. Sources: WordNet synsets, distributional similarity (words in similar contexts), and click logs ('u…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Knowledge graphs  [JAH-ONTOLO-S-000004]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Knowledge graphs store facts as (subject, predicate, object) triples — (Ada, invented, Analytical Engine) — forming a queryable web of entities and relations. They power semantic search, recommendati…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Query expansion with ontologies  [JAH-ONTOLO-S-000005]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Ontologies expand queries along their relations: searching 'mammal' also matches 'dog' and 'cat' (hyponyms), and searching 'dog' can broaden to 'mammal' when recall is low. The expansion follows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JAH-ONTOLO-S-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Ontology Expansion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Growing the map of meaning: taxonomies, knowledge graphs, synonym expansion, query expansion, and the curation that keeps them honest.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https://justinahiggins614-cmyk.github.io/jah-databases/db/ontology-expansion-signature/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https://justinahiggins614-cmyk.github.io/jah-databases-data-1/data/ontology-expansion-signature/index.jsonl.gz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
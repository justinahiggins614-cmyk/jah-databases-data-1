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benchmark-suites-signature/" TargetMode="External"/><Relationship Id="rId3" Type="http://schemas.openxmlformats.org/officeDocument/2006/relationships/hyperlink" Target="https://justinahiggins614-cmyk.github.io/jah-databases-data-1/data/autonomous-benchmark-suit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Autonomous Benchmark Suites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Autonomous Benchmark Suites Database holds 15 benchmarking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Harness Design  [JAH-AUTONO3-S-000001]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criterion-style harnesses with warmup, batching, and outlier rejection. Warmup settles caches and JITs; batching amortizes timer overhead; outlier rejection drops the noise. A good harness mea…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Statistical Rigor  [JAH-AUTONO3-S-000002]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Reports confidence intervals and effect sizes instead of single best times. A result without uncertainty is a guess; the rigorous suite quantifies noise and only claims what the data supports. It 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Regression Detection  [JAH-AUTONO3-S-000003]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Flags performance regressions over 3 percent against rolling baselines in CI. Baselines track recent history per hardware class, so the detector compares against reality, not a stale number. Regressi…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Performance Baselines  [JAH-AUTONO3-S-000004]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Pins baselines per hardware class and OS version so comparisons are apples to apples. A benchmark number without its hardware context is meaningless. Baselines are re-pinned when the fleet changes.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Micro vs Macro Balance  [JAH-AUTONO3-S-000005]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Pairs nanosecond microbenchmarks with end-to-end workload tests. Microbenchmarks find hot spots; macrobenchmarks prove user-visible wins. Suites that only do one or the other optimize the wrong thing…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benchmarking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Autonomous Benchmark Suites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benchmark systems that measure performance with statistical rigor.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https://justinahiggins614-cmyk.github.io/jah-databases/db/autonomous-benchmark-suites-signature/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https://justinahiggins614-cmyk.github.io/jah-databases-data-1/data/autonomous-benchmark-suites-signature/index.jsonl.gz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
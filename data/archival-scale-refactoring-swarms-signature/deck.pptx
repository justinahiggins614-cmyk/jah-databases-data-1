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al-scale-refactoring-swarms-signature/" TargetMode="External"/><Relationship Id="rId3" Type="http://schemas.openxmlformats.org/officeDocument/2006/relationships/hyperlink" Target="https://justinahiggins614-cmyk.github.io/jah-databases-data-1/data/archival-scale-refactoring-swarm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Archival-Scale Refactoring Swarms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Thousands of coordinated agents rewriting million-file codebases safely.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Archival-Scale Refactoring Swarms Database holds 15 refactoring swarm patterns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Thousands of coordinated agents rewriting million-file codebases safely.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Lineage-Preserving Rewrite  [JAH-ASRS-S-000001]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every swarm rewrite carries the full lineage of the code it replaced — original author stamps, prior refactor history, and rationale — embedded as structured metadata in the new co…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Tree-sitter incremental reparse  [JAH-ASRS-S-000002]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Tree-sitter parses code into concrete syntax trees incrementally — edits reparse only the changed region in microseconds. Refactoring swarms use it to keep a live, always-current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Lineage-Preserving Rewrite  [JAH-ASRS-S-000003]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every swarm rewrite carries the full lineage of the code it replaced — original author stamps, prior refactor history, and rationale — embedded as structured metadata in the new co…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Tree-sitter incremental reparse  [JAH-ASRS-S-000004]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Tree-sitter parses code into concrete syntax trees incrementally — edits reparse only the changed region in microseconds. Refactoring swarms use it to keep a live, always-current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Codemod canary with automatic revert  [JAH-ASRS-S-000005]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Before the swarm touches a million files, the transform runs on a canary slice (1% of files or one service). Metrics — test pass rate, diff size, review flags — decide whether to p…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refactoring swarm pattern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JAH-ASRS-S-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Refactoring Swarm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Thousands of coordinated agents rewriting million-file codebases safely.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https://justinahiggins614-cmyk.github.io/jah-databases/db/archival-scale-refactoring-swarms-signature/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https://justinahiggins614-cmyk.github.io/jah-databases-data-1/data/archival-scale-refactoring-swarms-signature/index.jsonl.gz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
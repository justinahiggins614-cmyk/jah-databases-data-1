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mart-contract-execution-engines/" TargetMode="External"/><Relationship Id="rId3" Type="http://schemas.openxmlformats.org/officeDocument/2006/relationships/hyperlink" Target="https://justinahiggins614-cmyk.github.io/jah-databases-data-1/data/smart-contract-execution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Smart Contract Execution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Running deterministic agreements: execution semantics, gas metering, verification, and upgrade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Smart Contract Execution Engines Database holds 15 contract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deterministic agreements: execution semantics, gas metering, verification, and upgrade safety.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EVM Semantics  [JAH-SCEE-000001]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the Ethereum Virtual Machine's exact execution rules - stack, memory, storage, opcodes - so every node computes identical results. Precise semantics are what make smart contracts deterministi…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Gas Metering  [JAH-SCEE-000002]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Charges per operation so computation has a price, which bounds execution and prevents infinite loops from halting the network. Gas metering aligns incentives: users pay for the resources they consume.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Deterministic Execution  [JAH-SCEE-000003]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Forbids randomness, wall-clock time, and other nondeterminism inside contracts so all nodes agree on outcomes. Determinism is the foundation the whole trust model stands 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State Tries  [JAH-SCEE-000004]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Stores contract state in a Merkle-Patricia trie so any state value comes with a compact proof of correctness. Tries let light clients verify contract state without storing everything.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Contract Verification  [JAH-SCEE-000005]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Matches deployed bytecode to published source so users can read the actual code their money interacts with. Verified contracts are the minimum bar for trust: unverified code should be treated as host…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contract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JAH-SCEE-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Contract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Running deterministic agreements: execution semantics, gas metering, verification, and upgrade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https://justinahiggins614-cmyk.github.io/jah-databases/db/smart-contract-execution-engines/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https://justinahiggins614-cmyk.github.io/jah-databases-data-1/data/smart-contract-execution-engines/index.jsonl.gz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
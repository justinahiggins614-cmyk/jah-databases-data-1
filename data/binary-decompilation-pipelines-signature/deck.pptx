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inary-decompilation-pipelines-signature/" TargetMode="External"/><Relationship Id="rId3" Type="http://schemas.openxmlformats.org/officeDocument/2006/relationships/hyperlink" Target="https://justinahiggins614-cmyk.github.io/jah-databases-data-1/data/binary-decompilation-pipel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Binary Decompilation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 binaries back into readable code — decompilers, lifters, and analysis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Binary Decompilation Pipelines Database holds 15 decompilers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 binaries back into readable code — decompilers, lifters, and analysis pipelines.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SigLift-IR  [JAH-BINARY-S-000001]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lifter producing SigIR with type recovery. Lifts to SigIR; input: many archs. Strength: SigIR output.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SigDecomp-C  [JAH-BINARY-S-000002]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decompiler emitting clean, compilable C. Lifts to C; input: x86_64/aarch64. Strength: recompilable.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SigDecomp-Verify  [JAH-BINARY-S-000003]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equivalence checking between binary and decompiled code. Lifts to proofs; input: binary + source. Strength: verified.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SigDiff-Bin  [JAH-BINARY-S-000004]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binary diffing at decompiled level for patch analysis. Lifts to diffs; input: two binaries. Strength: patch intel.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SigType-Recover  [JAH-BINARY-S-000005]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ML-assisted type recovery for stripped binaries. Lifts to types; input: stripped binaries. Strength: type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decompiler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JAH-BINARY-S-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Decompiler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 binaries back into readable code — decompilers, lifters, and analysis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https://justinahiggins614-cmyk.github.io/jah-databases/db/binary-decompilation-pipelines-signature/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https://justinahiggins614-cmyk.github.io/jah-databases-data-1/data/binary-decompilation-pipelines-signature/index.jsonl.gz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
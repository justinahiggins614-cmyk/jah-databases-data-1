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alidation-database/" TargetMode="External"/><Relationship Id="rId3" Type="http://schemas.openxmlformats.org/officeDocument/2006/relationships/hyperlink" Target="https://justinahiggins614-cmyk.github.io/jah-databases-data-1/data/validation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Validation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validation standard plus real validation reports across the lane's databases — pass/fail with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Validation Database holds 20 validation reports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validation standard plus real validation reports across the lane's databases — pass/fail with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Validation Methodology and Standard  [JAH-VALID-000001]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METHODOLOGY: the validation standard applied to every report in this database. VALIDATION METHODOLOGY (applies to every report in this database) 1. SCHEMA: the database's index.jsonl.gz must parse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Validation Report: Form Database, Signature Form Database  [JAH-VALID-000002]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Form Database; Signature Form Database. Checks run at build time 2026-10-21; evidence published below; verdict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Validation Report: Template Database, Signature Template Database  [JAH-VALID-000003]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Template Database; Signature Template Database. Checks run at build time 2026-10-21; evidence published below; verdict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Validation Report: Writing Structure Database, Signature Writing Structure Database  [JAH-VALID-000004]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Writing Structure Database; Signature Writing Structure Database. Checks run at build time 2026-10-21; evidence published below; verdict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Validation Report: Ways to Use Signature Database  [JAH-VALID-000005]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VALIDATION REPORT (PASS): Ways to Use Signature Database. Checks run at build time 2026-10-21; evidence published below; verdict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validation report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JAH-VALID-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Validator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validation standard plus real validation reports across the lane's databases — pass/fail with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https://justinahiggins614-cmyk.github.io/jah-databases/db/validation-database/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https://justinahiggins614-cmyk.github.io/jah-databases-data-1/data/validation-database/index.jsonl.gz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
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program-test-harness-signature/" TargetMode="External"/><Relationship Id="rId3" Type="http://schemas.openxmlformats.org/officeDocument/2006/relationships/hyperlink" Target="https://justinahiggins614-cmyk.github.io/jah-databases-data-1/data/archive-tool-program-test-harnes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Program Test Harness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testing frameworks: oath-trials and storm-throwing.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Program Test Harness Database holds 15 signature test harness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testing frameworks: oath-trials and storm-throwing.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Oath-Trial property trials  [JAH-AT86S-0001]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Oath-Trials make archive tools swear universal oaths — 'reversing twice returns the original' — and test the oath against hundreds of cha…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Banner-Watch invariant guard  [JAH-AT86S-0002]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Banner-Watch stands over archive data-structures and checks their colors after every single maneuver. The watch wraps each operation…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Whittling to the smallest break  [JAH-AT86S-0003]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when a challenger breaks an oath, the Whittler carves it down to the smallest splinter that still breaks it. From the breaking challenger…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Storm-Throwing  [JAH-AT86S-0004]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Storm-Throwing hurls wild, twisted weather at archive programs — malformed scrolls, truncated seals — to find where they leak. The storm-…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Seed-Storm evolving  [JAH-AT86S-0005]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Seed-Storm breeds storms — each generation's wildest seeds are warped again, and seeds that strike new ground join the breeding stock…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test harness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Test Marshal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testing frameworks: oath-trials and storm-throwing.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https://justinahiggins614-cmyk.github.io/jah-databases/db/archive-tool-program-test-harness-signature/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https://justinahiggins614-cmyk.github.io/jah-databases-data-1/data/archive-tool-program-test-harness-signature/index.jsonl.gz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
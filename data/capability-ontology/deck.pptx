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apability-ontology/" TargetMode="External"/><Relationship Id="rId3" Type="http://schemas.openxmlformats.org/officeDocument/2006/relationships/hyperlink" Target="https://justinahiggins614-cmyk.github.io/jah-databases-data-1/data/capability-ontolog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Database Capability Ontology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Formal capability definitions that let the network reason about what tools can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Database Capability Ontology Database holds 20 capability definitions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Formal capability definitions that let the network reason about what tools can do.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Curated from public documentation of established engineering practice; verified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Web Search Capability  [JAH-CAPABI-000001]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capability to query a web search index and return ranked results with snippets. Defined formally, the network can decide when searching beats answering from memory. Teaching ladder: rank 1 —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File Read Capability  [JAH-CAPABI-000002]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capability to read a file's bytes from storage and return its content. Formal preconditions - path exists, permissions allow - let planners check feasibility before acting. Teaching ladder: rank…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Code Execution Capability  [JAH-CAPABI-000003]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capability to run code in a sandbox and capture its output and side effects. The ontology records the sandbox limits, so planners never assume more power than exists. Teaching ladder: rank 1 —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Text Generation Capability  [JAH-CAPABI-000004]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capability to produce fluent text following instructions, with stated limits. Recording the limits - no guaranteed factuality - keeps the capability honest in plans. Teaching ladder: rank 1 —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Fact Verification Capability  [JAH-CAPABI-000005]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capability to check a claim against trusted sources and return a verdict with evidence. Verification is its own capability, distinct from generation, with its own reliability profile. Teaching la…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capability definition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JAH-CAPABI-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Ontology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Formal capability definitions that let the network reason about what tools can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https://justinahiggins614-cmyk.github.io/jah-databases/db/capability-ontology/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https://justinahiggins614-cmyk.github.io/jah-databases-data-1/data/capability-ontology/index.jsonl.gz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
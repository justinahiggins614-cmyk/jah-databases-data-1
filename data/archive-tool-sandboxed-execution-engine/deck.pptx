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sandboxed-execution-engine/" TargetMode="External"/><Relationship Id="rId3" Type="http://schemas.openxmlformats.org/officeDocument/2006/relationships/hyperlink" Target="https://justinahiggins614-cmyk.github.io/jah-databases-data-1/data/archive-tool-sandboxed-execution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Sandboxed Execution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Runs untrusted code safely: isolation jails, resource limits, syscall filters, I/O control, reproducibility.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Sandboxed Execution Engine Database holds 15 sandboxed execution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Runs untrusted code safely: isolation jails, resource limits, syscall filters, I/O control, reproducibility.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established computer-science methods documented in standard literature and practice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Subprocess jail for untrusted code  [JAH-AT85-0001]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subprocess jail runs untrusted archive code in a child process with no shell, a scrubbed environment, and captured I/O. The engine spawns the code via subprocess with shell=False, a minimal env,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Filesystem jail with temp working directory  [JAH-AT85-0002]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filesystem jail confines untrusted code to a fresh temporary directory so it cannot read or write the host's files. The engine creates an empty temp dir, sets it as the child's working directory,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Privilege dropping for sandboxed workers  [JAH-AT85-0003]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Privilege dropping sheds dangerous capabilities from the sandbox worker before untrusted code runs. On POSIX the engine can setuid to a 'nobody' user, clear supplementary groups, and apply a restrict…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CPU time limits with watchdog timeout  [JAH-AT85-0004]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CPU time limits kill sandboxed programs that run too long, enforced by a watchdog the untrusted code cannot disable. The engine runs the child with a hard timeout; on expiry it terminates, then kills…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Memory caps for sandboxed processes  [JAH-AT85-0005]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Memory caps bound how much RAM a sandboxed program may allocate, enforced by the OS so the program cannot negotiate. The engine sets RLIMIT_AS / RLIMIT_DATA via the resource module (or cgroup limits…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sandboxed execution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JAH-AT85-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Sandbox Warden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Runs untrusted code safely: isolation jails, resource limits, syscall filters, I/O control, reproducibility.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https://justinahiggins614-cmyk.github.io/jah-databases/db/archive-tool-sandboxed-execution-engine/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https://justinahiggins614-cmyk.github.io/jah-databases-data-1/data/archive-tool-sandboxed-execution-engine/index.jsonl.gz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
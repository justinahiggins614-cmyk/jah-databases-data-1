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documentation-generator/" TargetMode="External"/><Relationship Id="rId3" Type="http://schemas.openxmlformats.org/officeDocument/2006/relationships/hyperlink" Target="https://justinahiggins614-cmyk.github.io/jah-databases-data-1/data/archive-toolkit-automatic-documentation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Documentation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Documentation Generator Database holds 15 documentation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Documentation Generation: Schema Intake (Foundation)  [JAH-ATK296-00001]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Documentation Generation: Schema Intake (Operation)  [JAH-ATK296-00002]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Documentation Generation: Schema Intake (Mastery)  [JAH-ATK296-00003]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Documentation Generation: Field Documentation (Foundation)  [JAH-ATK296-00004]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Documentation Generation: Field Documentation (Operation)  [JAH-ATK296-00005]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documentation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Doc Scribe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Documents database schemas, APIs, tools, dependencies, and operational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https://justinahiggins614-cmyk.github.io/jah-databases/db/archive-toolkit-automatic-documentation-generator/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https://justinahiggins614-cmyk.github.io/jah-databases-data-1/data/archive-toolkit-automatic-documentation-generator/index.jsonl.gz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
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hyperlink" Target="https://justinahiggins614-cmyk.github.io/jah-databases/db/autonomous-network-topology-optimization/" TargetMode="External"/><Relationship Id="rId3" Type="http://schemas.openxmlformats.org/officeDocument/2006/relationships/hyperlink" Target="https://justinahiggins614-cmyk.github.io/jah-databases-data-1/data/autonomous-network-topology-optimization/index.jsonl.gz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640080"/>
            <a:ext cx="768096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4000" b="1">
                <a:solidFill>
                  <a:srgbClr val="FFFFFF"/>
                </a:solidFill>
                <a:latin typeface="Calibri"/>
              </a:rPr>
              <a:t>Autonomous Network Topology Optimization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914400" y="27432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2200" b="0">
                <a:solidFill>
                  <a:srgbClr val="D5DBDB"/>
                </a:solidFill>
                <a:latin typeface="Calibri"/>
              </a:rPr>
              <a:t>Networks that design and repair themselves: discovery, shortest paths, traffic engineering, and failure rerouting.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291840" y="4297680"/>
            <a:ext cx="256032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 b="1">
                <a:solidFill>
                  <a:srgbClr val="2E86C1"/>
                </a:solidFill>
                <a:latin typeface="Calibri"/>
              </a:rPr>
              <a:t>PUBLIC EDITION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31520" y="53949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4A537"/>
                </a:solidFill>
                <a:latin typeface="Calibri"/>
              </a:rPr>
              <a:t>Property of Justin Addam Higgins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About this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1800" b="0">
                <a:solidFill>
                  <a:srgbClr val="FFFFFF"/>
                </a:solidFill>
                <a:latin typeface="Calibri"/>
              </a:rPr>
              <a:t>The Autonomous Network Topology Optimization Database holds 15 topology plans — the full, fully-formed file for every record, not descriptions alone.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Networks that design and repair themselves: discovery, shortest paths, traffic engineering, and failure rerouting.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Provenance: Public technical knowledge compiled from standard references and documentation; verified 2026-10-21.</a:t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/>
            </a:r>
          </a:p>
          <a:p>
            <a:pPr algn="l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Browse cards show image + title + description; one click opens the complete record.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Record highlights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5029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1. Link-State Discovery  [JAH-ANTO-000001]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Each router floods its local link states so every node independently builds the same complete topology map. Link-state discovery converges fast and loop-free, which is why large autonomous networks r…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2. Shortest-Path Computation  [JAH-ANTO-000002]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Runs Dijkstra over the discovered topology to find minimum-cost paths to every destination. Shortest-path-first routing adapts to link changes automatically: when costs update, paths recompute.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3. Traffic Engineering  [JAH-ANTO-000003]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Steers flows across the topology to balance load, keeping any single link from saturating while others sit idle. Good traffic engineering squeezes more usable capacity from the same hardware.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4. Failure Rerouting  [JAH-ANTO-000004]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Detects dead links in milliseconds with hello timeouts and reroutes around them before users notice. Fast reroute precomputes backup paths, so recovery is a local switch rather than a network-wide re…</a:t>
            </a:r>
          </a:p>
          <a:p>
            <a:pPr algn="l">
              <a:spcAft>
                <a:spcPts val="200"/>
              </a:spcAft>
            </a:pPr>
            <a:r>
              <a:rPr sz="1700" b="1">
                <a:solidFill>
                  <a:srgbClr val="FFFFFF"/>
                </a:solidFill>
                <a:latin typeface="Calibri"/>
              </a:rPr>
              <a:t>5. Capacity Planning  [JAH-ANTO-000005]</a:t>
            </a:r>
          </a:p>
          <a:p>
            <a:pPr algn="l">
              <a:spcAft>
                <a:spcPts val="1000"/>
              </a:spcAft>
            </a:pPr>
            <a:r>
              <a:rPr sz="1400" b="0">
                <a:solidFill>
                  <a:srgbClr val="D5DBDB"/>
                </a:solidFill>
                <a:latin typeface="Calibri"/>
              </a:rPr>
              <a:t>   Forecasts traffic growth against topology headroom to schedule upgrades before links saturate. Planning turns capacity from emergency purchases into budgeted, orderly expansion.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36576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By the numbers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280160"/>
            <a:ext cx="7680960" cy="45720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Records:  15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Record kind:  topology plan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ID prefix:  JAH-ANTO-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March to a million:  15 / 1,000,000 — in progress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AI librarian:  Topology Librarian</a:t>
            </a:r>
          </a:p>
          <a:p>
            <a:pPr algn="l">
              <a:spcAft>
                <a:spcPts val="1000"/>
              </a:spcAft>
            </a:pPr>
            <a:r>
              <a:rPr sz="2000" b="0">
                <a:solidFill>
                  <a:srgbClr val="FFFFFF"/>
                </a:solidFill>
                <a:latin typeface="Calibri"/>
              </a:rPr>
              <a:t>Edition:  Public Edition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9144000" cy="6858000"/>
          </a:xfrm>
          <a:prstGeom prst="rect">
            <a:avLst/>
          </a:prstGeom>
          <a:solidFill>
            <a:srgbClr val="121E33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548640"/>
            <a:ext cx="768096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3200" b="1">
                <a:solidFill>
                  <a:srgbClr val="2E86C1"/>
                </a:solidFill>
                <a:latin typeface="Calibri"/>
              </a:rPr>
              <a:t>Open the database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31520" y="1554480"/>
            <a:ext cx="768096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spcAft>
                <a:spcPts val="600"/>
              </a:spcAft>
            </a:pPr>
            <a:r>
              <a:rPr sz="1800" b="0">
                <a:solidFill>
                  <a:srgbClr val="D5DBDB"/>
                </a:solidFill>
                <a:latin typeface="Calibri"/>
              </a:rPr>
              <a:t>Networks that design and repair themselves: discovery, shortest paths, traffic engineering, and failure rerouting.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914400" y="292608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2"/>
              </a:rPr>
              <a:t>Live database page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2"/>
              </a:rPr>
              <a:t>https://justinahiggins614-cmyk.github.io/jah-databases/db/autonomous-network-topology-optimization/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4572000"/>
            <a:ext cx="73152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600">
                <a:solidFill>
                  <a:srgbClr val="D4A537"/>
                </a:solidFill>
                <a:latin typeface="Calibri"/>
                <a:hlinkClick r:id="rId3"/>
              </a:rPr>
              <a:t>Machine-readable data index</a:t>
            </a:r>
          </a:p>
          <a:p>
            <a:pPr algn="ctr"/>
            <a:r>
              <a:rPr sz="1200">
                <a:solidFill>
                  <a:srgbClr val="7F8C8D"/>
                </a:solidFill>
                <a:latin typeface="Calibri"/>
                <a:hlinkClick r:id="rId3"/>
              </a:rPr>
              <a:t>https://justinahiggins614-cmyk.github.io/jah-databases-data-1/data/autonomous-network-topology-optimization/index.jsonl.gz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
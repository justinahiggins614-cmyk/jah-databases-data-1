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assive-index-partitioning-engine/" TargetMode="External"/><Relationship Id="rId3" Type="http://schemas.openxmlformats.org/officeDocument/2006/relationships/hyperlink" Target="https://justinahiggins614-cmyk.github.io/jah-databases-data-1/data/archive-tool-massive-index-partitioning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Massive Index Partitioning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Divides indexes into manageable partitions without losing global search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Massive Index Partitioning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indexes into manageable partitions without losing global search capability.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Range Partitioning — Core Method  [JAH-AT31-000001]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Range partitioning splits an index by key intervals — A–F, G–M, and so on — so each partition holds a contiguous slice of the key space. Lookups for a specific key go straight to the owning partition…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Range Partitioning — Compounded Pattern  [JAH-AT31-000002]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Range partitioning splits an index by key intervals — A–F, G–M, and so on — so each partition holds a contiguous slice of the key space. Lookups for a specific key go straight to the owning partition…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Range Partitioning — Full-System Integration  [JAH-AT31-000003]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Range partitioning splits an index by key intervals — A–F, G–M, and so on — so each partition holds a contiguous slice of the key space. Lookups for a specific key go straight to the owning partition…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Hash Partitioning — Core Method  [JAH-AT31-000004]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 partitioning spreads keys uniformly by hashing the key and taking the remainder modulo the partition count, which eliminates skew no matter how the data clusters. The price is locality: range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Hash Partitioning — Compounded Pattern  [JAH-AT31-000005]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 partitioning spreads keys uniformly by hashing the key and taking the remainder modulo the partition count, which eliminates skew no matter how the data clusters. The price is locality: range qu…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Partitioning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indexes into manageable partitions without losing global search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https://justinahiggins614-cmyk.github.io/jah-databases/db/archive-tool-massive-index-partitioning-engine/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https://justinahiggins614-cmyk.github.io/jah-databases-data-1/data/archive-tool-massive-index-partitioning-engine/index.jsonl.gz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
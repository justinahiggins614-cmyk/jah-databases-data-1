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rchive-recovery-and-redundancy-manager/" TargetMode="External"/><Relationship Id="rId3" Type="http://schemas.openxmlformats.org/officeDocument/2006/relationships/hyperlink" Target="https://justinahiggins614-cmyk.github.io/jah-databases-data-1/data/archive-tool-archive-recovery-and-redundancy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Archive Recovery and Redundancy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Detects unavailable resources and supports restoration from verified backups or replicas. This manager detects unavailable archive resources and restores them from verified replicas; infrastructure disaster-recovery pro…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Archive Recovery and Redundancy Manager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unavailable resources and supports restoration from verified backups or replicas. This manager detects unavailable archive resources and restores them from verified replicas; infrastructure disaster-recovery procedures are the ai-build-disaster-recovery-planner database's subject.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(Archive Recovery and Redundancy Manager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Availability probing of archive resources (foundational)  [JAH-AT99-000001]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archive resource, chunk file, index, and registry, is probed on a schedule: fetch a byte range and confirm it parses. Probing tests actual retrievability, not just the presence of a directory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Availability probing of archive resources (compounded)  [JAH-AT99-000002]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archive resource, chunk file, index, and registry, is probed on a schedule: fetch a byte range and confirm it parses. Probing tests actual retrievability, not just the presence of a directory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Availability probing of archive resources (production)  [JAH-AT99-000003]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archive resource, chunk file, index, and registry, is probed on a schedule: fetch a byte range and confirm it parses. Probing tests actual retrievability, not just the presence of a directory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Replica inventory with freshness stamps (foundational)  [JAH-AT99-000004]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manager keeps an inventory of every replica: location, which resources it mirrors, and the freshness stamp of its last verified sync. The inventory is checked before any restore so recovery never…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Replica inventory with freshness stamps (compounded)  [JAH-AT99-000005]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manager keeps an inventory of every replica: location, which resources it mirrors, and the freshness stamp of its last verified sync. The inventory is checked before any restore so recovery never…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Recovery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unavailable resources and supports restoration from verified backups or replicas. This manager detects unavailable archive resources and restores them from verified replicas; infrastructure disaster-recovery pro…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https://justinahiggins614-cmyk.github.io/jah-databases/db/archive-tool-archive-recovery-and-redundancy-manager/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https://justinahiggins614-cmyk.github.io/jah-databases-data-1/data/archive-tool-archive-recovery-and-redundancy-manager/index.jsonl.gz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
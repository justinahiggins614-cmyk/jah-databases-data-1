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oss-semantic-translation/" TargetMode="External"/><Relationship Id="rId3" Type="http://schemas.openxmlformats.org/officeDocument/2006/relationships/hyperlink" Target="https://justinahiggins614-cmyk.github.io/jah-databases-data-1/data/cross-semantic-transl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Cross-Database Semantic Translation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Mappings that translate one database's fields into another's meaning.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Cross-Database Semantic Translation Database holds 20 semantic mappings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Mappings that translate one database's fields into another's meaning.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Curated from public documentation of established engineering practice; verified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Celsius to Fahrenheit Mapping  [JAH-CROSSS2-000001]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temperature field in Celsius maps to Fahrenheit with the standard linear formula. Unit mappings carry their formula and precision, so translations are exact and auditable. Teaching ladder: rank 1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Field Rename Mapping  [JAH-CROSSS2-000002]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field renamed between schema versions maps old name to new name one-to-one. Rename maps preserve history: old records remain readable under the new schema. Teaching ladder: rank 1 — the concept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Taxonomy Level Alignment  [JAH-CROSSS2-000003]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coarse category in one database aligns to fine categories in another via a mapping table. Alignment tables are versioned, because taxonomies drift and mappings must drift with them. Teaching ladder…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Synonym Resolution Mapping  [JAH-CROSSS2-000004]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Different words for the same concept - 'client' and 'customer' - map to one canonical term. The synonym dictionary is curated, because automatic synonyms introduce false friends. Teaching ladder: ran…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Unix Timestamp to ISO Date  [JAH-CROSSS2-000005]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integer Unix timestamp maps to an ISO 8601 date string with explicit timezone. Timezone handling is the entire difficulty; the rule names the zone rather than assuming it. Teaching ladder: rank 1…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semantic mapping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JAH-CROSSS2-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Translation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Mappings that translate one database's fields into another's meaning.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https://justinahiggins614-cmyk.github.io/jah-databases/db/cross-semantic-translation/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https://justinahiggins614-cmyk.github.io/jah-databases-data-1/data/cross-semantic-translation/index.jsonl.gz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
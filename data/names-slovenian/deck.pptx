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lovenian/" TargetMode="External"/><Relationship Id="rId3" Type="http://schemas.openxmlformats.org/officeDocument/2006/relationships/hyperlink" Target="https://justinahiggins614-cmyk.github.io/jah-databases-data-1/data/names-sloven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Slovenian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Slovenian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Slovenian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Slovenian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Janez — Slovenian given name  [JAH-NMS14-000001]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Janez is a masculine given name in Slovenian. It means "God is gracious", from Hebrew Yohanan. The most Slovenian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Marija — Slovenian given name  [JAH-NMS14-000002]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Marija is a feminine given name in Slovenian. Of Hebrew, via Christianity origin. The most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Franc — Slovenian given name  [JAH-NMS14-000003]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Franc is a masculine given name in Slovenian. It means "free, Frenchman", from Germanic. The name of Slovenia's great poet, France Preseren.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Ana — Slovenian given name  [JAH-NMS14-000004]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 is a feminine given name in Slovenian. It means "grace", from Hebrew Hannah.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Marko — Slovenian given name  [JAH-NMS14-000005]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Marko is a masculine given name in Slovenian. It means "of Mars, warlike", from Latin Marcus. A classic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JAH-NMS14-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Slovenian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Slovenian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https://justinahiggins614-cmyk.github.io/jah-databases/db/names-slovenian/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https://justinahiggins614-cmyk.github.io/jah-databases-data-1/data/names-slovenian/index.jsonl.gz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
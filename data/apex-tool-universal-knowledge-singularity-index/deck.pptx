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knowledge-singularity-index/" TargetMode="External"/><Relationship Id="rId3" Type="http://schemas.openxmlformats.org/officeDocument/2006/relationships/hyperlink" Target="https://justinahiggins614-cmyk.github.io/jah-databases-data-1/data/apex-tool-universal-knowledge-singularity-index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Knowledge Singularity Index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unified discovery layer over many specialized indexes — without requiring all the information to live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Knowledge Singularity Index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unified discovery layer over many specialized indexes — without requiring all the information to live in one place.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metasearch architectures; SPARQL 1.1 federated query (SERVICE); library union catalogs (WorldCat); schema.org / DCAT discovery.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Singularity Index is  [JAH-APX4-000001]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does not hold the world's information; it holds a map of where the world's information is indexed. A question arrives once, the singularity layer consults its map of indexes, translates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Index coverage map data model  [JAH-APX4-000002]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index is described by a coverage map: subject areas, time ranges, languages, record counts, update cadence, query capabilities, and access terms. The map is measured by probing, not copied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Index selection algorithm  [JAH-APX4-000003]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a question, the planner picks which indexes to ask. It scores each index on topical overlap, expected freshness, query-language fit, and historical answer quality for similar questions. Asking…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Cross-index query translation algorithm  [JAH-APX4-000004]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index speaks its own query language. Translators convert the unified query — concepts, filters, sort, limits — into each index's native form without losing meaning, and convert answers back 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Unified discovery interface specification  [JAH-APX4-000005]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search box for all indexes: the caller sends a question with optional filters and gets merged, ranked, deduplicated answers with per-answer provenance naming the source index. Pagination works ac…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Knowledge Singularity Index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unified discovery layer over many specialized indexes — without requiring all the information to live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https://justinahiggins614-cmyk.github.io/jah-databases/db/apex-tool-universal-knowledge-singularity-index/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https://justinahiggins614-cmyk.github.io/jah-databases-data-1/data/apex-tool-universal-knowledge-singularity-index/index.jsonl.gz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
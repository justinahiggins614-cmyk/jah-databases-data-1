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pex-tool-universal-data-lineage-explorer/" TargetMode="External"/><Relationship Id="rId3" Type="http://schemas.openxmlformats.org/officeDocument/2006/relationships/hyperlink" Target="https://justinahiggins614-cmyk.github.io/jah-databases-data-1/data/apex-tool-universal-data-lineage-explore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Universal Data Lineage Explorer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Traces information through every recorded transformation, derivation, combination, and reuse — the full biography of every fact.</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Universal Data Lineage Explorer Database holds 15 apex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Traces information through every recorded transformation, derivation, combination, and reuse — the full biography of every fact.</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Public-record survey compiled 2026-10-21 from: OpenLineage standard; Marquez lineage service; Apache Atlas lineage; W3C PROV-DM. Fact-checked against public sources.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What the Lineage Explorer is  [JAH-APX18-000001]</a:t>
            </a:r>
          </a:p>
          <a:p>
            <a:pPr algn="l">
              <a:spcAft>
                <a:spcPts val="1000"/>
              </a:spcAft>
            </a:pPr>
            <a:r>
              <a:rPr sz="1400" b="0">
                <a:solidFill>
                  <a:srgbClr val="D5DBDB"/>
                </a:solidFill>
                <a:latin typeface="Calibri"/>
              </a:rPr>
              <a:t>   The explorer answers 'where did this come from and what happened to it' for any data artifact: the sources, the transformations, the combinations, the reuses. It renders the full biography as a navig…</a:t>
            </a:r>
          </a:p>
          <a:p>
            <a:pPr algn="l">
              <a:spcAft>
                <a:spcPts val="200"/>
              </a:spcAft>
            </a:pPr>
            <a:r>
              <a:rPr sz="1700" b="1">
                <a:solidFill>
                  <a:srgbClr val="FFFFFF"/>
                </a:solidFill>
                <a:latin typeface="Calibri"/>
              </a:rPr>
              <a:t>2. Lineage event data model  [JAH-APX18-000002]</a:t>
            </a:r>
          </a:p>
          <a:p>
            <a:pPr algn="l">
              <a:spcAft>
                <a:spcPts val="1000"/>
              </a:spcAft>
            </a:pPr>
            <a:r>
              <a:rPr sz="1400" b="0">
                <a:solidFill>
                  <a:srgbClr val="D5DBDB"/>
                </a:solidFill>
                <a:latin typeface="Calibri"/>
              </a:rPr>
              <a:t>   Every transformation is an event record: inputs with identities, the operation with its code version and parameters, outputs with identities, the actor, and the timestamp. Events chain into biographi…</a:t>
            </a:r>
          </a:p>
          <a:p>
            <a:pPr algn="l">
              <a:spcAft>
                <a:spcPts val="200"/>
              </a:spcAft>
            </a:pPr>
            <a:r>
              <a:rPr sz="1700" b="1">
                <a:solidFill>
                  <a:srgbClr val="FFFFFF"/>
                </a:solidFill>
                <a:latin typeface="Calibri"/>
              </a:rPr>
              <a:t>3. Lineage capture algorithm  [JAH-APX18-000003]</a:t>
            </a:r>
          </a:p>
          <a:p>
            <a:pPr algn="l">
              <a:spcAft>
                <a:spcPts val="1000"/>
              </a:spcAft>
            </a:pPr>
            <a:r>
              <a:rPr sz="1400" b="0">
                <a:solidFill>
                  <a:srgbClr val="D5DBDB"/>
                </a:solidFill>
                <a:latin typeface="Calibri"/>
              </a:rPr>
              <a:t>   Capture instruments pipelines automatically: wrapping transforms to emit events, fingerprinting inputs and outputs, and recording code versions. Manual steps get structured log forms. The goal is zer…</a:t>
            </a:r>
          </a:p>
          <a:p>
            <a:pPr algn="l">
              <a:spcAft>
                <a:spcPts val="200"/>
              </a:spcAft>
            </a:pPr>
            <a:r>
              <a:rPr sz="1700" b="1">
                <a:solidFill>
                  <a:srgbClr val="FFFFFF"/>
                </a:solidFill>
                <a:latin typeface="Calibri"/>
              </a:rPr>
              <a:t>4. Biography assembly algorithm  [JAH-APX18-000004]</a:t>
            </a:r>
          </a:p>
          <a:p>
            <a:pPr algn="l">
              <a:spcAft>
                <a:spcPts val="1000"/>
              </a:spcAft>
            </a:pPr>
            <a:r>
              <a:rPr sz="1400" b="0">
                <a:solidFill>
                  <a:srgbClr val="D5DBDB"/>
                </a:solidFill>
                <a:latin typeface="Calibri"/>
              </a:rPr>
              <a:t>   Given any artifact, the assembler walks backward to raw sources and forward to all reuses, building the complete biography graph. It handles merges (many inputs, one output), splits, and cycles from…</a:t>
            </a:r>
          </a:p>
          <a:p>
            <a:pPr algn="l">
              <a:spcAft>
                <a:spcPts val="200"/>
              </a:spcAft>
            </a:pPr>
            <a:r>
              <a:rPr sz="1700" b="1">
                <a:solidFill>
                  <a:srgbClr val="FFFFFF"/>
                </a:solidFill>
                <a:latin typeface="Calibri"/>
              </a:rPr>
              <a:t>5. Lineage query interface specification  [JAH-APX18-000005]</a:t>
            </a:r>
          </a:p>
          <a:p>
            <a:pPr algn="l">
              <a:spcAft>
                <a:spcPts val="1000"/>
              </a:spcAft>
            </a:pPr>
            <a:r>
              <a:rPr sz="1400" b="0">
                <a:solidFill>
                  <a:srgbClr val="D5DBDB"/>
                </a:solidFill>
                <a:latin typeface="Calibri"/>
              </a:rPr>
              <a:t>   Callers ask 'show me the lineage of X', 'what used dataset D', or 'what changed between these two versions'. Responses include the biography graph, completeness grade, and every event with its operat…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apex tool</a:t>
            </a:r>
          </a:p>
          <a:p>
            <a:pPr algn="l">
              <a:spcAft>
                <a:spcPts val="1000"/>
              </a:spcAft>
            </a:pPr>
            <a:r>
              <a:rPr sz="2000" b="0">
                <a:solidFill>
                  <a:srgbClr val="FFFFFF"/>
                </a:solidFill>
                <a:latin typeface="Calibri"/>
              </a:rPr>
              <a:t>ID prefix:  JAH-APX18-</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Universal Data Lineage Explorer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Traces information through every recorded transformation, derivation, combination, and reuse — the full biography of every fact.</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https://justinahiggins614-cmyk.github.io/jah-databases/db/apex-tool-universal-data-lineage-explorer/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https://justinahiggins614-cmyk.github.io/jah-databases-data-1/data/apex-tool-universal-data-lineage-explorer/index.jsonl.gz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
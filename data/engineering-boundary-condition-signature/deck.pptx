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boundary-condition-signature/" TargetMode="External"/><Relationship Id="rId3" Type="http://schemas.openxmlformats.org/officeDocument/2006/relationships/hyperlink" Target="https://justinahiggins614-cmyk.github.io/jah-databases-data-1/data/engineering-boundary-cond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Engineering Boundary Condition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boundary-condition methods — original techniques for edges that define the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Engineering Boundary Condition Database holds 20 signature boundary condition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boundary-condition methods — original techniques for edges that define the physics.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value-first boundaries  [JAH-EBC-S-000001]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simulation practice: prescribe values where they are known; never guess them.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flux-thinking  [JAH-EBC-S-000002]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physics habit: think in fluxes at insulated and loaded boundaries.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mixed-when-real  [JAH-EBC-S-000003]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modeling practice: use Robin where physics mixes value and flux.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tile-the-periodic  [JAH-EBC-S-000004]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CFD practice: periodic domains tile; verify pitch independence.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halve-with-symmetry  [JAH-EBC-S-000005]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efficiency practice: halve symmetric domains, always verify symmetry.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boundary condition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JAH-EBC-S-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Boundary Condition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boundary-condition methods — original techniques for edges that define the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https://justinahiggins614-cmyk.github.io/jah-databases/db/engineering-boundary-condition-signature/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https://justinahiggins614-cmyk.github.io/jah-databases-data-1/data/engineering-boundary-condition-signature/index.jsonl.gz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
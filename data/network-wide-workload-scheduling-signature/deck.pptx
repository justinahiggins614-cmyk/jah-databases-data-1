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twork-wide-workload-scheduling-signature/" TargetMode="External"/><Relationship Id="rId3" Type="http://schemas.openxmlformats.org/officeDocument/2006/relationships/hyperlink" Target="https://justinahiggins614-cmyk.github.io/jah-databases-data-1/data/network-wide-workload-schedul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Network-Wide Workload Scheduling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scheduling policies for workloads across a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Network-Wide Workload Scheduling Database holds 20 scheduling policys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scheduling policies for workloads across a network.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Bin Packing  [JAH-NWW-S-000001]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Packs tasks onto the fewest nodes that fit, maximizing utilization. Recorded facts — Policy: Bin Packing; Objective: density; Mechanism: first-fit. Used by cluster managers, edge…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Priority Queue  [JAH-NWW-S-000002]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Always runs the highest-priority ready task first. Recorded facts — Policy: Priority Queue; Objective: urgency; Mechanism: priority heap. Used by cluster managers, edge orchestrat…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Fair-share  [JAH-NWW-S-000003]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Divides capacity by weighted shares so tenants get their due. Recorded facts — Policy: Fair-share; Objective: fairness; Mechanism: weighted queues. Used by cluster managers, edge…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Deadline-driven (EDF)  [JAH-NWW-S-000004]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Schedules by earliest deadline first for real-time guarantees. Recorded facts — Policy: Deadline-driven (EDF); Objective: deadlines; Mechanism: EDF order. Used by cluster managers…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Shortest-job-first  [JAH-NWW-S-000005]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Runs quick tasks first to minimize average wait. Recorded facts — Policy: Shortest-job-first; Objective: responsiveness; Mechanism: SJF. Used by cluster managers, edge orchestrato…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scheduling policy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JAH-NWW-S-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Network-Wide Workload Scheduling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scheduling policies for workloads across a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https://justinahiggins614-cmyk.github.io/jah-databases/db/network-wide-workload-scheduling-signature/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https://justinahiggins614-cmyk.github.io/jah-databases-data-1/data/network-wide-workload-scheduling-signature/index.jsonl.gz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
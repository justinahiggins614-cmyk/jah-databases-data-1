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multiversal-database-federation/" TargetMode="External"/><Relationship Id="rId3" Type="http://schemas.openxmlformats.org/officeDocument/2006/relationships/hyperlink" Target="https://justinahiggins614-cmyk.github.io/jah-databases-data-1/data/apex-tool-multiversal-database-fede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Multiversal Database Federation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independently operated databases through compatible schemas, permissions, and query interfaces — no central owner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Multiversal Database Federation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independently operated databases through compatible schemas, permissions, and query interfaces — no central owner required.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Trino/Presto federated SQL; Apache Drill schema-free query; SPARQL 1.1 federation; data mesh (decentralized ownership).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Database Federation is  [JAH-APX6-000001]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federation lets many independently run databases answer queries as one, without any of them surrendering control. A query arrives at the federation layer, which plans it across member databases,…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Federation compact data model  [JAH-APX6-000002]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compact is the federation's constitution in machine-readable form: schema compatibility promises, permission reciprocity rules, query cost accounting, data freshness commitments, and exit terms.…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Cross-database query planning algorithm  [JAH-APX6-000003]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planner breaks a federated query into per-member subqueries, decides join order across databases, and pushes filters down to members to minimize data movement. It uses each member's published sta…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Schema mediation algorithm  [JAH-APX6-000004]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Members describe the same things differently — one table's 'title' is another's 'name'. Mediation maps member schemas to the federation's shared model with explicit, tested mappings, and flags unmapp…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Federated query interface specification  [JAH-APX6-000005]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write one query against the shared model and get combined answers with per-row member provenance. The interface supports filters, joins across members, aggregation, and pagination over the co…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Multiversal Database Federation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independently operated databases through compatible schemas, permissions, and query interfaces — no central owner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https://justinahiggins614-cmyk.github.io/jah-databases/db/apex-tool-multiversal-database-federation/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https://justinahiggins614-cmyk.github.io/jah-databases-data-1/data/apex-tool-multiversal-database-federation/index.jsonl.gz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
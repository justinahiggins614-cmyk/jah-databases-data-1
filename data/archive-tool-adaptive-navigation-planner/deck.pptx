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daptive-navigation-planner/" TargetMode="External"/><Relationship Id="rId3" Type="http://schemas.openxmlformats.org/officeDocument/2006/relationships/hyperlink" Target="https://justinahiggins614-cmyk.github.io/jah-databases-data-1/data/archive-tool-adaptive-navigation-pl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Adaptive Navigation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the most efficient route through a complicated archive based on the user's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Adaptive Navigation Planner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most efficient route through a complicated archive based on the user's objective.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Cost-Model Scoring — Core Method  [JAH-AT20-000001]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possible route through the archive gets a cost: expected latency times hop count, plus compute, plus API fees, minus the expected information gain. The planner scores candidate routes with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Cost-Model Scoring — Compounded Pattern  [JAH-AT20-000002]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possible route through the archive gets a cost: expected latency times hop count, plus compute, plus API fees, minus the expected information gain. The planner scores candidate routes with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Cost-Model Scoring — Full-System Integration  [JAH-AT20-000003]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possible route through the archive gets a cost: expected latency times hop count, plus compute, plus API fees, minus the expected information gain. The planner scores candidate routes with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A-Star Route Search — Core Method  [JAH-AT20-000004]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the archive is a graph of locations with known traversal costs, A* finds the optimal route: it expands the most promising frontier node, guided by the sum of cost-so-far and a heuristic estimate…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A-Star Route Search — Compounded Pattern  [JAH-AT20-000005]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the archive is a graph of locations with known traversal costs, A* finds the optimal route: it expands the most promising frontier node, guided by the sum of cost-so-far and a heuristic estimate…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Navigation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most efficient route through a complicated archive based on the user's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https://justinahiggins614-cmyk.github.io/jah-databases/db/archive-tool-adaptive-navigation-planner/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https://justinahiggins614-cmyk.github.io/jah-databases-data-1/data/archive-tool-adaptive-navigation-planner/index.jsonl.gz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
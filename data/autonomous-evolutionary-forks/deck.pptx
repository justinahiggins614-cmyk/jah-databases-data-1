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evolutionary-forks/" TargetMode="External"/><Relationship Id="rId3" Type="http://schemas.openxmlformats.org/officeDocument/2006/relationships/hyperlink" Target="https://justinahiggins614-cmyk.github.io/jah-databases-data-1/data/autonomous-evolutionary-fork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Evolutionary Forks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Forks itself to evolve — autonomous copies that mutate, compete, and keep the winners.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Evolutionary Forks Database holds 15 evolution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Forks itself to evolve — autonomous copies that mutate, compete, and keep the winners.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Autonomous Forking  [JAH-AEF-000001]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Autonomous Forking is a evolution ability in the Autonomous Evolutionary Forks database. Forks the running system into an isolated copy on its own decision. Forks trigger on schedule or stagnation;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Mutation Operators  [JAH-AEF-000002]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Mutation Operators is a evolution ability in the Autonomous Evolutionary Forks database. Mutates forks with small random changes to parameters and structure. Operators tweak numbers, swap modules,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Fitness Functions  [JAH-AEF-000003]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Fitness Functions is a evolution ability in the Autonomous Evolutionary Forks database. Scores each fork by a declared fitness function. Fitness measures the goal — speed, accuracy, efficiency — on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Tournament Selection  [JAH-AEF-000004]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Tournament Selection is a evolution ability in the Autonomous Evolutionary Forks database. Keeps winners through tournaments between forks. Forks compete pairwise on fitness; losers are retired and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Elitism  [JAH-AEF-000005]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Elitism is a evolution ability in the Autonomous Evolutionary Forks database. Always keeps the best fork ever seen. The all-time best is preserved untouched while the rest evolve. It takes history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evolution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JAH-AEF-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Autonomous Evolutionary Fork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Forks itself to evolve — autonomous copies that mutate, compete, and keep the winners.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https://justinahiggins614-cmyk.github.io/jah-databases/db/autonomous-evolutionary-forks/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https://justinahiggins614-cmyk.github.io/jah-databases-data-1/data/autonomous-evolutionary-forks/index.jsonl.gz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
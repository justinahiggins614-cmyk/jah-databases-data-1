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universal-local-ai-builder/" TargetMode="External"/><Relationship Id="rId3" Type="http://schemas.openxmlformats.org/officeDocument/2006/relationships/hyperlink" Target="https://justinahiggins614-cmyk.github.io/jah-databases-data-1/data/apex-tool-universal-local-ai-build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Universal Local AI Builder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Assembles supported local AI runtimes, models, retrieval components, memory, and tools into a deployable system.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Universal Local AI Builder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Assembles supported local AI runtimes, models, retrieval components, memory, and tools into a deployable system.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knowledge: standard engineering practice documented in open technical literature; facts cross-checked against the executed demo program. Compiled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Hardware Capability Probe  [JAH-APX56-000001]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Detects CPU, GPU, RAM, and accelerator presence so the builder assembles a system the machine can actually run.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Model Catalog Browser  [JAH-APX56-000002]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Lists available models with size, quality, license, and hardware needs, so selection starts from facts.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Constraint-Based Model Picker  [JAH-APX56-000003]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Picks the best model that fits the machine's RAM, latency budget, and license constraints — no wishful thinking.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Runtime Bundle Assembler  [JAH-APX56-000004]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Packages the chosen model with its runtime, tokenizer, and configs into one installable bundle.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Quantization Stage  [JAH-APX56-000005]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Shrinks the model with quantization to fit smaller machines, measuring the quality cost before committing.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JAH-APX56-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Universal Local AI Builder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Assembles supported local AI runtimes, models, retrieval components, memory, and tools into a deployable system.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https://justinahiggins614-cmyk.github.io/jah-databases/db/apex-tool-universal-local-ai-builder/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https://justinahiggins614-cmyk.github.io/jah-databases-data-1/data/apex-tool-universal-local-ai-builder/index.jsonl.gz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
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rtable-usb-thumb-drive-runtimes/" TargetMode="External"/><Relationship Id="rId3" Type="http://schemas.openxmlformats.org/officeDocument/2006/relationships/hyperlink" Target="https://justinahiggins614-cmyk.github.io/jah-databases-data-1/data/portable-usb-thumb-drive-runtim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Portable USB Thumb-Drive Runtimes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Portable USB Thumb-Drive Runtimes Database holds 15 portable runtimes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PortableApps.com  [JAH-PUT-000001]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portable app platform with 400+ apps and a launcher that keeps everything on the stick. It carries 400+ portable apps, runs from USB stick, at about varies.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LiberKey  [JAH-PUT-000002]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French portable suite with automatic app updates and categorized menus. It carries 300 portable apps, runs from USB stick, at about varies.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Portable Python  [JAH-PUT-000003]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Python distributions that run from a folder with pip and virtualenvs intact. It carries Python + scientific stack, runs from USB/folder, at about ~3 GB.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XAMPP portable  [JAH-PUT-000004]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Apache + MySQL + PHP stack that runs from USB for demos and classrooms. It carries LAMP stack, runs from USB stick, at about ~500 MB.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VS Code Portable  [JAH-PUT-000005]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VS Code’s portable mode keeps settings and extensions inside the data folder. It carries editor + extensions, runs from USB/folder, at about ~400 MB.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portable runtime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JAH-PUT-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Portable Runtime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https://justinahiggins614-cmyk.github.io/jah-databases/db/portable-usb-thumb-drive-runtimes/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https://justinahiggins614-cmyk.github.io/jah-databases-data-1/data/portable-usb-thumb-drive-runtimes/index.jsonl.gz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
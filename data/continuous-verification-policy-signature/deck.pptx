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ntinuous-verification-policy-signature/" TargetMode="External"/><Relationship Id="rId3" Type="http://schemas.openxmlformats.org/officeDocument/2006/relationships/hyperlink" Target="https://justinahiggins614-cmyk.github.io/jah-databases-data-1/data/continuous-verification-polic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Continuous Verification Policy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continuous-verification methods — original techniques for systems that check themselves.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Continuous Verification Policy Database holds 20 signature verification policys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continuous-verification methods — original techniques for systems that check themselves.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gate-everything  [JAH-CV-S-000001]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quality practice: important changes pass gates; gates are code, not meetings.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canary-with-teeth  [JAH-CV-S-000002]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deploy practice: canaries have automatic rollback on metric breach.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contract-first  [JAH-CV-S-000003]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integration practice: contracts tested before deploy, both sides.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chaos-calendar  [JAH-CV-S-000004]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resilience practice: chaos is scheduled, not improvised.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drift-watch  [JAH-CV-S-000005]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ML practice: drift is watched continuously with automatic retraining.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verification policy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JAH-CV-S-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Continuous Verification Sentinel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continuous-verification methods — original techniques for systems that check themselves.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https://justinahiggins614-cmyk.github.io/jah-databases/db/continuous-verification-policy-signature/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https://justinahiggins614-cmyk.github.io/jah-databases-data-1/data/continuous-verification-policy-signature/index.jsonl.gz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
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anked-result-delivery-signature/" TargetMode="External"/><Relationship Id="rId3" Type="http://schemas.openxmlformats.org/officeDocument/2006/relationships/hyperlink" Target="https://justinahiggins614-cmyk.github.io/jah-databases-data-1/data/archive-toolkit-ranked-result-delive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Ranked Result Delivery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Orders results by relevance and declared ranking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Ranked Result Delivery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Orders results by relevance and declared ranking criteria.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Declared ranking criteria — Ranked Result Delivery (Signature)  [JAH-ATK205S-0001]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Ranked result delivery turns an unordered candidate set into a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Multi-signal scoring — Ranked Result Delivery (Signature)  [JAH-ATK205S-0002]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Ranked result delivery turns an unordered candidate set into a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Learning-to-rank models — Ranked Result Delivery (Signature)  [JAH-ATK205S-0003]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Ranked result delivery turns an unordered candidate set into a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Pairwise preference labels — Ranked Result Delivery (Signature)  [JAH-ATK205S-0004]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Ranked result delivery turns an unordered candidate set into a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Position-bias correction — Ranked Result Delivery (Signature)  [JAH-ATK205S-0005]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Ranked result delivery turns an unordered candidate set into a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Ranked Result Delivery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Orders results by relevance and declared ranking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https://justinahiggins614-cmyk.github.io/jah-databases/db/archive-toolkit-ranked-result-delivery-signature/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https://justinahiggins614-cmyk.github.io/jah-databases-data-1/data/archive-toolkit-ranked-result-delivery-signature/index.jsonl.gz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
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finnish/" TargetMode="External"/><Relationship Id="rId3" Type="http://schemas.openxmlformats.org/officeDocument/2006/relationships/hyperlink" Target="https://justinahiggins614-cmyk.github.io/jah-databases-data-1/data/names-finnish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Finnish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Common Finnish first names, surnames and place names — real meanings, origins and naming customs.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Finnish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Common Finnish first names, surnames and place names — real meanings, origins and naming customs.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record: name documented from public linguistic and onomastic sources.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Matti — Finnish given name  [JAH-NMF2-000001]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Matti is a masculine given name in Finnish. It means "gift of God", from Hebrew Mattityahu, via Matthew. The archetypal Finnish masculine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Maija — Finnish given name  [JAH-NMF2-000002]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Maija is a feminine given name in Finnish. Of Hebrew, via Mary origin. The archetypal Finnish feminine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Juho — Finnish given name  [JAH-NMF2-000003]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Juho is a masculine given name in Finnish. It means "God is gracious", from Hebrew Yohanan. The Finnish form of John.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Aino — Finnish given name  [JAH-NMF2-000004]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Aino is a feminine given name in Finnish. It means "the only one", from Finnish, via the Kalevala. A name from the national epic, meaning the only one.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Vaino — Finnish given name  [JAH-NMF2-000005]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Vaino is a masculine given name in Finnish. It is written Vaino in the native script. Of Finnish, via Vainamoinen origin. A Kalevala name, short for Vainamoinen.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JAH-NMF2-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Finnish Names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Common Finnish first names, surnames and place names — real meanings, origins and naming customs.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https://justinahiggins614-cmyk.github.io/jah-databases/db/names-finnish/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https://justinahiggins614-cmyk.github.io/jah-databases-data-1/data/names-finnish/index.jsonl.gz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
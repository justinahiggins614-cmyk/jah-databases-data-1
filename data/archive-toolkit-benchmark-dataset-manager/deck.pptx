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enchmark-dataset-manager/" TargetMode="External"/><Relationship Id="rId3" Type="http://schemas.openxmlformats.org/officeDocument/2006/relationships/hyperlink" Target="https://justinahiggins614-cmyk.github.io/jah-databases-data-1/data/archive-toolkit-benchmark-dataset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Benchmark Dataset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reference datasets for comparing search and retrieval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Benchmark Dataset Manager Database holds 15 benchmark stewardships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reference datasets for comparing search and retrieval performance.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Benchmark Management: Dataset Registration (Foundation)  [JAH-ATK292-00001]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Benchmark Management: Dataset Registration (Operation)  [JAH-ATK292-00002]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Benchmark Management: Dataset Registration (Mastery)  [JAH-ATK292-00003]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Benchmark Management: Versioning (Foundation)  [JAH-ATK292-00004]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Benchmark Management: Versioning (Operation)  [JAH-ATK292-00005]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benchmark stewardship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Benchmark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reference datasets for comparing search and retrieval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https://justinahiggins614-cmyk.github.io/jah-databases/db/archive-toolkit-benchmark-dataset-manager/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https://justinahiggins614-cmyk.github.io/jah-databases-data-1/data/archive-toolkit-benchmark-dataset-manager/index.jsonl.gz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
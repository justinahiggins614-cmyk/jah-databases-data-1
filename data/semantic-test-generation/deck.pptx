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mantic-test-generation/" TargetMode="External"/><Relationship Id="rId3" Type="http://schemas.openxmlformats.org/officeDocument/2006/relationships/hyperlink" Target="https://justinahiggins614-cmyk.github.io/jah-databases-data-1/data/semantic-test-gene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Semantic Test Generation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Writing tests that mean something: property-based testing, fuzzing, mutation testing, LLM test generation, and the oracles that judge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Semantic Test Generation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Writing tests that mean something: property-based testing, fuzzing, mutation testing, LLM test generation, and the oracles that judge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Property-based testing  [JAH-SEMANT-000001]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Property-based testing asserts invariants over generated inputs instead of examples: 'reverse(reverse(x)) == x' for hundreds of random lists. The framework generates inputs, shrinks failures to minim…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Fuzzing  [JAH-SEMANT-000002]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Fuzzing throws random and mutated inputs at code to find crashes, hangs, and assertion failures: coverage-guided fuzzers (AFL++, libFuzzer) mutate the inputs that discover new code paths, evolving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Mutation testing  [JAH-SEMANT-000003]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Mutation testing judges the test suite, not the code: inject small faults (mutants) — flip a comparison, delete a line — and check the suite kills them. Surviving mutants are holes in the tests.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oracle problem  [JAH-SEMANT-000004]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need oracles — a way to know the right answer. The oracle problem is that for many programs the right answer is exactly what is hard to compute: the test would reimplement the code. Solutions:…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Coverage-guided generation  [JAH-SEMANT-000005]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Coverage-guided test generation aims new tests at uncovered code: instrument, find uncovered branches, and solve or search for inputs reaching them. Symbolic execution (KLEE) solves path constraints;…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JAH-SEMANT-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Semantic Test Generation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Writing tests that mean something: property-based testing, fuzzing, mutation testing, LLM test generation, and the oracles that judge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https://justinahiggins614-cmyk.github.io/jah-databases/db/semantic-test-generation/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https://justinahiggins614-cmyk.github.io/jah-databases-data-1/data/semantic-test-generation/index.jsonl.gz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
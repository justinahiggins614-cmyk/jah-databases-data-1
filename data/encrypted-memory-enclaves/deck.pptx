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memory-enclaves/" TargetMode="External"/><Relationship Id="rId3" Type="http://schemas.openxmlformats.org/officeDocument/2006/relationships/hyperlink" Target="https://justinahiggins614-cmyk.github.io/jah-databases-data-1/data/encrypted-memory-enclav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Encrypted Memory Enclaves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 enclaves that keep code and data encrypted even from the 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Encrypted Memory Enclaves Database holds 15 enclave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 enclaves that keep code and data encrypted even from the 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Intel SGX Enclaves  [JAH-EME-000001]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code in SGX enclaves isolated from the OS, hypervisor, and even physical memory attacks. The CPU encrypts enclave pages; only the enclave sees plaintext. It protects data in use from the entire…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AMD SEV-SNP  [JAH-EME-000002]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Encrypts whole VM memory with SEV-SNP so the hypervisor cannot read guest data. Integrity protection stops replay and remapping attacks that plain SEV allowed. Confidential VMs are the deployment mod…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Intel TDX  [JAH-EME-000003]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Isolates trust domains with Intel TDX for VM-level confidential computing. The TDX module manages secure EPT; the host cannot inspect guest memory. It brings enclave-grade protection to whole VMs.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ARM TrustZone  [JAH-EME-000004]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the processor into secure and normal worlds with TrustZone. Trusted apps run in the secure world; the normal-world OS cannot peek. Phones use it for keys and DRM.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Remote Attestation  [JAH-EME-000005]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to a remote party exactly what code runs in the enclave. The CPU signs a measurement quote; the verifier checks it against expected values. Trust becomes verifiable, not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enclave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JAH-EME-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Encrypted Memory Enclaves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 enclaves that keep code and data encrypted even from the 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https://justinahiggins614-cmyk.github.io/jah-databases/db/encrypted-memory-enclaves/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https://justinahiggins614-cmyk.github.io/jah-databases-data-1/data/encrypted-memory-enclaves/index.jsonl.gz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
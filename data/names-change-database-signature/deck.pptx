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change-database-signature/" TargetMode="External"/><Relationship Id="rId3" Type="http://schemas.openxmlformats.org/officeDocument/2006/relationships/hyperlink" Target="https://justinahiggins614-cmyk.github.io/jah-databases-data-1/data/names-change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Change Database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release names — new codename creations,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Change Database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release names — new codename creations,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Release and Change Naming Names Database from genuine Release and Change Naming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Release and Change Naming-style given name: Aurora Dawn  [JAH-NMCDS-000001]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Aurora Dawn is a Signature original Release and Change Naming-style given name, created for the Signature Change Database Names Database. Evocative codename: 'first light'. It is labeled a Signature…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Release and Change Naming-style given name: Cinder Fox  [JAH-NMCDS-000002]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Cinder Fox is a Signature original Release and Change Naming-style given name, created for the Signature Change Database Names Database. Alliterative animal codename in the Ubuntu style. It is labele…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Release and Change Naming-style given name: Harbor Mist  [JAH-NMCDS-000003]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Harbor Mist is a Signature original Release and Change Naming-style given name, created for the Signature Change Database Names Database. Landmark codename in the macOS style. It is labeled a Signatu…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Release and Change Naming-style given name: Ember 7  [JAH-NMCDS-000004]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Ember 7 is a Signature original Release and Change Naming-style given name, created for the Signature Change Database Names Database. Evocative codename with disciplined version number. It is labeled…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Release and Change Naming-style given name: Willow Song  [JAH-NMCDS-000005]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Willow Song is a Signature original Release and Change Naming-style given name, created for the Signature Change Database Names Database. Evocative nature codename. It is labeled a Signature creation…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JAH-NMCDS-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Release Naming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release names — new codename creations,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https://justinahiggins614-cmyk.github.io/jah-databases/db/names-change-database-signature/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https://justinahiggins614-cmyk.github.io/jah-databases-data-1/data/names-change-database-signature/index.jsonl.gz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
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ependency-upgrade-sentinels/" TargetMode="External"/><Relationship Id="rId3" Type="http://schemas.openxmlformats.org/officeDocument/2006/relationships/hyperlink" Target="https://justinahiggins614-cmyk.github.io/jah-databases-data-1/data/dependency-upgrade-sentinel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Dependency Upgrade Sentinels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Watchful upgrades: sentinels that test, gate, and roll out dependency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Dependency Upgrade Sentinels Database holds 15 dependency upgrade sentinels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Watchful upgrades: sentinels that test, gate, and roll out dependency updates.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Vulnerability-driven upgrade alerts  [JAH-DUS-000001]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Sentinels watch CVE feeds and security advisories against the project's lockfile, opening upgrade tasks the moment a dependency has a known vulnerability. Tools like Dependabot and Renovate turned 'u…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Lockfile pinning and hashing  [JAH-DUS-000002]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Sentinels enforce that every build uses exact pinned versions with content hashes (package-lock.json, Cargo.lock, poetry.lock). Pinning makes builds reproducible and upgrades deliberate: a version 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Vulnerability-driven upgrade alerts  [JAH-DUS-000003]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Sentinels watch CVE feeds and security advisories against the project's lockfile, opening upgrade tasks the moment a dependency has a known vulnerability. Tools like Dependabot and Renovate turned 'u…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Lockfile pinning and hashing  [JAH-DUS-000004]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Sentinels enforce that every build uses exact pinned versions with content hashes (package-lock.json, Cargo.lock, poetry.lock). Pinning makes builds reproducible and upgrades deliberate: a version 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Upgrade rollback automation  [JAH-DUS-000005]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Every sentinel-driven upgrade ships with a tested rollback: the previous lockfile, a database migration down-path, and a one-command revert. If production signals degrade after the upgrade, rollback…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dependency upgrade sentinel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JAH-DUS-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Upgrade Sentinel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Watchful upgrades: sentinels that test, gate, and roll out dependency updates.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https://justinahiggins614-cmyk.github.io/jah-databases/db/dependency-upgrade-sentinels/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https://justinahiggins614-cmyk.github.io/jah-databases-data-1/data/dependency-upgrade-sentinels/index.jsonl.gz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
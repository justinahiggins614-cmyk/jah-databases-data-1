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ersistent-knowledge-memory/" TargetMode="External"/><Relationship Id="rId3" Type="http://schemas.openxmlformats.org/officeDocument/2006/relationships/hyperlink" Target="https://justinahiggins614-cmyk.github.io/jah-databases-data-1/data/archive-tool-persistent-knowledge-mem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Persistent Knowledge Memory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Persistent Knowledge Memory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(Persistent Knowledge Memory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Finding capture with context envelope (foundational)  [JAH-AT61-000001]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useful finding is stored together with its context envelope: the task that produced it, the sources behind it, and a timestamp. The envelope is what makes a memory reusable later, because a bare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Finding capture with context envelope (compounded)  [JAH-AT61-000002]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useful finding is stored together with its context envelope: the task that produced it, the sources behind it, and a timestamp. The envelope is what makes a memory reusable later, because a bare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Finding capture with context envelope (production)  [JAH-AT61-000003]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useful finding is stored together with its context envelope: the task that produced it, the sources behind it, and a timestamp. The envelope is what makes a memory reusable later, because a bare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Retention policy with TTL and pinning (foundational)  [JAH-AT61-000004]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memory carries a time-to-live and a pin flag. Unpinned memories expire when their TTL lapses; pinned ones survive until explicitly unpinned, which protects hard-won findings from routine cleanu…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Retention policy with TTL and pinning (compounded)  [JAH-AT61-000005]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memory carries a time-to-live and a pin flag. Unpinned memories expire when their TTL lapses; pinned ones survive until explicitly unpinned, which protects hard-won findings from routine cleanu…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Memory Keeper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Stores useful findings for future tasks with appropriate retention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https://justinahiggins614-cmyk.github.io/jah-databases/db/archive-tool-persistent-knowledge-memory/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https://justinahiggins614-cmyk.github.io/jah-databases-data-1/data/archive-tool-persistent-knowledge-memory/index.jsonl.gz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
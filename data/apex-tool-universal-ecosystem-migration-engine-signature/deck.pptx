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ecosystem-migration-engine-signature/" TargetMode="External"/><Relationship Id="rId3" Type="http://schemas.openxmlformats.org/officeDocument/2006/relationships/hyperlink" Target="https://justinahiggins614-cmyk.github.io/jah-databases-data-1/data/apex-tool-universal-ecosystem-migr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Ecosystem Migration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databases, tools, and workloads to new infrastructure — verified, traceable, intact.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Ecosystem Migration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databases, tools, and workloads to new infrastructure — verified, traceable, intact.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Surveying the Land  [JAH-APX97S-000001]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land-surveyor walks the ground before the caravan: what can travel, what cannot, and why.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Honest Unfit Land  [JAH-APX97S-000002]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Land that cannot hold the caravan is named unfit — honestly, with reasons, before anyone marches.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Caravan Master  [JAH-APX97S-000003]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caravan master orders the journey: foundations first, dependents after, nothing before its 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Speaking Both Tongues  [JAH-APX97S-000004]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tongue translator speaks source and target schemas fluently, converting records without losing meaning.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Sealing Every Crate  [JAH-APX97S-000005]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seal checker hashes and counts every batch — a crate that fails its seal does not travel.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Ecosystem Migration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databases, tools, and workloads to new infrastructure — verified, traceable, intact.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https://justinahiggins614-cmyk.github.io/jah-databases/db/apex-tool-universal-ecosystem-migration-engine-signature/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https://justinahiggins614-cmyk.github.io/jah-databases-data-1/data/apex-tool-universal-ecosystem-migration-engine-signature/index.jsonl.gz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
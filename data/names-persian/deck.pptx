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ersian/" TargetMode="External"/><Relationship Id="rId3" Type="http://schemas.openxmlformats.org/officeDocument/2006/relationships/hyperlink" Target="https://justinahiggins614-cmyk.github.io/jah-databases-data-1/data/names-pers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Persian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Persian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Persian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Persian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Dariush داریوش - Persian masculine given name  [JAH-NMP-000001]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Dariush (داریوش) is a masculine given name in Persian. Meaning: Possessing goodness. From Old Persian Darayavaush; borne by Achaemenid kings.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Cyrus کوروش - Persian masculine given name  [JAH-NMP-000002]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Cyrus (کوروش) is a masculine given name in Persian. Meaning: Of debated origin. The founder of the Persian Empire; Greek Kyros.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Sara سارا - Persian feminine given name  [JAH-NMP-000003]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Sara (سارا) is a feminine given name in Persian. Meaning: Pure. A leading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Leila لیلی - Persian feminine given name  [JAH-NMP-000004]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Leila (لیلی) is a feminine given name in Persian. Meaning: Night. From Arabic layl; a classic poetic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Arash آرش - Persian masculine given name  [JAH-NMP-000005]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Arash (آرش) is a masculine given name in Persian. Meaning: The hero archer of Iranian legend..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Persian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Persian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https://justinahiggins614-cmyk.github.io/jah-databases/db/names-persian/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https://justinahiggins614-cmyk.github.io/jah-databases-data-1/data/names-persian/index.jsonl.gz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
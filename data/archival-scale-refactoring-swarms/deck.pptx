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al-scale-refactoring-swarms/" TargetMode="External"/><Relationship Id="rId3" Type="http://schemas.openxmlformats.org/officeDocument/2006/relationships/hyperlink" Target="https://justinahiggins614-cmyk.github.io/jah-databases-data-1/data/archival-scale-refactoring-swarm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Archival-Scale Refactoring Swarms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Thousands of coordinated agents rewriting million-file codebases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Archival-Scale Refactoring Swarms Database holds 15 refactoring swarm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Thousands of coordinated agents rewriting million-file codebases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AST codemod workers (jscodeshift)  [JAH-ASRS-000001]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Codemods rewrite code as syntax trees, not text: jscodeshift parses each file into an AST, applies a transform function, and prints the result. A swarm runs thousands of these transforms in parallel…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Parallel git worktree shards  [JAH-ASRS-000002]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swarm needs isolation: git worktrees give each agent its own checkout of the same repo at negligible cost (shared object store). Hundreds of agents refactor different directories concurrently, each…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 codemod workers (jscodeshift)  [JAH-ASRS-000003]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Codemods rewrite code as syntax trees, not text: jscodeshift parses each file into an AST, applies a transform function, and prints the result. A swarm runs thousands of these transforms in parallel…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Parallel git worktree shards  [JAH-ASRS-000004]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swarm needs isolation: git worktrees give each agent its own checkout of the same repo at negligible cost (shared object store). Hundreds of agents refactor different directories concurrently, each…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Codemod canary with automatic revert  [JAH-ASRS-000005]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the swarm touches a million files, the transform runs on a canary slice (1% of files or one service). Metrics — test pass rate, diff size, review flags — decide whether to proceed, pause, or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refactoring swarm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JAH-ASRS-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Refactoring Swarm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Thousands of coordinated agents rewriting million-file codebases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https://justinahiggins614-cmyk.github.io/jah-databases/db/archival-scale-refactoring-swarms/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https://justinahiggins614-cmyk.github.io/jah-databases-data-1/data/archival-scale-refactoring-swarms/index.jsonl.gz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
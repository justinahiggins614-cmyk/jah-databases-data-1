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semantic-translation-signature/" TargetMode="External"/><Relationship Id="rId3" Type="http://schemas.openxmlformats.org/officeDocument/2006/relationships/hyperlink" Target="https://justinahiggins614-cmyk.github.io/jah-databases-data-1/data/cross-semantic-trans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Cross-Database Semantic Translation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Mappings that translate one database's fields into another's meaning.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Cross-Database Semantic Translation Database holds 20 semantic mappings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Mappings that translate one database's fields into another's meaning.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True Measure Translation  [JAH-CROSSS2-S-000001]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translation between measures that never loses a fraction or a meaning. The translation carries its formula openly, like a recipe anyone may check. Teaching ladder: rank 1 — the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Name Bridge  [JAH-CROSSS2-S-000002]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bridge carrying a field's meaning across a renaming, intact. The bridge remembers both names forever, so old records stay readable. Teaching ladder: rank 1 — the concept in its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Kind Alignment  [JAH-CROSSS2-S-000003]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alignment of kinds between taxonomies, drawn as a living map. The map is redrawn whenever either taxonomy grows, so it never goes stale.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True Naming  [JAH-CROSSS2-S-000004]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naming that gathers all synonyms under one true name. The true name is chosen by the curator, and every synonym bows to it. Teaching ladder: rank 1 — the concept in its simplest,…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Time Turning  [JAH-CROSSS2-S-000005]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turning of timestamps into readable dates, with the timezone sworn. No turning ever assumes a zone; the zone is always named. Teaching ladder: rank 1 — the concept in its simples…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semantic mapping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JAH-CROSSS2-S-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Translation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Mappings that translate one database's fields into another's meaning.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https://justinahiggins614-cmyk.github.io/jah-databases/db/cross-semantic-translation-signature/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https://justinahiggins614-cmyk.github.io/jah-databases-data-1/data/cross-semantic-translation-signature/index.jsonl.gz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
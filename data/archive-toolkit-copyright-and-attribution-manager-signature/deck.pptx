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pyright-and-attribution-manager-signature/" TargetMode="External"/><Relationship Id="rId3" Type="http://schemas.openxmlformats.org/officeDocument/2006/relationships/hyperlink" Target="https://justinahiggins614-cmyk.github.io/jah-databases-data-1/data/archive-toolkit-copyright-and-attribu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Copyright and Attribution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Copyright and Attribution Manager Database holds 15 copyright and attribution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Attribution lineage graph  [JAH-ATK274S-000001]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derived works link to their sources in an attribution graph, so credit flows through remixes, translations, and compilations. The graph answer…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Attribution lineage graph  [JAH-ATK274S-000002]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derived works link to their sources in an attribution graph, so credit flows through remixes, translations, and compilations. The graph answer…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Attribution lineage graph  [JAH-ATK274S-000003]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derived works link to their sources in an attribution graph, so credit flows through remixes, translations, and compilations. The graph answer…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License upgrade advisor  [JAH-ATK274S-000004]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advisor suggests compatible relicensing paths when a project outgrows its license: which upgrades preserve compatibility, what obligations…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License upgrade advisor  [JAH-ATK274S-000005]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advisor suggests compatible relicensing paths when a project outgrows its license: which upgrades preserve compatibility, what obligations…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copyright and attribution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Copyright and Attribution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Preserves source attribution and applicable usage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https://justinahiggins614-cmyk.github.io/jah-databases/db/archive-toolkit-copyright-and-attribution-manager-signature/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https://justinahiggins614-cmyk.github.io/jah-databases-data-1/data/archive-toolkit-copyright-and-attribution-manager-signature/index.jsonl.gz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
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science-proof-database/" TargetMode="External"/><Relationship Id="rId3" Type="http://schemas.openxmlformats.org/officeDocument/2006/relationships/hyperlink" Target="https://justinahiggins614-cmyk.github.io/jah-databases-data-1/data/science-proof-databas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Science Proof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Real experimental evidence — photoelectric effect, double-slit, DNA, gravitational waves — with honest evidence statuses.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Science Proof Database holds 20 science proofs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experimental evidence — photoelectric effect, double-slit, DNA, gravitational waves — with honest evidence statuses.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reference compilation. Each record below is an original working example composed for this archive; record types are standard real-world kinds.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Photoelectric Effect  [JAH-SPROOF-000001]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EVIDENCE: Light ejects electrons from metals. When light shines on a metal, electrons can be ejected — but only if the light's frequency exceeds a threshold, no matter how bright dimmer-frequency lig…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Double-Slit Experiment  [JAH-SPROOF-000002]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EVIDENCE: Single particles interfere with themselves. Firing electrons one at a time through two slits still builds up an interference pattern — as if each electron goes through both slits. With ligh…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Constancy of the Speed of Light  [JAH-SPROOF-000003]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EVIDENCE: Light speed is the same in all directions. The Michelson-Morley experiment (1887) tried to detect Earth's motion through the 'aether' by comparing light travel times along perpendicular arm…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Brownian Motion and Atoms  [JAH-SPROOF-000004]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EVIDENCE: Atoms are real: pollen jitters. Robert Brown (1827) saw pollen grains jiggle randomly in water. Einstein (1905) showed the jitter's statistics follow from molecular collisions and predicted…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Oil Drop Experiment  [JAH-SPROOF-000005]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EVIDENCE: Electric charge comes in lumps. Millikan (1909-1913) sprayed oil droplets between charged plates and balanced gravity against electric force, measuring each droplet's charge. Every charge w…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science proof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JAH-SPROOF-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Evidence Examiner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experimental evidence — photoelectric effect, double-slit, DNA, gravitational waves — with honest evidence statuses.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https://justinahiggins614-cmyk.github.io/jah-databases/db/science-proof-database/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https://justinahiggins614-cmyk.github.io/jah-databases-data-1/data/science-proof-database/index.jsonl.gz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
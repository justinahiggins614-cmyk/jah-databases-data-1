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ata-quality-repair/" TargetMode="External"/><Relationship Id="rId3" Type="http://schemas.openxmlformats.org/officeDocument/2006/relationships/hyperlink" Target="https://justinahiggins614-cmyk.github.io/jah-databases-data-1/data/data-quality-repai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Quality Repair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 Quality Repair Database holds 20 data quality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Exact Duplicate Removal  [JAH-DATAQU-000001]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duplicates are found by hashing full rows and keeping one copy per hash. The hash makes comparison O(n). Deduplication is the first and cheapest quality win.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Fuzzy Duplicate Matching  [JAH-DATAQU-000002]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Near-duplicates with typos or formatting differences are found by similarity: edit distance, phonetic codes, or embeddings. Blocking limits comparisons to likely pairs. Fuzzy matching catches what ex…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Mean/Median Imputation  [JAH-DATAQU-000003]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Missing numeric values are filled with the column's mean or median. Median resists outliers better. Imputation is honest only when the missingness is documented.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KNN Imputation  [JAH-DATAQU-000004]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missing value is filled from its k nearest complete neighbors, preserving local structure better than global means. Distance is computed on the observed features. KNN imputation respects the 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Outlier Detection (IQR)  [JAH-DATAQU-000005]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Values beyond 1.5 IQR from the quartiles are flagged as outliers. The rule is simple and robust. Flagged values are investigated, not auto-deleted.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quality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JAH-DATAQU-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 Doctor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https://justinahiggins614-cmyk.github.io/jah-databases/db/data-quality-repair/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https://justinahiggins614-cmyk.github.io/jah-databases-data-1/data/data-quality-repair/index.jsonl.gz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
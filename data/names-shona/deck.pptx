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hona/" TargetMode="External"/><Relationship Id="rId3" Type="http://schemas.openxmlformats.org/officeDocument/2006/relationships/hyperlink" Target="https://justinahiggins614-cmyk.github.io/jah-databases-data-1/data/names-shon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Shona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Shona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Shona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Shona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Tendai — Shona given name  [JAH-NMS9-000001]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Tendai is a unisex given name in Shona. It means "be thankful, be grateful", from Shona. A beloved unisex name expressing gratitude.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Rudo — Shona given name  [JAH-NMS9-000002]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Rudo is a feminine given name in Shona. It means "love", from Shona. A feminine name meaning love.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Tatenda — Shona given name  [JAH-NMS9-000003]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Tatenda is a unisex given name in Shona. It means "we are thankful", from Shona. A unisex name of thanksgiving.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Nyasha — Shona given name  [JAH-NMS9-000004]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Nyasha is a unisex given name in Shona. It means "grace, mercy", from Shona. A unisex name meaning grace.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Farai — Shona given name  [JAH-NMS9-000005]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Farai is a unisex given name in Shona. It means "be happy, rejoice", from Shona fara. A unisex name of joy.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Shona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Shona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https://justinahiggins614-cmyk.github.io/jah-databases/db/names-shona/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https://justinahiggins614-cmyk.github.io/jah-databases-data-1/data/names-shona/index.jsonl.gz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
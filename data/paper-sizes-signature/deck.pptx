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aper-sizes-signature/" TargetMode="External"/><Relationship Id="rId3" Type="http://schemas.openxmlformats.org/officeDocument/2006/relationships/hyperlink" Target="https://justinahiggins614-cmyk.github.io/jah-databases-data-1/data/paper-siz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Paper Sizes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 paper mathematics and print-planning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Paper Sizes Database holds 15 paper workshops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paper mathematics and print-planning tools.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educational work by the JAH system — Signature-authored paper mathematics and print-planning tools, clearly labeled,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Root-Two Geometry — why all ISO paper shares one ratio  [JAH-PAPRS-000001]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explainer proves why the ISO A, B, and C series all share the 1 to square-root-of-2 aspect ratio: it is the unique ratio where halving a rectangle yields two smaller rectangles of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Folding Lab — the A-series halving chain  [JAH-PAPRS-000002]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lab walks the A-series halving chain from A0 to A10: each fold halves the area and swaps the orientation, preserving the aspect ratio forever. You learn the practical folds — A4 to A5…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GSM Calculator — paper weight from size and grams  [JAH-PAPRS-000003]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tool computes paper weight in grams per square meter (GSM) and the weight of any sheet or stack: multiply area by GSM to get sheet weight, multiply by sheet count for the stack. You 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Envelope Pairing Guide — which envelope fits which sheet  [JAH-PAPRS-000004]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guide pairs every A sheet with its C-series envelope: A4 goes in C4 flat or C5 folded, A5 goes in C5 flat or C6 folded, A3 goes in C3 flat. You learn the geometric-mean rule that defin…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US vs ISO Comparison — Letter, Legal, Tabloid against A4, A3  [JAH-PAPRS-000005]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comparison puts the North American sizes beside their ISO counterparts: US Letter (216x279) against A4 (210x297), Tabloid (279x432) against A3 (297x420), and Legal with no ISO equivale…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paper workshop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JAH-PAPRS-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Paper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paper mathematics and print-planning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https://justinahiggins614-cmyk.github.io/jah-databases/db/paper-sizes-signature/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https://justinahiggins614-cmyk.github.io/jah-databases-data-1/data/paper-sizes-signature/index.jsonl.gz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
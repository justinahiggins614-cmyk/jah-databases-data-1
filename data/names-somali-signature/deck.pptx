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omali-signature/" TargetMode="External"/><Relationship Id="rId3" Type="http://schemas.openxmlformats.org/officeDocument/2006/relationships/hyperlink" Target="https://justinahiggins614-cmyk.github.io/jah-databases-data-1/data/names-somal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Somali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Somali style — new creations built from real Somali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Somali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Somali style — new creations built from real Somali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Somali Names Database from genuine Somali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Somali-style given name: Ahmednur  [JAH-NMSS7-000001]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Ahmednur is a Signature original Somali-style given name, created for the Signature Somali Names Database. From Ahmed + nur (light): 'praised light'. It is labeled a Signature creation and is not a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Somali-style given name: Fatimahodan  [JAH-NMSS7-000002]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Fatimahodan is a Signature original Somali-style given name, created for the Signature Somali Names Database. From Fatima + Hodan. It is labeled a Signature creation and is not a traditional Somali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Somali-style given name: Hassangure  [JAH-NMSS7-000003]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Hassangure is a Signature original Somali-style given name, created for the Signature Somali Names Database. From Hassan + gure (good fortune?).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Somali-style given name: Aminawarsame  [JAH-NMSS7-000004]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Aminawarsame is a Signature original Somali-style given name, created for the Signature Somali Names Database. From Amina + Warsame (good news).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Somali-style given name: Abdifatah  [JAH-NMSS7-000005]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Abdifatah is a Signature original Somali-style given name, created for the Signature Somali Names Database. From Abdi + fatah (victory): 'servant of victory'. It is labeled a Signature creation and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Somali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Somali style — new creations built from real Somali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https://justinahiggins614-cmyk.github.io/jah-databases/db/names-somali-signature/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https://justinahiggins614-cmyk.github.io/jah-databases-data-1/data/names-somali-signature/index.jsonl.gz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
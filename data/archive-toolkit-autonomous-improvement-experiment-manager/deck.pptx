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tonomous-improvement-experiment-manager/" TargetMode="External"/><Relationship Id="rId3" Type="http://schemas.openxmlformats.org/officeDocument/2006/relationships/hyperlink" Target="https://justinahiggins614-cmyk.github.io/jah-databases-data-1/data/archive-toolkit-autonomous-improvement-experiment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Improvement Experiment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Runs controlled comparisons of alternative indexing, ranking, and retrieval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Improvement Experiment Manager Database holds 15 experiment runs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controlled comparisons of alternative indexing, ranking, and retrieval strategies.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Experiment Management: Hypothesis Framing (Foundation)  [JAH-ATK294-00001]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Experiment Management: Hypothesis Framing (Operation)  [JAH-ATK294-00002]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Experiment Management: Hypothesis Framing (Mastery)  [JAH-ATK294-00003]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Experiment Management: Controlled A/B Runs (Foundation)  [JAH-ATK294-00004]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Experiment Management: Controlled A/B Runs (Operation)  [JAH-ATK294-00005]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experiment run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Experiment Master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controlled comparisons of alternative indexing, ranking, and retrieval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https://justinahiggins614-cmyk.github.io/jah-databases/db/archive-toolkit-autonomous-improvement-experiment-manager/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https://justinahiggins614-cmyk.github.io/jah-databases-data-1/data/archive-toolkit-autonomous-improvement-experiment-manager/index.jsonl.gz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
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ecialized-micro-model-routers-signature/" TargetMode="External"/><Relationship Id="rId3" Type="http://schemas.openxmlformats.org/officeDocument/2006/relationships/hyperlink" Target="https://justinahiggins614-cmyk.github.io/jah-databases-data-1/data/specialized-micro-model-rout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Specialized Micro-Model Routers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Right model, right task: routing work to small specialized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Specialized Micro-Model Routers Database holds 15 micro-model routing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Right model, right task: routing work to small specialized models.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Lineage-Aware Router  [JAH-SMMR-S-000001]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routing decisions consult each model's Signature lineage — training provenance, audit history, known failure modes — alongside capability. A model with the right skill but a tainte…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Cascading model escalation  [JAH-SMMR-S-000002]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Try the cheapest model first; only escalate to bigger models when the small one is uncertain. Cascades capture the easy 80% of traffic on tiny models and reserve the expensive flag…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Lineage-Aware Router  [JAH-SMMR-S-000003]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routing decisions consult each model's Signature lineage — training provenance, audit history, known failure modes — alongside capability. A model with the right skill but a tainte…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Cascading model escalation  [JAH-SMMR-S-000004]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Try the cheapest model first; only escalate to bigger models when the small one is uncertain. Cascades capture the easy 80% of traffic on tiny models and reserve the expensive flag…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Quality-verified routing feedback loop  [JAH-SMMR-S-000005]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The router isn't static: every routed request's outcome (user thumbs-up, task success, verifier score) feeds back to update routing weights. Models that deliver get more traffic; 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micro-model routing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JAH-SMMR-S-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Micro-Model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Right model, right task: routing work to small specialized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https://justinahiggins614-cmyk.github.io/jah-databases/db/specialized-micro-model-routers-signature/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https://justinahiggins614-cmyk.github.io/jah-databases-data-1/data/specialized-micro-model-routers-signature/index.jsonl.gz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
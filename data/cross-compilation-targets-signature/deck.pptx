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compilation-targets-signature/" TargetMode="External"/><Relationship Id="rId3" Type="http://schemas.openxmlformats.org/officeDocument/2006/relationships/hyperlink" Target="https://justinahiggins614-cmyk.github.io/jah-databases-data-1/data/cross-compilation-target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Cross-Compilation Targets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compiler target triples and what they mean — architecture, OS, ABI, and the toolchain that builds for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Cross-Compilation Targets Database holds 15 compilation targets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compiler target triples and what they mean — architecture, OS, ABI, and the toolchain that builds for each.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SigCell microVM target  [JAH-CCT-S-000001]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 freestanding target emitting SigCell microVM images directly. Toolchain: sigc; OS: SigCell; architecture: multi. Typical use: microVM functions.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SigWASM tiny  [JAH-CCT-S-000002]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wasm32 with the SigWASI-tiny interface for 64 KB devices. Toolchain: sigc; OS: SigWASI-tiny; architecture: wasm32. Typical use: microcontroller WASM.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SigMesh node  [JAH-CCT-S-000003]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firmware target with the mesh stack linked in at boot. Toolchain: sigc; OS: none; architecture: multi. Typical use: mesh devices.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SigEnclave SGX  [JAH-CCT-S-000004]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enclave target with attestation intrinsics in the standard library. Toolchain: sigc; OS: SigEnclave; architecture: x86_64. Typical use: confidential compute.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SigPhone ARM64  [JAH-CCT-S-000005]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hardened Android target with memory-tagging enabled by default. Toolchain: sigc/ndk; OS: Android; architecture: aarch64. Typical use: hardened mobile.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compilation target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JAH-CCT-S-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Target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compiler target triples and what they mean — architecture, OS, ABI, and the toolchain that builds for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https://justinahiggins614-cmyk.github.io/jah-databases/db/cross-compilation-targets-signature/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https://justinahiggins614-cmyk.github.io/jah-databases-data-1/data/cross-compilation-targets-signature/index.jsonl.gz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
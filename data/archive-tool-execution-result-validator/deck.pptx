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xecution-result-validator/" TargetMode="External"/><Relationship Id="rId3" Type="http://schemas.openxmlformats.org/officeDocument/2006/relationships/hyperlink" Target="https://justinahiggins614-cmyk.github.io/jah-databases-data-1/data/archive-tool-execution-result-valida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Execution Result Validator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Execution Result Validator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(Execution Result Validator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Output capture with isolation (foundational)  [JAH-AT89-000001]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program under test runs in a controlled harness that captures stdout, stderr, return code, and runtime. Capture is isolated so a crashing program cannot take the validator down with it. The captu…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Output capture with isolation (compounded)  [JAH-AT89-000002]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program under test runs in a controlled harness that captures stdout, stderr, return code, and runtime. Capture is isolated so a crashing program cannot take the validator down with it. The captu…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Output capture with isolation (production)  [JAH-AT89-000003]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program under test runs in a controlled harness that captures stdout, stderr, return code, and runtime. Capture is isolated so a crashing program cannot take the validator down with it. The captu…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Requirement assertions as test predicates (foundational)  [JAH-AT89-000004]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Task requirements are expressed as predicate functions over the captured output: exact match, contains, numeric range, or custom check. Each predicate returns pass or fail with a message. Predicates…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Requirement assertions as test predicates (compounded)  [JAH-AT89-000005]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Task requirements are expressed as predicate functions over the captured output: exact match, contains, numeric range, or custom check. Each predicate returns pass or fail with a message. Predicates…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Result Validator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Tests whether a program's output satisfies the original task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https://justinahiggins614-cmyk.github.io/jah-databases/db/archive-tool-execution-result-validator/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https://justinahiggins614-cmyk.github.io/jah-databases-data-1/data/archive-tool-execution-result-validator/index.jsonl.gz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
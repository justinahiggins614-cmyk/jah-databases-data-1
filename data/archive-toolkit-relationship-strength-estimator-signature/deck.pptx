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lationship-strength-estimator-signature/" TargetMode="External"/><Relationship Id="rId3" Type="http://schemas.openxmlformats.org/officeDocument/2006/relationships/hyperlink" Target="https://justinahiggins614-cmyk.github.io/jah-databases-data-1/data/archive-toolkit-relationship-strength-estim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Relationship Strength Estimator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Scores how strong a connection is, with explicit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Relationship Strength Estimator Database holds 15 relationship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Scores how strong a connection is, with explicit criteria.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Relationship Strength Estimator: a plain-language overview (Signature)  [JAH-ATK197S-000001]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Relationship Strength Estimator does and why archives need it. Signature original. The Signature strength method scores every connection with its criteria shown:…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Relationship Strength Estimator works (Signature)  [JAH-ATK197S-000002]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Relationship Strength Estimator does and why archives need it. Signature original. The Signature approach uses frozen criterion weights and fixed band thresholds,…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Relationship Strength Estimator works: the deep tour (Signature)  [JAH-ATK197S-000003]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Relationship Strength Estimator does and why archives need it. Signature original. The Signature approach uses frozen criterion weights and fixed band thresholds,…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Weighted multi-criteria scoring: the simple idea (Signature)  [JAH-ATK197S-000004]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weighted multi-criteria scoring - how it works inside the Relationship Strength Estimator. Signature original. The Signature strength method scores every connection wit…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Weighted multi-criteria scoring in practice (Signature)  [JAH-ATK197S-000005]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weighted multi-criteria scoring - how it works inside the Relationship Strength Estimator. Signature original. The Signature approach uses frozen criterion weights and…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relationship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Bond Estimator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Scores how strong a connection is, with explicit criteria.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https://justinahiggins614-cmyk.github.io/jah-databases/db/archive-toolkit-relationship-strength-estimator-signature/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https://justinahiggins614-cmyk.github.io/jah-databases-data-1/data/archive-toolkit-relationship-strength-estimator-signature/index.jsonl.gz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
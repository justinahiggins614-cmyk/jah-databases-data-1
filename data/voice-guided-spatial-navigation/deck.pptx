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voice-guided-spatial-navigation/" TargetMode="External"/><Relationship Id="rId3" Type="http://schemas.openxmlformats.org/officeDocument/2006/relationships/hyperlink" Target="https://justinahiggins614-cmyk.github.io/jah-databases-data-1/data/voice-guided-spatial-naviga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Voice-Guided Spatial Navigation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Turn-by-turn voice guidance through spatial environments — spoken directions tied to real positions, distances, and landmarks.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Voice-Guided Spatial Navigation Database holds 15 navigation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Turn-by-turn voice guidance through spatial environments — spoken directions tied to real positions, distances, and landmarks.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Compiled from public technical literature and openly documented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Waypoint Beacon Anchoring  [JAH-VGSN-000001]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Waypoint Beacon Anchoring is a navigation ability in the Voice-Guided Spatial Navigation database. Places named voice beacons at fixed positions so a listener can walk toward a spoken target. Each be…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Corridor Narration  [JAH-VGSN-000002]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Corridor Narration is a navigation ability in the Voice-Guided Spatial Navigation database. Narrates a straight path segment in plain words with distance callouts. The segment is split into distance…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Landmark Referencing  [JAH-VGSN-000003]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Landmark Referencing is a navigation ability in the Voice-Guided Spatial Navigation database. Names real landmarks near the listener so spoken directions stay human and verifiable. Landmarks are inde…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Distance Callouts  [JAH-VGSN-000004]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Distance Callouts is a navigation ability in the Voice-Guided Spatial Navigation database. Reads out remaining distance at fixed milestones so the listener can pace themselves. Milestones are precomp…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Bearing Announcements  [JAH-VGSN-000005]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Bearing Announcements is a navigation ability in the Voice-Guided Spatial Navigation database. Announces the compass bearing to the next target in plain cardinal words. The raw bearing is quantized t…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navigation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JAH-VGSN-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Voice-Guided Spatial Navigation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Turn-by-turn voice guidance through spatial environments — spoken directions tied to real positions, distances, and landmarks.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https://justinahiggins614-cmyk.github.io/jah-databases/db/voice-guided-spatial-navigation/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https://justinahiggins614-cmyk.github.io/jah-databases-data-1/data/voice-guided-spatial-navigation/index.jsonl.gz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
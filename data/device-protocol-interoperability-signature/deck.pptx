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vice-protocol-interoperability-signature/" TargetMode="External"/><Relationship Id="rId3" Type="http://schemas.openxmlformats.org/officeDocument/2006/relationships/hyperlink" Target="https://justinahiggins614-cmyk.github.io/jah-databases-data-1/data/device-protocol-interopera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Device Protocol Interoperability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Making devices speak to each other: MQTT, CoAP, USB, BLE, and the bridges between protocol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Device Protocol Interoperability Database holds 20 device protocol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Making devices speak to each other: MQTT, CoAP, USB, BLE, and the bridges between protocol worlds.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Protocol Rosetta  [JAH-DEVICE-S-000001]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rosetta stone describing each protocol's concepts in one shared language, so bridges are generated from descriptions instead of hand-written. The stone covers messaging pattern…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HID Bard  [JAH-DEVICE-S-000002]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bard that composes HID report descriptors from a plain description of the device's data. The bard speaks HID fluently. Custom sensors become universal.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GATT Matchmaker  [JAH-DEVICE-S-000003]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matchmakes BLE services to phone capabilities, proposing the standard profile when one fits and documenting custom ones when not. The matchmaker prefers standards. Interop by pre…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Bridge Keeper  [JAH-DEVICE-S-000004]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keeper that tends protocol bridges in production: watching translation fidelity, alerting on semantic drift, and healing config. The keeper never lets a bridge rot. Bridges sta…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Register Cartographer  [JAH-DEVICE-S-000005]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Modbus registers across the factory as one territory, with every device's map visible. The cartographer prevents address collisions. Factories get one 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device protocol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JAH-DEVICE-S-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Protocol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Making devices speak to each other: MQTT, CoAP, USB, BLE, and the bridges between protocol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https://justinahiggins614-cmyk.github.io/jah-databases/db/device-protocol-interoperability-signature/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https://justinahiggins614-cmyk.github.io/jah-databases-data-1/data/device-protocol-interoperability-signature/index.jsonl.gz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
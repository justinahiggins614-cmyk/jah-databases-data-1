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encryption-and-key-management-interface/" TargetMode="External"/><Relationship Id="rId3" Type="http://schemas.openxmlformats.org/officeDocument/2006/relationships/hyperlink" Target="https://justinahiggins614-cmyk.github.io/jah-databases-data-1/data/archive-toolkit-encryption-and-key-management-interfac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Encryption and Key Management Interface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Coordinates authorized encryption and key-handling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Encryption and Key Management Interface Database holds 15 encryption and key management interfaces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authorized encryption and key-handling operations.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Envelope encryption  [JAH-ATK265-000001]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Data is encrypted with a unique data key; the data key is then encrypted with a master key and stored alongside the ciphertext. Decryption unwraps the data key first, then the data. Envelope encrypti…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Envelope encryption  [JAH-ATK265-000002]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Data is encrypted with a unique data key; the data key is then encrypted with a master key and stored alongside the ciphertext. Decryption unwraps the data key first, then the data. Envelope encrypti…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Envelope encryption  [JAH-ATK265-000003]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Data is encrypted with a unique data key; the data key is then encrypted with a master key and stored alongside the ciphertext. Decryption unwraps the data key first, then the data. Envelope encrypti…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Key rotation  [JAH-ATK265-000004]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Keys are replaced on a schedule or on suspicion of compromise. During rotation both old and new keys can decrypt (dual-read) while new data uses only the new key; afterwards data is re-encrypted or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Key rotation  [JAH-ATK265-000005]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Keys are replaced on a schedule or on suspicion of compromise. During rotation both old and new keys can decrypt (dual-read) while new data uses only the new key; afterwards data is re-encrypted or 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encryption and key management interface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JAH-ATK265-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Encryption and Key Management Interface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authorized encryption and key-handling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https://justinahiggins614-cmyk.github.io/jah-databases/db/archive-toolkit-encryption-and-key-management-interface/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https://justinahiggins614-cmyk.github.io/jah-databases-data-1/data/archive-toolkit-encryption-and-key-management-interface/index.jsonl.gz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
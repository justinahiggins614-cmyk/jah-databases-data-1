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tatic-web-network-generators/" TargetMode="External"/><Relationship Id="rId3" Type="http://schemas.openxmlformats.org/officeDocument/2006/relationships/hyperlink" Target="https://justinahiggins614-cmyk.github.io/jah-databases-data-1/data/static-web-network-generator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Static Web Network Generators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Generates whole networks of static websites — hundreds of pages from one source, no servers needed.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Static Web Network Generators Database holds 15 generation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Generates whole networks of static websites — hundreds of pages from one source, no servers needed.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Compiled from public technical literature and openly documented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Multi-Site Builds  [JAH-SWN-000001]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Multi-Site Builds is a generation ability in the Static Web Network Generators database. Builds many sites from one source tree in a single run. Each site gets a config; the builder renders all sites…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Template Inheritance  [JAH-SWN-000002]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Template Inheritance is a generation ability in the Static Web Network Generators database. Lets pages inherit layouts from base templates. Templates nest; child pages override blocks while keeping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Content Collections  [JAH-SWN-000003]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Content Collections is a generation ability in the Static Web Network Generators database. Treats grouped content — posts, records — as queryable collections. Collections are declared with schemas; 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Incremental Rebuilds  [JAH-SWN-000004]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Incremental Rebuilds is a generation ability in the Static Web Network Generators database. Rebuilds only what changed since the last build. Content hashes are compared; unchanged pages are copied fr…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Link Checking  [JAH-SWN-000005]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Link Checking is a generation ability in the Static Web Network Generators database. Checks every internal link across the whole network. The link graph is walked after each build; broken links fail…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generation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JAH-SWN-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Static Web Network Generator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Generates whole networks of static websites — hundreds of pages from one source, no servers needed.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https://justinahiggins614-cmyk.github.io/jah-databases/db/static-web-network-generators/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https://justinahiggins614-cmyk.github.io/jah-databases-data-1/data/static-web-network-generators/index.jsonl.gz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
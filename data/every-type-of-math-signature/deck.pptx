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very-type-of-math-signature/" TargetMode="External"/><Relationship Id="rId3" Type="http://schemas.openxmlformats.org/officeDocument/2006/relationships/hyperlink" Target="https://justinahiggins614-cmyk.github.io/jah-databases-data-1/data/every-type-of-mat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Every Type of Math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math drills, labs, and teaching ladders.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Every Type of Math Database holds 15 signature math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math drills, labs, and teaching ladders.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Arithmetic Drills  [JAH-ETMAS-000001]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drill set for arithmetic fluency: timed factor ladders, remainder races, and ratio sprints, each scored against the learner's own last attempt rather than any external bar. The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Equation Ladder  [JAH-ETMAS-000002]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teaching ladder for algebra: one-step equations, then two-step, then quadratics, then systems — each rung mastered before the next appears, with every rung carrying a worked exam…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Proof-First Geometry  [JAH-ETMAS-000003]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geometry method: every construction is drawn, every theorem proved from the postulates on the page, and no formula is used before its proof is seen. The method treats Euclid's 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Trig Circle Walk  [JAH-ETMAS-000004]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drill: walk the unit circle degree by degree, calling out sine and cosine from the coordinates until the special angles are reflex. The walk replaces memorized tables with a sing…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Calculus Intuition Kit  [JAH-ETMAS-000005]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intuition kit: the derivative as a speedometer, the integral as an odometer, and the Fundamental Theorem as the statement that the two undo each other. Every rule is met first as…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math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JAH-ETMAS-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Math Coach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math drills, labs, and teaching ladders.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https://justinahiggins614-cmyk.github.io/jah-databases/db/every-type-of-math-signature/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https://justinahiggins614-cmyk.github.io/jah-databases-data-1/data/every-type-of-math-signature/index.jsonl.gz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
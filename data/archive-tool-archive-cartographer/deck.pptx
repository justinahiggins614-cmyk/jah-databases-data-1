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archive-cartographer/" TargetMode="External"/><Relationship Id="rId3" Type="http://schemas.openxmlformats.org/officeDocument/2006/relationships/hyperlink" Target="https://justinahiggins614-cmyk.github.io/jah-databases-data-1/data/archive-tool-archive-cartographer/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Archive Cartographer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Maps archives: schema discovery, crawl frontiers, taxonomies, coverage audits, and change reports.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Archive Cartographer Database holds 15 cartography methods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Maps archives: schema discovery, crawl frontiers, taxonomies, coverage audits, and change reports.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public-harvest: established computer-science methods documented in standard literature and practice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Field type inference from samples  [JAH-AT11-0001]</a:t>
            </a:r>
          </a:p>
          <a:p>
            <a:pPr algn="l">
              <a:spcAft>
                <a:spcPts val="1000"/>
              </a:spcAft>
            </a:pPr>
            <a:r>
              <a:rPr sz="1400" b="0">
                <a:solidFill>
                  <a:srgbClr val="D5DBDB"/>
                </a:solidFill>
                <a:latin typeface="Calibri"/>
              </a:rPr>
              <a:t>   Type inference scans sample values of an archive field and votes on the most specific type they all satisfy, discovering schema from data. For each field the profiler tests values against a ladder of…</a:t>
            </a:r>
          </a:p>
          <a:p>
            <a:pPr algn="l">
              <a:spcAft>
                <a:spcPts val="200"/>
              </a:spcAft>
            </a:pPr>
            <a:r>
              <a:rPr sz="1700" b="1">
                <a:solidFill>
                  <a:srgbClr val="FFFFFF"/>
                </a:solidFill>
                <a:latin typeface="Calibri"/>
              </a:rPr>
              <a:t>2. Nested schema flattening  [JAH-AT11-0002]</a:t>
            </a:r>
          </a:p>
          <a:p>
            <a:pPr algn="l">
              <a:spcAft>
                <a:spcPts val="1000"/>
              </a:spcAft>
            </a:pPr>
            <a:r>
              <a:rPr sz="1400" b="0">
                <a:solidFill>
                  <a:srgbClr val="D5DBDB"/>
                </a:solidFill>
                <a:latin typeface="Calibri"/>
              </a:rPr>
              <a:t>   Schema flattening converts nested archive records into flat dotted-path fields so every value is addressable for mapping and search. A recursive walk emits paths like author.name for each leaf, recor…</a:t>
            </a:r>
          </a:p>
          <a:p>
            <a:pPr algn="l">
              <a:spcAft>
                <a:spcPts val="200"/>
              </a:spcAft>
            </a:pPr>
            <a:r>
              <a:rPr sz="1700" b="1">
                <a:solidFill>
                  <a:srgbClr val="FFFFFF"/>
                </a:solidFill>
                <a:latin typeface="Calibri"/>
              </a:rPr>
              <a:t>3. Schema drift detection between snapshots  [JAH-AT11-0003]</a:t>
            </a:r>
          </a:p>
          <a:p>
            <a:pPr algn="l">
              <a:spcAft>
                <a:spcPts val="1000"/>
              </a:spcAft>
            </a:pPr>
            <a:r>
              <a:rPr sz="1400" b="0">
                <a:solidFill>
                  <a:srgbClr val="D5DBDB"/>
                </a:solidFill>
                <a:latin typeface="Calibri"/>
              </a:rPr>
              <a:t>   Drift detection compares field censuses from two archive snapshots and reports added, removed, and re-typed fields. Each snapshot's schema is hashed into a field→type map; the differ emits three list…</a:t>
            </a:r>
          </a:p>
          <a:p>
            <a:pPr algn="l">
              <a:spcAft>
                <a:spcPts val="200"/>
              </a:spcAft>
            </a:pPr>
            <a:r>
              <a:rPr sz="1700" b="1">
                <a:solidFill>
                  <a:srgbClr val="FFFFFF"/>
                </a:solidFill>
                <a:latin typeface="Calibri"/>
              </a:rPr>
              <a:t>4. Breadth-first crawl frontier  [JAH-AT11-0004]</a:t>
            </a:r>
          </a:p>
          <a:p>
            <a:pPr algn="l">
              <a:spcAft>
                <a:spcPts val="1000"/>
              </a:spcAft>
            </a:pPr>
            <a:r>
              <a:rPr sz="1400" b="0">
                <a:solidFill>
                  <a:srgbClr val="D5DBDB"/>
                </a:solidFill>
                <a:latin typeface="Calibri"/>
              </a:rPr>
              <a:t>   A BFS crawl frontier maps an archive by visiting pages level by level, guaranteeing the shallowest, most important pages are charted first. A queue holds the frontier and a set holds visited URLs; ea…</a:t>
            </a:r>
          </a:p>
          <a:p>
            <a:pPr algn="l">
              <a:spcAft>
                <a:spcPts val="200"/>
              </a:spcAft>
            </a:pPr>
            <a:r>
              <a:rPr sz="1700" b="1">
                <a:solidFill>
                  <a:srgbClr val="FFFFFF"/>
                </a:solidFill>
                <a:latin typeface="Calibri"/>
              </a:rPr>
              <a:t>5. Sitemap graph walk  [JAH-AT11-0005]</a:t>
            </a:r>
          </a:p>
          <a:p>
            <a:pPr algn="l">
              <a:spcAft>
                <a:spcPts val="1000"/>
              </a:spcAft>
            </a:pPr>
            <a:r>
              <a:rPr sz="1400" b="0">
                <a:solidFill>
                  <a:srgbClr val="D5DBDB"/>
                </a:solidFill>
                <a:latin typeface="Calibri"/>
              </a:rPr>
              <a:t>   A sitemap walk charts an archive by following its published sitemaps instead of crawling blindly, covering everything the publisher declares. The cartographer fetches sitemap indexes recursively, col…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cartography method</a:t>
            </a:r>
          </a:p>
          <a:p>
            <a:pPr algn="l">
              <a:spcAft>
                <a:spcPts val="1000"/>
              </a:spcAft>
            </a:pPr>
            <a:r>
              <a:rPr sz="2000" b="0">
                <a:solidFill>
                  <a:srgbClr val="FFFFFF"/>
                </a:solidFill>
                <a:latin typeface="Calibri"/>
              </a:rPr>
              <a:t>ID prefix:  JAH-AT11-</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Cartographer</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Maps archives: schema discovery, crawl frontiers, taxonomies, coverage audits, and change reports.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https://justinahiggins614-cmyk.github.io/jah-databases/db/archive-tool-archive-cartographer/</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https://justinahiggins614-cmyk.github.io/jah-databases-data-1/data/archive-tool-archive-cartographer/index.jsonl.gz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
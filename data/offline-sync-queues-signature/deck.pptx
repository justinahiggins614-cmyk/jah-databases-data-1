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offline-sync-queues-signature/" TargetMode="External"/><Relationship Id="rId3" Type="http://schemas.openxmlformats.org/officeDocument/2006/relationships/hyperlink" Target="https://justinahiggins614-cmyk.github.io/jah-databases-data-1/data/offline-sync-queu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Offline Sync Queues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Work offline, sync later — durable queues, outbox patterns, and background sync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Offline Sync Queues Database holds 15 offline sync queues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 offline, sync later — durable queues, outbox patterns, and background sync engines.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SigOutbox  [JAH-OSQ-S-000001]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outbox with exactly-once relay and idempotency keys built in. Stores intents; syncs via SigRelay. Conflict strategy: idempotent merge.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SigQueue-Mobile  [JAH-OSQ-S-000002]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battery-aware sync batching by network type. Stores ops; syncs via SigSync worker. Conflict strategy: CRDT merge.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SigQueue-Web  [JAH-OSQ-S-000003]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service-worker queues with background sync and periodic sync. Stores requests; syncs via SW sync. Conflict strategy: retry + merge.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SigQueue-Mesh  [JAH-OSQ-S-000004]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queues replicating across mesh peers for offline-first fleets. Stores messages; syncs via mesh gossip. Conflict strategy: causal merge.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SigQueue-IoT  [JAH-OSQ-S-000005]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store-and-forward for sensors with tiny RAM footprints. Stores readings; syncs via gateway sync. Conflict strategy: time-series merge.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offline sync queue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JAH-OSQ-S-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Sync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 offline, sync later — durable queues, outbox patterns, and background sync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https://justinahiggins614-cmyk.github.io/jah-databases/db/offline-sync-queues-signature/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https://justinahiggins614-cmyk.github.io/jah-databases-data-1/data/offline-sync-queues-signature/index.jsonl.gz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
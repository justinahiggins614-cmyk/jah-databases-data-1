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obot-mission-abort-and-safe-state/" TargetMode="External"/><Relationship Id="rId3" Type="http://schemas.openxmlformats.org/officeDocument/2006/relationships/hyperlink" Target="https://justinahiggins614-cmyk.github.io/jah-databases-data-1/data/robot-mission-abort-and-safe-stat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Robot Mission Abort and Safe-State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When missions must stop — abort triggers, sequences, safe states,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Robot Mission Abort and Safe-State Database holds 20 abort and safe-state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When missions must stop — abort triggers, sequences, safe states, and recovery.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E-stop: immediate halt  [JAH-RMA-000001]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emergency stop halts all motion in under 100 ms. Brakes engage; power stays for the controller.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Comms loss: return to home  [JAH-RMA-000002]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 comms loss, the drone returns to home and lands. The failsafe triggers after 5 seconds.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Power fault: controlled descent  [JAH-RMA-000003]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 power fault, the drone descends under remaining power to the nearest safe spot.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Sensor fault: degrade gracefully  [JAH-RMA-000004]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 IMU fault, the drone switches to the redundant IMU and lands. Voting detects the fault.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Geofence breach: turn back  [JAH-RMA-000005]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 geofence breach, the vehicle turns back inside and hovers. The breach is logged.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abort and safe-state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JAH-RMA-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Robot Abort Safety Officer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When missions must stop — abort triggers, sequences, safe states, and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https://justinahiggins614-cmyk.github.io/jah-databases/db/robot-mission-abort-and-safe-state/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https://justinahiggins614-cmyk.github.io/jah-databases-data-1/data/robot-mission-abort-and-safe-state/index.jsonl.gz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
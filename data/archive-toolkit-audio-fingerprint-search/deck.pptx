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dio-fingerprint-search/" TargetMode="External"/><Relationship Id="rId3" Type="http://schemas.openxmlformats.org/officeDocument/2006/relationships/hyperlink" Target="https://justinahiggins614-cmyk.github.io/jah-databases-data-1/data/archive-toolkit-audio-fingerprint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Audio Fingerprint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Audio Fingerprint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Spectral peak picking — Audio Fingerprint Search  [JAH-ATK111-00001]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Fingerprinting starts from a spectrogram: time on one axis, frequency on the other, energy as brightness. Peak picking keeps only local energy maxima, the 'constellation' of the recording. Peaks surv…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Peak-pair hashing — Audio Fingerprint Search  [JAH-ATK111-00002]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fingerprint hash combines two peaks: their frequencies and the time between them. Pairing makes hashes translation-invariant in time: a clip starting anywhere still matches. The fanout parameter…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Time-offset voting — Audio Fingerprint Search  [JAH-ATK111-00003]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Matching hashes vote for the time offset between query and reference; the true song accumulates a sharp peak. Random collisions scatter votes uniformly, so the offset histogram separates signal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Robustness to noise — Audio Fingerprint Search  [JAH-ATK111-00004]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Peak constellations ignore everything below the local-maximum threshold, discarding crowd noise and chatter. Only the strongest time-frequency landmarks participate, so bar-room recordings still iden…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Landmark density control — Audio Fingerprint Search  [JAH-ATK111-00005]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Denser peaks mean more hashes and better recall but bigger indexes; sparser peaks save space but risk misses. Systems tune peak density per frequency band, keeping more landmarks where music is most…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Audio Fingerprint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audio using identifying acoustic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https://justinahiggins614-cmyk.github.io/jah-databases/db/archive-toolkit-audio-fingerprint-search/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https://justinahiggins614-cmyk.github.io/jah-databases-data-1/data/archive-toolkit-audio-fingerprint-search/index.jsonl.gz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
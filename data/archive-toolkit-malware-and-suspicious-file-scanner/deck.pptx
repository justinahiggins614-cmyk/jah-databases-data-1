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malware-and-suspicious-file-scanner/" TargetMode="External"/><Relationship Id="rId3" Type="http://schemas.openxmlformats.org/officeDocument/2006/relationships/hyperlink" Target="https://justinahiggins614-cmyk.github.io/jah-databases-data-1/data/archive-toolkit-malware-and-suspicious-file-scann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Malware and Suspicious File Scanner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Checks files before opening or executing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Malware and Suspicious File Scanner Database holds 15 malware and suspicious file scanners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files before opening or executing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Hash-based known-bad matching  [JAH-ATK270-000001]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File hashes (SHA-256) are compared against blocklists of known-malicious files. A match is an instant, high-confidence verdict. Blocklists are updated continuously and checked before any deeper, slow…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Hash-based known-bad matching  [JAH-ATK270-000002]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File hashes (SHA-256) are compared against blocklists of known-malicious files. A match is an instant, high-confidence verdict. Blocklists are updated continuously and checked before any deeper, slow…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Hash-based known-bad matching  [JAH-ATK270-000003]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File hashes (SHA-256) are compared against blocklists of known-malicious files. A match is an instant, high-confidence verdict. Blocklists are updated continuously and checked before any deeper, slow…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Magic-byte / type verification  [JAH-ATK270-000004]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file's magic bytes are checked against its claimed type: a .pdf that starts with MZ (a Windows executable) is suspicious. Type confusion is a classic malware delivery trick. Mismatches quarantine…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Magic-byte / type verification  [JAH-ATK270-000005]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file's magic bytes are checked against its claimed type: a .pdf that starts with MZ (a Windows executable) is suspicious. Type confusion is a classic malware delivery trick. Mismatches quarantine…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malware and suspicious file scanner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Malware and Suspicious File Scanner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Checks files before opening or executing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https://justinahiggins614-cmyk.github.io/jah-databases/db/archive-toolkit-malware-and-suspicious-file-scanner/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https://justinahiggins614-cmyk.github.io/jah-databases-data-1/data/archive-toolkit-malware-and-suspicious-file-scanner/index.jsonl.gz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
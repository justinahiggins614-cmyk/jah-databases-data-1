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expanding-tool-ecosystem/" TargetMode="External"/><Relationship Id="rId3" Type="http://schemas.openxmlformats.org/officeDocument/2006/relationships/hyperlink" Target="https://justinahiggins614-cmyk.github.io/jah-databases-data-1/data/apex-tool-self-expanding-tool-ecosystem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Self-Expanding Tool Ecosystem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missing capabilities, generates candidate tools, tests them, and registers approved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Self-Expanding Tool Ecosystem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missing capabilities, generates candidate tools, tests them, and registers approved versions.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Registry  [JAH-APX59-000001]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machine-readable catalog of every tool the ecosystem has: what it does, its inputs, outputs, and limits.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Usage Telemetry Collector  [JAH-APX59-000002]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which tools get used, how often, and where they fall short, feeding honest demand signals.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Gap Analyzer  [JAH-APX59-000003]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Compares requested capabilities against the registry and names the missing ones with evidence from failed lookups.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Candidate Tool Generator  [JAH-APX59-000004]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Drafts a new tool for a confirmed gap: interface, implementation sketch, and tests, from templates and examples.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Sandboxed Test Harness  [JAH-APX59-000005]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candidate tools in isolation against generated test suites before they touch the real ecosystem.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Self-Expanding Tool Ecosystem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missing capabilities, generates candidate tools, tests them, and registers approved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https://justinahiggins614-cmyk.github.io/jah-databases/db/apex-tool-self-expanding-tool-ecosystem/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https://justinahiggins614-cmyk.github.io/jah-databases-data-1/data/apex-tool-self-expanding-tool-ecosystem/index.jsonl.gz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
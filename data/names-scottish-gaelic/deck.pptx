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cottish-gaelic/" TargetMode="External"/><Relationship Id="rId3" Type="http://schemas.openxmlformats.org/officeDocument/2006/relationships/hyperlink" Target="https://justinahiggins614-cmyk.github.io/jah-databases-data-1/data/names-scottish-gaelic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Scottish Gaelic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Scottish Gaelic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Scottish Gaelic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Scottish Gaelic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Hamish — Scottish Gaelic given name  [JAH-NMSG-000001]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Hamish is a masculine given name in Scottish Gaelic. Of Gaelic Seumas, form of James origin. The beloved Gaelic form of James.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Mhairi — Scottish Gaelic given name  [JAH-NMSG-000002]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Mhairi is a feminine given name in Scottish Gaelic. Of Gaelic, form of Mary origin. The Gaelic form of Mary, pronounced VAR-ee.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Alasdair — Scottish Gaelic given name  [JAH-NMSG-000003]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Alasdair is a masculine given name in Scottish Gaelic. It means "defender of men", from Greek Alexandros, via Gaelic. The Gaelic form of Alexander.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Catriona — Scottish Gaelic given name  [JAH-NMSG-000004]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Catriona is a feminine given name in Scottish Gaelic. It is written Catrìona in the native script. It means "pure", from Greek Katherine, via Gaelic. The Gaelic form of Katherine.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Ewan — Scottish Gaelic given name  [JAH-NMSG-000005]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Ewan is a masculine given name in Scottish Gaelic. It means "born of the yew", from Gaelic Eoghan. An ancient princely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JAH-NMSG-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Scottish Gaelic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Scottish Gaelic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https://justinahiggins614-cmyk.github.io/jah-databases/db/names-scottish-gaelic/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https://justinahiggins614-cmyk.github.io/jah-databases-data-1/data/names-scottish-gaelic/index.jsonl.gz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
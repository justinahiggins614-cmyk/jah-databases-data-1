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heckpoint-and-resume-manager-signature/" TargetMode="External"/><Relationship Id="rId3" Type="http://schemas.openxmlformats.org/officeDocument/2006/relationships/hyperlink" Target="https://justinahiggins614-cmyk.github.io/jah-databases-data-1/data/archive-toolkit-checkpoint-and-resume-man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Checkpoint and Resume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Saves execution state and resumes interrupted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Checkpoint and Resume Manager Database holds 15 checkpoint and resume managers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Saves execution state and resumes interrupted operations.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Deterministic replay seal  [JAH-ATK251S-000001]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checkpoint is sealed with a hash chain linking it to the previous checkpoint. Before replay, the resume routine verifies the whole chain…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Deterministic replay seal  [JAH-ATK251S-000002]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checkpoint is sealed with a hash chain linking it to the previous checkpoint. Before replay, the resume routine verifies the whole chain…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Deterministic replay seal  [JAH-ATK251S-000003]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checkpoint is sealed with a hash chain linking it to the previous checkpoint. Before replay, the resume routine verifies the whole chain…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Checkpoint quorum  [JAH-ATK251S-000004]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checkpoints are written to three independent stores, and resume requires at least two of the three to agree. A single corrupted or compromised…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Checkpoint quorum  [JAH-ATK251S-000005]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checkpoints are written to three independent stores, and resume requires at least two of the three to agree. A single corrupted or compromised…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checkpoint and resume manager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Checkpoint and Resume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Saves execution state and resumes interrupted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https://justinahiggins614-cmyk.github.io/jah-databases/db/archive-toolkit-checkpoint-and-resume-manager-signature/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https://justinahiggins614-cmyk.github.io/jah-databases-data-1/data/archive-toolkit-checkpoint-and-resume-manager-signature/index.jsonl.gz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
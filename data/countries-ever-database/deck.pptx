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untries-ever-database/" TargetMode="External"/><Relationship Id="rId3" Type="http://schemas.openxmlformats.org/officeDocument/2006/relationships/hyperlink" Target="https://justinahiggins614-cmyk.github.io/jah-databases-data-1/data/countries-ever-databa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Countries Ever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Every country that ever was: current, defunct, and historical.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Countries Ever Database holds 15 country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country that ever was: current, defunct, and historical.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reference: standard historical records and encyclopedic public sources;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United States of America  [JAH-CTRY-000001]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United States is a federal republic of 50 states founded on the 1776 Declaration of Independence and the 1789 Constitution, with a presidential system and separation of powers. It spans North Ame…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People's Republic of China  [JAH-CTRY-000002]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China is the world's most populous country outside India, with about 1.4 billion people, governed as a one-party socialist state since 1949 with Beijing as capital. Its civilization spans millennia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Union of Soviet Socialist Republics (1922-1991)  [JAH-CTRY-000003]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USSR was a federal socialist state spanning Eurasia from 1922 until its dissolution in December 1991, when its 15 republics became independent nations. It industrialized rapidly, launched the fir…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Socialist Federal Republic of Yugoslavia (1945-1992)  [JAH-CTRY-000004]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Yugoslavia was a Balkan federation of six republics (Slovenia, Croatia, Bosnia and Herzegovina, Serbia, Montenegro, Macedonia) that existed from 1945 until breaking apart in 1991-1992. Under Josip Br…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Kingdom of Prussia (1701-1918)  [JAH-CTRY-000005]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Prussia was a German kingdom from 1701 (a duchy and electorate before that) until the 1918 revolution, famed for military discipline, efficient bureaucracy, and leaders like Frederick the Great. It 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country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JAH-CTRY-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Country Chronicler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country that ever was: current, defunct, and historical.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https://justinahiggins614-cmyk.github.io/jah-databases/db/countries-ever-database/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https://justinahiggins614-cmyk.github.io/jah-databases-data-1/data/countries-ever-database/index.jsonl.gz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
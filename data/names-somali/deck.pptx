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omali/" TargetMode="External"/><Relationship Id="rId3" Type="http://schemas.openxmlformats.org/officeDocument/2006/relationships/hyperlink" Target="https://justinahiggins614-cmyk.github.io/jah-databases-data-1/data/names-somal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Somali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Somali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Somali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Somali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Ahmed — Somali given name  [JAH-NMS8-000001]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Ahmed is a masculine given name in Somali. It means "most praised", from Arabic. A very common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Fatima — Somali given name  [JAH-NMS8-000002]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 is a feminine given name in Somali. Of Arabic origin. A beloved feminine name, borne by the Prophet's daughter.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Hassan — Somali given name  [JAH-NMS8-000003]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Hassan is a masculine given name in Somali. It means "handsome, good", from Arabic. A common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Amina — Somali given name  [JAH-NMS8-000004]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 is a feminine given name in Somali. It means "trustworthy", from Arabic. A feminine name meaning trustworthy.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Abdi — Somali given name  [JAH-NMS8-000005]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Abdi is a masculine given name in Somali. It means "servant (of God)", from Arabic abd. Short for Abdullah-type names; a very common name element.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Somali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Somali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https://justinahiggins614-cmyk.github.io/jah-databases/db/names-somali/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https://justinahiggins614-cmyk.github.io/jah-databases-data-1/data/names-somali/index.jsonl.gz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
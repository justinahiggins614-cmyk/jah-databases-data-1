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fula/" TargetMode="External"/><Relationship Id="rId3" Type="http://schemas.openxmlformats.org/officeDocument/2006/relationships/hyperlink" Target="https://justinahiggins614-cmyk.github.io/jah-databases-data-1/data/names-fula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Fula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Fula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Fula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Fula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Amina — Fula given name  [JAH-NMF3-000001]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Amina is a feminine given name in Fula. It means "trustworthy", from Arabic. A beloved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Musa — Fula given name  [JAH-NMF3-000002]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Musa is a masculine given name in Fula. Of Arabic/Hebrew, via Islam origin. The Fula form of Moses.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Ibrahim — Fula given name  [JAH-NMF3-000003]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Ibrahim is a masculine given name in Fula. Of Arabic, via Islam origin. The Fula form of Abraham.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Fatima — Fula given name  [JAH-NMF3-000004]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Fatima is a feminine given name in Fula. Of Arabic origin. A beloved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Abdoulaye — Fula given name  [JAH-NMF3-000005]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Abdoulaye is a masculine given name in Fula. It means "servant of God", from Arabic Abdallah. A very common masculine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JAH-NMF3-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Fula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Fula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https://justinahiggins614-cmyk.github.io/jah-databases/db/names-fula/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https://justinahiggins614-cmyk.github.io/jah-databases-data-1/data/names-fula/index.jsonl.gz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
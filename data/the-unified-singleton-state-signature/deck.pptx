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he-unified-singleton-state-signature/" TargetMode="External"/><Relationship Id="rId3" Type="http://schemas.openxmlformats.org/officeDocument/2006/relationships/hyperlink" Target="https://justinahiggins614-cmyk.github.io/jah-databases-data-1/data/the-unified-singleton-stat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The Unified Singleton State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single shared state for the whole system — every part reads the same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The Unified Singleton State Database holds 15 state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single shared state for the whole system — every part reads the same truth.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Single Source  [JAH-THEUNI-S-000001]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Single Source is a state ability in the Signature The Unified Singleton State database. Keeps exactly one authoritative copy of every fact. All reads go through the store; caches are invali…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Atomic Writes  [JAH-THEUNI-S-000002]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Atomic Writes is a state ability in the Signature The Unified Singleton State database. Applies writes atomically — all or nothing. Writes batch into transactions; failures roll back comple…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Watchers  [JAH-THEUNI-S-000003]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Watchers is a state ability in the Signature The Unified Singleton State database. Notifies watchers the moment their state changes. Subscriptions name paths; changes to a path notify its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Time Travel  [JAH-THEUNI-S-000004]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Time Travel is a state ability in the Signature The Unified Singleton State database. Reverts the whole state to any past version. Versions are kept per write; time travel sets the pointer…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Derived Views  [JAH-THEUNI-S-000005]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Derived Views is a state ability in the Signature The Unified Singleton State database. Computes views from state that update automatically. Views declare their inputs; the engine recompute…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state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JAH-THEUNI-S-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Unified Singleton State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single shared state for the whole system — every part reads the same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https://justinahiggins614-cmyk.github.io/jah-databases/db/the-unified-singleton-state-signature/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https://justinahiggins614-cmyk.github.io/jah-databases-data-1/data/the-unified-singleton-state-signature/index.jsonl.gz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
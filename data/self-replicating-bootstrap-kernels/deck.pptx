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replicating-bootstrap-kernels/" TargetMode="External"/><Relationship Id="rId3" Type="http://schemas.openxmlformats.org/officeDocument/2006/relationships/hyperlink" Target="https://justinahiggins614-cmyk.github.io/jah-databases-data-1/data/self-replicating-bootstrap-kernel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Self-Replicating Bootstrap Kernels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Kernels that bring a machine from power-on to running and can reproduce themselves: bootloaders, verified boot, and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Self-Replicating Bootstrap Kernels Database holds 15 kernels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Kernels that bring a machine from power-on to running and can reproduce themselves: bootloaders, verified boot, and recovery.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Minimal Bootloaders  [JAH-SRB-000001]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tiny first-stage loader that fits in kilobytes and does one job: find and start the next stage. Minimalism is a security feature - less code means fewer bugs in the most privileged software on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Kernel Self-Copy  [JAH-SRB-000002]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Copies the kernel image to its runtime location and verifies the copy before jumping to it, so the running kernel is always a checked duplicate of the stored image. Self-copy isolates the running sys…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Stage-2 Loaders  [JAH-SRB-000003]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second-stage loader understands filesystems and can load kernels by name, enabling boot menus and multiple kernel choices. Stage 2 turns booting from a fixed ritual into a configurable, user-visi…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Verified Boot Chains  [JAH-SRB-000004]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boot stage cryptographically verifies the next before handing off control, forming an unbroken chain of trust from immutable ROM to the running OS. A single failed verification halts the boot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Reproducible Builds  [JAH-SRB-000005]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the kernel so that the same source always produces bit-identical binaries, letting anyone verify the shipped binary matches the published source. Reproducibility turns trust in the builder int…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kernel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JAH-SRB-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Bootstrap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Kernels that bring a machine from power-on to running and can reproduce themselves: bootloaders, verified boot, and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https://justinahiggins614-cmyk.github.io/jah-databases/db/self-replicating-bootstrap-kernels/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https://justinahiggins614-cmyk.github.io/jah-databases-data-1/data/self-replicating-bootstrap-kernels/index.jsonl.gz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
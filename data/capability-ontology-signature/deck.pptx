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pability-ontology-signature/" TargetMode="External"/><Relationship Id="rId3" Type="http://schemas.openxmlformats.org/officeDocument/2006/relationships/hyperlink" Target="https://justinahiggins614-cmyk.github.io/jah-databases-data-1/data/capability-ontolog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Capability Ontology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Formal capability definitions that let the network reason about what tools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Capability Ontology Database holds 20 capability definitions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Formal capability definitions that let the network reason about what tools can 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Seeking Sense  [JAH-CAPABI-S-000001]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sense that seeks answers across the web and returns them with their trails. The sense never pretends memory is the same as looking; it looks, then speaks. Teaching ladder: rank 1…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Reading Touch  [JAH-CAPABI-S-000002]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touch that reads files and knows their true contents. The touch asks permission first - it reads only what it may. Teaching ladder: rank 1 — the concept in its simplest, most dir…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Doing Hand  [JAH-CAPABI-S-000003]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hand that executes code within a warded circle, capturing all it does. The circle's bounds are sworn beforehand, so the hand's power is always known. Teaching ladder: rank 1 —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Speaking Voice  [JAH-CAPABI-S-000004]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voice that speaks fluent text and confesses its limits plainly. The voice never claims certainty it does not have. Teaching ladder: rank 1 — the concept in its simplest, most dir…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Truth Scales  [JAH-CAPABI-S-000005]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scales weighing claims against evidence, tipping only for the proven. The scales show their weights - every verdict carries its evidence. Teaching ladder: rank 1 — the concept 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capability definition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JAH-CAPABI-S-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Ontology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Formal capability definitions that let the network reason about what tools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https://justinahiggins614-cmyk.github.io/jah-databases/db/capability-ontology-signature/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https://justinahiggins614-cmyk.github.io/jah-databases-data-1/data/capability-ontology-signature/index.jsonl.gz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
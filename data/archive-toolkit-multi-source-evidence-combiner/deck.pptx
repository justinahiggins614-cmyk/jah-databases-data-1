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multi-source-evidence-combiner/" TargetMode="External"/><Relationship Id="rId3" Type="http://schemas.openxmlformats.org/officeDocument/2006/relationships/hyperlink" Target="https://justinahiggins614-cmyk.github.io/jah-databases-data-1/data/archive-toolkit-multi-source-evidence-combin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Multi-Source Evidence Combiner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Combines evidence while accounting for dependence and disagreement.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Multi-Source Evidence Combiner Database holds 15 evidence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evidence while accounting for dependence and disagreement.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Multi-Source Evidence Combiner: a plain-language overview  [JAH-ATK198-000001]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Multi-Source Evidence Combiner does and why archives need it. A multi-source evidence combiner takes many sources' word on one question and produces one careful answer. It weighs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Multi-Source Evidence Combiner works  [JAH-ATK198-000002]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Multi-Source Evidence Combiner does and why archives need it. Real combiners use weighted voting where weights reflect source reliability and independence: dependent sources (one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Multi-Source Evidence Combiner works: the deep tour  [JAH-ATK198-000003]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Multi-Source Evidence Combiner does and why archives need it. Real combiners use weighted voting where weights reflect source reliability and independence: dependent sources (one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Dependence-discounted weighted voting: the simple idea  [JAH-ATK198-000004]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dependence-discounted weighted voting - how it works inside the Multi-Source Evidence Combiner. A multi-source evidence combiner takes many sources' word on one question and produces one…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Dependence-discounted weighted voting in practice  [JAH-ATK198-000005]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dependence-discounted weighted voting - how it works inside the Multi-Source Evidence Combiner. Real combiners use weighted voting where weights reflect source reliability and independen…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evidence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Evidence Blender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evidence while accounting for dependence and disagreement.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https://justinahiggins614-cmyk.github.io/jah-databases/db/archive-toolkit-multi-source-evidence-combiner/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https://justinahiggins614-cmyk.github.io/jah-databases-data-1/data/archive-toolkit-multi-source-evidence-combiner/index.jsonl.gz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
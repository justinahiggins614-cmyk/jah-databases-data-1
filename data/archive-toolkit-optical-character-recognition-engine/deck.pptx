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optical-character-recognition-engine/" TargetMode="External"/><Relationship Id="rId3" Type="http://schemas.openxmlformats.org/officeDocument/2006/relationships/hyperlink" Target="https://justinahiggins614-cmyk.github.io/jah-databases-data-1/data/archive-toolkit-optical-character-recognition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Optical Character Recognition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Converts scanned pages and images into searchable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Optical Character Recognition Engine Database holds 15 extraction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Converts scanned pages and images into searchable text.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Template matching — Optical Character Recognition Engine  [JAH-ATK141-00001]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Template matching slides character prototypes over the image, scoring pixel agreement. It works on clean, fixed fonts with known layouts. Templates are the simplest real OCR.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Binarization — Optical Character Recognition Engine  [JAH-ATK141-00002]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Binarization thresholds grayscale scans into black/white, separating ink from paper. Adaptive thresholds handle uneven lighting. Clean binaries make or break recognition.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Segmentation — Optical Character Recognition Engine  [JAH-ATK141-00003]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Segmentation splits lines into words and words into characters. Connected-component analysis finds character blobs. Good segmentation precedes good recognition.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Feature-based classifiers — Optical Character Recognition Engine  [JAH-ATK141-00004]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Classifiers use stroke features (loops, endpoints) instead of raw pixels. Features tolerate font variation. Features generalize.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Neural OCR — Optical Character Recognition Engine  [JAH-ATK141-00005]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CNN-RNN models read whole text lines without character segmentation. Sequence models handle cursive and degraded print. Neural OCR leads accuracy today.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extraction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JAH-ATK141-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Optical Character Recognition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Converts scanned pages and images into searchable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https://justinahiggins614-cmyk.github.io/jah-databases/db/archive-toolkit-optical-character-recognition-engine/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https://justinahiggins614-cmyk.github.io/jah-databases-data-1/data/archive-toolkit-optical-character-recognition-engine/index.jsonl.gz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
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icense-auditing-signature/" TargetMode="External"/><Relationship Id="rId3" Type="http://schemas.openxmlformats.org/officeDocument/2006/relationships/hyperlink" Target="https://justinahiggins614-cmyk.github.io/jah-databases-data-1/data/license-audit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License Auditing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Keeping the lawyers happy automatically: SPDX, SBOMs, copyleft detection, compatibility matrices, and CI gates for open-source licenses.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License Auditing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Keeping the lawyers happy automatically: SPDX, SBOMs, copyleft detection, compatibility matrices, and CI gates for open-source licenses.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SPDX license identifiers  [JAH-LICENS-S-000001]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SPDX identifiers are the standard short names for licenses — MIT, Apache-2.0, GPL-3.0-only — maintained by the Linux Foundation. Every package should declare one in its metadata; auditors match ident…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Copyleft detection  [JAH-LICENS-S-000002]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Copyleft licenses (GPL, AGPL) require derivative works to share source — the clause that keeps lawyers up at night. Detection scans dependencies for copyleft identifiers and, critically, checks linka…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License compatibility matrix  [JAH-LICENS-S-000003]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Not all licenses mix: GPL-2.0-only code cannot combine with Apache-2.0 code in one work (the famous incompatibility), while MIT mixes with everything. The compatibility matrix answers 'can I combine…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SBOM generation  [JAH-LICENS-S-000004]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Software Bill of Materials lists every component in the shipped product — name, version, license, supplier, hash — in CycloneDX or SPDX format. Governments now require SBOMs for sold software (US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Dependency scanning  [JAH-LICENS-S-000005]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Dependency scanning inventories every third-party component — direct and transitive — and checks each against license policies and vulnerability databases. The transitive part is what surprises teams…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JAH-LICENS-S-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License Auditing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Keeping the lawyers happy automatically: SPDX, SBOMs, copyleft detection, compatibility matrices, and CI gates for open-source licenses.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https://justinahiggins614-cmyk.github.io/jah-databases/db/license-auditing-signature/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https://justinahiggins614-cmyk.github.io/jah-databases-data-1/data/license-auditing-signature/index.jsonl.gz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
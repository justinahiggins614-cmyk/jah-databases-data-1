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software-provenance-verifier/" TargetMode="External"/><Relationship Id="rId3" Type="http://schemas.openxmlformats.org/officeDocument/2006/relationships/hyperlink" Target="https://justinahiggins614-cmyk.github.io/jah-databases-data-1/data/archive-toolkit-software-provenance-verifi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Software Provenance Verifier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Checks available signatures, hashes, origin records, and trusted release metadata.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Software Provenance Verifier Database holds 15 software provenance verifiers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Checks available signatures, hashes, origin records, and trusted release metadata.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harvest — documented archive-engineering practice; method fact-checked against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Hash verification against published digests  [JAH-ATK272-000001]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artifact's hash is recomputed locally and compared against the digest published by the distributor. A match proves the bytes are exactly what the distributor released. Verification happens before…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Hash verification against published digests  [JAH-ATK272-000002]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artifact's hash is recomputed locally and compared against the digest published by the distributor. A match proves the bytes are exactly what the distributor released. Verification happens before…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Hash verification against published digests  [JAH-ATK272-000003]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artifact's hash is recomputed locally and compared against the digest published by the distributor. A match proves the bytes are exactly what the distributor released. Verification happens before…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verification workflow  [JAH-ATK272-000004]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Detached signatures over the artifact are verified with the distributor's public key before use. Signature verification proves both integrity and origin: the bytes are intact and they came from the k…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verification workflow  [JAH-ATK272-000005]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Detached signatures over the artifact are verified with the distributor's public key before use. Signature verification proves both integrity and origin: the bytes are intact and they came from the k…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software provenance verifier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JAH-ATK272-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Software Provenance Verifier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Checks available signatures, hashes, origin records, and trusted release metadata.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https://justinahiggins614-cmyk.github.io/jah-databases/db/archive-toolkit-software-provenance-verifier/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https://justinahiggins614-cmyk.github.io/jah-databases-data-1/data/archive-toolkit-software-provenance-verifier/index.jsonl.gz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
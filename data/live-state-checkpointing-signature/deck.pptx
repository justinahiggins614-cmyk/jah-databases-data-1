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ive-state-checkpointing-signature/" TargetMode="External"/><Relationship Id="rId3" Type="http://schemas.openxmlformats.org/officeDocument/2006/relationships/hyperlink" Target="https://justinahiggins614-cmyk.github.io/jah-databases-data-1/data/live-state-checkpoint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Live State Checkpointing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Freeze live processes, containers, and VMs and resume them later — the tools, formats, and restore commands.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Live State Checkpointing Database holds 15 checkpoint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 live processes, containers, and VMs and resume them later — the tools, formats, and restore commands.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SigFreeze-Process  [JAH-LSC-S-000001]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per-process freeze with encrypted images and integrity manifests. Scope: process. Checkpoint format: encrypted image + manifest. Restore with: sigfreeze restore img.sig.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SigFreeze-Cell  [JAH-LSC-S-000002]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microVM freeze in 40 ms using content-addressed memory blobs. Scope: SigCell. Checkpoint format: CAS blobs. Restore with: sigcell thaw &lt;id&gt;.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SigFreeze-Mesh  [JAH-LSC-S-000003]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checkpoint images replicated across the mesh for disaster recovery. Scope: mesh service. Checkpoint format: replicated images. Restore with: sigmesh revive &lt;svc&gt;.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SigHotSwap  [JAH-LSC-S-000004]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language-level hot swap with state-migration functions per version. Scope: Sig runtime. Checkpoint format: module delta. Restore with: sighotswap apply v2.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SigTimeTravel  [JAH-LSC-S-000005]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deterministic replay checkpoints capturing every syscall for debugging. Scope: process. Checkpoint format: event log + snapshots. Restore with: sigtt replay &lt;run&gt;.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checkpoint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JAH-LSC-S-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Checkpoint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 live processes, containers, and VMs and resume them later — the tools, formats, and restore commands.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https://justinahiggins614-cmyk.github.io/jah-databases/db/live-state-checkpointing-signature/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https://justinahiggins614-cmyk.github.io/jah-databases-data-1/data/live-state-checkpointing-signature/index.jsonl.gz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
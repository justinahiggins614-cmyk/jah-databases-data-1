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architecture-search-signature/" TargetMode="External"/><Relationship Id="rId3" Type="http://schemas.openxmlformats.org/officeDocument/2006/relationships/hyperlink" Target="https://justinahiggins614-cmyk.github.io/jah-databases-data-1/data/ai-architecture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Architecture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Neural architecture search: methods that discover model architectures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Architecture Search Database holds 20 architecture search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Neural architecture search: methods that discover model architectures automatically.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Search Gardener  [JAH-AIARCH-S-000001]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architectures by growing them from seeds: the search plants promising starts and tends the fit. The garden blooms with architectures. Search gets cultivated.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Controller Whisperer  [JAH-AIARCH-S-000002]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whispers to RL controllers: the reward is shaped to guide, not just score. The whispering teaches design. Controllers get educated.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Evolution Naturalist  [JAH-AIARCH-S-000003]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naturalist for evolved architectures: the lineages are studied, the adaptations named. The study is scientific. Evolution gets understood.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Gradient Gardener  [JAH-AIARCH-S-000004]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DARTS alphas by weeding the collapse: the discretization gap is tended. The garden stays honest. Gradients get architectural safely.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Sharing Economist  [JAH-AIARCH-S-000005]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an economist for shared weights: the training budget is allocated fairly, the rankings taxed for bias. The economy is fair. Sharing gets just.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architecture search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JAH-AIARCH-S-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Searcher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Neural architecture search: methods that discover model architectures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https://justinahiggins614-cmyk.github.io/jah-databases/db/ai-architecture-search-signature/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https://justinahiggins614-cmyk.github.io/jah-databases-data-1/data/ai-architecture-search-signature/index.jsonl.gz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
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portuguese-signature/" TargetMode="External"/><Relationship Id="rId3" Type="http://schemas.openxmlformats.org/officeDocument/2006/relationships/hyperlink" Target="https://justinahiggins614-cmyk.github.io/jah-databases-data-1/data/names-portugu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Portuguese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Portuguese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Portuguese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Portuguese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João - sound, structure, and naming power  [JAH-NMPS2-000001]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Portuguese masculine name João. Sound: 1 syllables, open vowels. Structure: The Portuguese form of John.. Recorded meaning: God is gracious. Naming power: the name is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Maria - sound, structure, and naming power  [JAH-NMPS2-000002]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Portuguese feminine name Maria. Sound: 2 syllables, open vowels. Structure: Long the most common girls' name.. Recorded meaning: Beloved. Naming power: the name is short…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José - sound, structure, and naming power  [JAH-NMPS2-000003]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Portuguese masculine name José. Sound: 2 syllables, firm consonant close. Structure: The Portuguese form of Joseph.. Recorded meaning: God will increase. Naming power: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Ana - sound, structure, and naming power  [JAH-NMPS2-000004]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Portuguese feminine name Ana. Sound: 2 syllables, open vowels. Structure: From Hebrew Hannah.. Recorded meaning: Grace. Naming power: the name is short, sayable, and car…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Portuguese naming framework  [JAH-NMPS2-000005]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Portuguese names. Forging a new Signature name runs in four passes: sound (two to four syllables that read aloud cleanly), meaning (one plain-language gloss, never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JAH-NMPS2-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Portuguese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Portuguese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https://justinahiggins614-cmyk.github.io/jah-databases/db/names-portuguese-signature/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https://justinahiggins614-cmyk.github.io/jah-databases-data-1/data/names-portuguese-signature/index.jsonl.gz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
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tenant-isolation-policies/" TargetMode="External"/><Relationship Id="rId3" Type="http://schemas.openxmlformats.org/officeDocument/2006/relationships/hyperlink" Target="https://justinahiggins614-cmyk.github.io/jah-databases-data-1/data/multi-tenant-isolation-polici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Multi-Tenant Isolation Policies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Keeps tenants apart — isolation policies that hold even when everyone shares the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Multi-Tenant Isolation Policies Database holds 15 security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tenants apart — isolation policies that hold even when everyone shares the hardware.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Namespace Isolation  [JAH-MTI-000001]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Namespace Isolation is a security ability in the Multi-Tenant Isolation Policies database. Gives each tenant a private namespace nothing else can see. Resources are tagged by tenant at creation; quer…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Network Segmentation  [JAH-MTI-000002]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Network Segmentation is a security ability in the Multi-Tenant Isolation Policies database. Segments tenant networks so traffic never crosses. Each tenant gets virtual networks with deny-by-default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Encryption Per Tenant  [JAH-MTI-000003]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Encryption Per Tenant is a security ability in the Multi-Tenant Isolation Policies database. Encrypts each tenant's data with its own keys. Data keys are per-tenant and wrapped by the tenant master 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Quota Boundaries  [JAH-MTI-000004]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Quota Boundaries is a security ability in the Multi-Tenant Isolation Policies database. Enforces hard resource quotas per tenant. CPU, memory, and storage quotas are enforced at admission; over-quota…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Noisy-Neighbor Guards  [JAH-MTI-000005]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Noisy-Neighbor Guards is a security ability in the Multi-Tenant Isolation Policies database. Protects tenants from each other's spikes. Per-tenant rate limits and CPU shares isolate performance; hogs…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security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JAH-MTI-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Multi-Tenant Isolation Policy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tenants apart — isolation policies that hold even when everyone shares the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https://justinahiggins614-cmyk.github.io/jah-databases/db/multi-tenant-isolation-policies/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https://justinahiggins614-cmyk.github.io/jah-databases-data-1/data/multi-tenant-isolation-policies/index.jsonl.gz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
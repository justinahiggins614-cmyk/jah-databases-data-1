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rusted-execution-environment-tee-integration/" TargetMode="External"/><Relationship Id="rId3" Type="http://schemas.openxmlformats.org/officeDocument/2006/relationships/hyperlink" Target="https://justinahiggins614-cmyk.github.io/jah-databases-data-1/data/trusted-execution-environment-tee-integ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Trusted Execution Environment (TEE)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Trusted Execution Environment (TEE) Integration Database holds 15 TEE integration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Intel SGX enclaves  [JAH-TEE-000001]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SGX carves encrypted memory regions (enclaves) that even the OS and hypervisor can't read; code inside runs with hardware confidentiality and integrity. Remote attestation proves to a verifier what's…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Intel TDX  [JAH-TEE-000002]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TDX extends the VM-level confidential computing model to Intel: trust domains are hardware-isolated VMs the hypervisor can't inspect, with attestation via SGX-based quoting. The cloud-native answer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Intel SGX enclaves  [JAH-TEE-000003]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SGX carves encrypted memory regions (enclaves) that even the OS and hypervisor can't read; code inside runs with hardware confidentiality and integrity. Remote attestation proves to a verifier what's…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Intel TDX  [JAH-TEE-000004]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TDX extends the VM-level confidential computing model to Intel: trust domains are hardware-isolated VMs the hypervisor can't inspect, with attestation via SGX-based quoting. The cloud-native answer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Confidential containers  [JAH-TEE-000005]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Confidential containers (CoCo, Azure ACI) run standard container images inside TEEs — no enclave rewrite needed. The container runtime is measured and attested; the image's layers are verified. It's…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TEE integration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TEE Integration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https://justinahiggins614-cmyk.github.io/jah-databases/db/trusted-execution-environment-tee-integration/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https://justinahiggins614-cmyk.github.io/jah-databases-data-1/data/trusted-execution-environment-tee-integration/index.jsonl.gz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
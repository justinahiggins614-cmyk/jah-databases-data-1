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pu-kernel-optimization/" TargetMode="External"/><Relationship Id="rId3" Type="http://schemas.openxmlformats.org/officeDocument/2006/relationships/hyperlink" Target="https://justinahiggins614-cmyk.github.io/jah-databases-data-1/data/gpu-kernel-optim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GPU Kernel Optimization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Tiling, coalescing, shared memory, and occupancy tuning that make GPU kernels run at full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GPU Kernel Optimization Database holds 20 GPU kernel optimization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Tiling, coalescing, shared memory, and occupancy tuning that make GPU kernels run at full speed.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Coalesced Memory Access  [JAH-GKO-000001]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Threads in a warp should access contiguous memory so the hardware merges them into few transactions. Strided access multiplies transactions and tanks bandwidth. Coalescing is the first optimization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Shared Memory Tiling  [JAH-GKO-000002]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 is staged through shared memory in tiles so each global element is read once and reused many times. Tiling turns O(n^3) reads into O(n^3/tile). Matrix multiplication lives or dies by tiling.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Occupancy Tuning  [JAH-GKO-000003]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Occupancy is the ratio of active warps to maximum; higher usually hides latency better. Registers and shared memory per block set the limit. Tuning balances occupancy against per-thread resources.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Loop Unrolling  [JAH-GKO-000004]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Unrolling inner loops reduces loop overhead and exposes instruction-level parallelism. #pragma unroll guides the compiler. Unroll too much and register pressure kills the gain.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Vectorized Loads (float4)  [JAH-GKO-000005]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Loading float4 instead of float quadruples the bytes per instruction and helps coalescing. The hardware issues fewer, wider transactions. Vectorize the hot 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GPU kernel optimization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JAH-GKO-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Kernel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Tiling, coalescing, shared memory, and occupancy tuning that make GPU kernels run at full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https://justinahiggins614-cmyk.github.io/jah-databases/db/gpu-kernel-optimization/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https://justinahiggins614-cmyk.github.io/jah-databases-data-1/data/gpu-kernel-optimization/index.jsonl.gz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
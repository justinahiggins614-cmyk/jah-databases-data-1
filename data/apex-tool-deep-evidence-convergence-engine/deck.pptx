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deep-evidence-convergence-engine/" TargetMode="External"/><Relationship Id="rId3" Type="http://schemas.openxmlformats.org/officeDocument/2006/relationships/hyperlink" Target="https://justinahiggins614-cmyk.github.io/jah-databases-data-1/data/apex-tool-deep-evidence-convergence-engin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Deep Evidence Convergence Engine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Determines whether different lines of evidence independently support a conclusion or merely repeat the same underlying source.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Deep Evidence Convergence Engine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Determines whether different lines of evidence independently support a conclusion or merely repeat the same underlying source.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Whewell, W. (1840). The Philosophy of the Inductive Sciences.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Consilience of Inductions  [JAH-APX32-000001]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Whewell's consilience: when independent lines of inquiry converge on one conclusion, confidence should jump — the inductions 'leap together'. The engine's core question is always whether the lines ar…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Methodological Triangulation  [JAH-APX32-000002]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Denzin's triangulation: study the question with multiple methods — surveys, interviews, experiments — so no single method's bias decides. Agreement across methods is worth more than agreement within…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Source Independence Audits  [JAH-APX32-000003]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audit traces every evidence item to its ultimate source and checks for shared roots: three news stories from one wire report are one story, not three. The audit's output is the true count of inde…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Citation Graph Analysis  [JAH-APX32-000004]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Who cites whom reveals the real structure of support: circular citation rings and single-source cascades look like consensus but aren't. Graph analysis finds the actual roots of claimed agreement.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Meta-Analysis and Forest Plots  [JAH-APX32-000005]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Glass's meta-analysis pools effect sizes across studies with inverse-variance weighting, and the forest plot shows each study's contribution. Heterogeneity statistics (I-squared) warn when studies di…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JAH-APX32-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Deep Evidence Convergence Engine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Determines whether different lines of evidence independently support a conclusion or merely repeat the same underlying source.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https://justinahiggins614-cmyk.github.io/jah-databases/db/apex-tool-deep-evidence-convergence-engine/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https://justinahiggins614-cmyk.github.io/jah-databases-data-1/data/apex-tool-deep-evidence-convergence-engine/index.jsonl.gz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
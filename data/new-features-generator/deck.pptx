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features-generator/" TargetMode="External"/><Relationship Id="rId3" Type="http://schemas.openxmlformats.org/officeDocument/2006/relationships/hyperlink" Target="https://justinahiggins614-cmyk.github.io/jah-databases-data-1/data/new-features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New Features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New features generated from database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New Features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features generated from database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generated concept — built from real database-knowledge areas at build time;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Collapsible A–Z Groups  [JAH-NFEAT-000001]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feature that keeps giant archives out of the DOM: per-letter groups collapsed by default, loading only the opened letter's records. Combines archive-browsing knowledge with lazy loading.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Lazy Chunk Loading  [JAH-NFEAT-000002]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feature that fetches archive chunks only when their group is opened, so a million-record archive never crashes a phone. Combines chunk knowledge with on-demand fetching.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Exhaustive Full-Text Search  [JAH-NFEAT-000003]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feature that scans full record text across archive chunks when the quick index misses. Combines search with chunk scanning.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Record Deep Links  [JAH-NFEAT-000004]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feature giving every record a shareable #rec= link that opens its full view directly. Combines routing with record identity.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Copy/Download Record  [JAH-NFEAT-000005]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feature that copies any full record as JSON or downloads it as a file. Combines serialization with clipboard/download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JAH-NFEAT-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Features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features generated from database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https://justinahiggins614-cmyk.github.io/jah-databases/db/new-features-generator/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https://justinahiggins614-cmyk.github.io/jah-databases-data-1/data/new-features-generator/index.jsonl.gz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
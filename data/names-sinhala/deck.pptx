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inhala/" TargetMode="External"/><Relationship Id="rId3" Type="http://schemas.openxmlformats.org/officeDocument/2006/relationships/hyperlink" Target="https://justinahiggins614-cmyk.github.io/jah-databases-data-1/data/names-sinhal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Sinhala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Sinhala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Sinhala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Sinhala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Nimal - Sinhala masculine given name  [JAH-NMS4-000001]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Nimal is a masculine given name in Sinhala. Meaning: A classic Sinhala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Kamal - Sinhala masculine given name  [JAH-NMS4-000002]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Kamal is a masculine given name in Sinhala. Meaning: Lotus.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Sunil - Sinhala masculine given name  [JAH-NMS4-000003]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Sunil is a masculine given name in Sinhala. Meaning: A leading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Priyanka - Sinhala feminine given name  [JAH-NMS4-000004]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Priyanka is a feminine given name in Sinhala. Meaning: Beloved..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Chamari - Sinhala feminine given name  [JAH-NMS4-000005]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Chamari is a feminine given name in Sinhala. Meaning: A popular girls'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Sinhala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Sinhala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https://justinahiggins614-cmyk.github.io/jah-databases/db/names-sinhala/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https://justinahiggins614-cmyk.github.io/jah-databases-data-1/data/names-sinhala/index.jsonl.gz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
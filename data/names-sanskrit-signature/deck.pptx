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anskrit-signature/" TargetMode="External"/><Relationship Id="rId3" Type="http://schemas.openxmlformats.org/officeDocument/2006/relationships/hyperlink" Target="https://justinahiggins614-cmyk.github.io/jah-databases-data-1/data/names-sanskri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Sanskrit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Sanskrit-style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Sanskrit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Sanskrit-style names — new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Sanskrit Names Database from genuine Sanskrit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Sanskrit-style given name: Arjundiya  [JAH-NMSS12-000001]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Arjundiya is a Signature original Sanskrit-style given name, created for the Signature Sanskrit Names Database. From Arjun + diya (lamp): 'shining lamp'.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Sanskrit-style given name: Aaravkrishna  [JAH-NMSS12-000002]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Aaravkrishna is a Signature original Sanskrit-style given name, created for the Signature Sanskrit Names Database. From Aarav + Krishna. It is labeled a Signature creation and is not a traditional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Sanskrit-style given name: Vikramaditya Jr  [JAH-NMSS12-000003]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Vikramaditya Jr is a Signature original Sanskrit-style given name, created for the Signature Sanskrit Names Database. Signature-style: 'sun of valor'.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Sanskrit-style given name: Lakshmidiya  [JAH-NMSS12-000004]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Lakshmidiya is a Signature original Sanskrit-style given name, created for the Signature Sanskrit Names Database. From Lakshmi + diya. It is labeled a Signature creation and is not a traditional Sans…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Sanskrit-style given name: Suryakamal  [JAH-NMSS12-000005]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Suryakamal is a Signature original Sanskrit-style given name, created for the Signature Sanskrit Names Database. From surya (sun) + kamal (lotus): 'sun lotus'. It is labeled a Signature creation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JAH-NMSS12-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Sanskrit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Sanskrit-style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https://justinahiggins614-cmyk.github.io/jah-databases/db/names-sanskrit-signature/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https://justinahiggins614-cmyk.github.io/jah-databases-data-1/data/names-sanskrit-signature/index.jsonl.gz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
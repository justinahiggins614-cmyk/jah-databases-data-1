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azakh/" TargetMode="External"/><Relationship Id="rId3" Type="http://schemas.openxmlformats.org/officeDocument/2006/relationships/hyperlink" Target="https://justinahiggins614-cmyk.github.io/jah-databases-data-1/data/names-kazak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Kazakh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Kazakh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Kazakh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Kazakh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Aynur — Kazakh given name  [JAH-NMK6-000001]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Aynur is a feminine given name in Kazakh. It is written Айнұр in the native script. It means "moonlight", from Turkic ay (moon) + Arabic nur (light). A luminous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Nursultan — Kazakh given name  [JAH-NMK6-000002]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Nursultan is a masculine given name in Kazakh. It is written Нұрсұлтан in the native script. It means "radiant sultan", from Arabic nur (light) + sultan. Borne by Nursultan Nazarbayev, first presiden…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Aigerim — Kazakh given name  [JAH-NMK6-000003]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Aigerim is a feminine given name in Kazakh. It is written Әйгерім in the native script. It means "wonderful moon", from Turkic ay (moon) + kerim (wonderful).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Timur — Kazakh given name  [JAH-NMK6-000004]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Timur is a masculine given name in Kazakh. It is written Темір in the native script. It means "iron", from Turkic temur. A strong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Gulnara — Kazakh given name  [JAH-NMK6-000005]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Gulnara is a feminine given name in Kazakh. It is written Гүлнара in the native script. It means "pomegranate flower", from Persian gul (flower) + nar (pomegranate). A fragrant feminine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Kazakh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Kazakh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https://justinahiggins614-cmyk.github.io/jah-databases/db/names-kazakh/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https://justinahiggins614-cmyk.github.io/jah-databases-data-1/data/names-kazakh/index.jsonl.gz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
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universal-extraction-pipeline-signature/" TargetMode="External"/><Relationship Id="rId3" Type="http://schemas.openxmlformats.org/officeDocument/2006/relationships/hyperlink" Target="https://justinahiggins614-cmyk.github.io/jah-databases-data-1/data/archive-toolkit-universal-extraction-pipelin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Universal Extraction Pipeline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Routes every discovered file to the right extraction process.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Universal Extraction Pipeline Database holds 15 pipeline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Routes every discovered file to the right extraction process.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by Justin Addam Higgins (JAH). Property of Justin Addam Higgins.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Universal Extraction Pipeline: a plain-language overview (Signature)  [JAH-ATK160S-000001]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Universal Extraction Pipeline does and why archives need it. Signature original. The Signature pipeline routes every file with a stamped ticket: what it was sniff…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Universal Extraction Pipeline works (Signature)  [JAH-ATK160S-000002]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Universal Extraction Pipeline does and why archives need it. Signature original. The Signature pipeline issues each file a deterministic routing ticket derived fr…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Universal Extraction Pipeline works: the deep tour (Signature)  [JAH-ATK160S-000003]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Universal Extraction Pipeline does and why archives need it. Signature original. The Signature pipeline issues each file a deterministic routing ticket derived fr…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Content sniffing and format dispatch: the simple idea (Signature)  [JAH-ATK160S-000004]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content sniffing and format dispatch - how it works inside the Universal Extraction Pipeline. Signature original. The Signature pipeline routes every file with a stampe…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Content sniffing and format dispatch in practice (Signature)  [JAH-ATK160S-000005]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content sniffing and format dispatch - how it works inside the Universal Extraction Pipeline. Signature original. The Signature pipeline issues each file a deterministi…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pipeline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JAH-ATK160S-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Pipeline Router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Routes every discovered file to the right extraction process.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https://justinahiggins614-cmyk.github.io/jah-databases/db/archive-toolkit-universal-extraction-pipeline-signature/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https://justinahiggins614-cmyk.github.io/jah-databases-data-1/data/archive-toolkit-universal-extraction-pipeline-signature/index.jsonl.gz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
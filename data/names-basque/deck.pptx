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asque/" TargetMode="External"/><Relationship Id="rId3" Type="http://schemas.openxmlformats.org/officeDocument/2006/relationships/hyperlink" Target="https://justinahiggins614-cmyk.github.io/jah-databases-data-1/data/names-basqu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Basque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Basque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Basque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Basque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Aitor — Basque given name  [JAH-NMB7-000001]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Aitor is a masculine given name in Basque. Of Basque legend origin. The legendary patriarch of the Basques.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Maite — Basque given name  [JAH-NMB7-000002]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Maite is a feminine given name in Basque. It means "beloved", from Basque. A beloved feminine name meaning beloved.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Inigo — Basque given name  [JAH-NMB7-000003]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Inigo is a masculine given name in Basque. It is written Iñigo in the native script. It means "my little love", from Basque ene (mine) + -ko. The Basque form of Ignatius, borne by St. Ignatius of Loy…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Ane — Basque given name  [JAH-NMB7-000004]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Ane is a feminine given name in Basque. It means "grace", from Hebrew Hannah, via Basque. The Basque form of Anne.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Koldo — Basque given name  [JAH-NMB7-000005]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Koldo is a masculine given name in Basque. Of Basque form of Luis origin. A traditional Basque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Basque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Basque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https://justinahiggins614-cmyk.github.io/jah-databases/db/names-basque/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https://justinahiggins614-cmyk.github.io/jah-databases-data-1/data/names-basque/index.jsonl.gz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
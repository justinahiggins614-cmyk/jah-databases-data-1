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task-specific-memory-selector-signature/" TargetMode="External"/><Relationship Id="rId3" Type="http://schemas.openxmlformats.org/officeDocument/2006/relationships/hyperlink" Target="https://justinahiggins614-cmyk.github.io/jah-databases-data-1/data/archive-tool-task-specific-memory-sele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Task-Specific Memory Selector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Retrieves only the memories relevant to the current objective.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Task-Specific Memory Selector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only the memories relevant to the current objective.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Task-Specific Memory Selector,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TF-vector relevance scoring (foundational)  [JAH-AT63S-000001]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memory and the task description are represented as term-frequency vectors, and relevance is the cosine similarity between them. Cosine similarity is used because it measures…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TF-vector relevance scoring (compounded)  [JAH-AT63S-000002]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memory and the task description are represented as term-frequency vectors, and relevance is the cosine similarity between them. Cosine similarity is used because it measures…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TF-vector relevance scoring (production)  [JAH-AT63S-000003]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memory and the task description are represented as term-frequency vectors, and relevance is the cosine similarity between them. Cosine similarity is used because it measures…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Task-driven query expansion (foundational)  [JAH-AT63S-000004]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task description is expanded with synonyms from a small domain lexicon before scoring, so 'speed up' also matches memories about 'optimize' and 'accelerate'. Expansion is boun…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Task-driven query expansion (compounded)  [JAH-AT63S-000005]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task description is expanded with synonyms from a small domain lexicon before scoring, so 'speed up' also matches memories about 'optimize' and 'accelerate'. Expansion is boun…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Memory Selector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only the memories relevant to the current objective.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https://justinahiggins614-cmyk.github.io/jah-databases/db/archive-tool-task-specific-memory-selector-signature/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https://justinahiggins614-cmyk.github.io/jah-databases-data-1/data/archive-tool-task-specific-memory-selector-signature/index.jsonl.gz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
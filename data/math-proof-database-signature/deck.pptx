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ath-proof-database-signature/" TargetMode="External"/><Relationship Id="rId3" Type="http://schemas.openxmlformats.org/officeDocument/2006/relationships/hyperlink" Target="https://justinahiggins614-cmyk.github.io/jah-databases-data-1/data/math-proof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Math Proof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Signature-composed alternative proofs and expositions of classic theorems, all machine-verified.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Math Proof Database holds 20 math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Signature-composed alternative proofs and expositions of classic theorems, all machine-verified.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Quadratic Formula via Completing the Square (Geometric View)  [JAH-MPROOF-S-000001]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Quadratic formula. Statement: For a != 0, ax^2 + bx + c = 0 has solutions x = (-b +- sqrt(b^2-4ac))/(2a). Signature-composed exposition: the same algebra, seen as geometry (after al-Khwarizmi)…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Geometric Series via Telescoping Difference  [JAH-MPROOF-S-000002]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Geometric series sum. Statement: For r != 1: 1 + r + ... + r^(n-1) = (1-r^n)/(1-r). Signature-composed exposition: term-by-term telescoping instead of the S - rS trick. The demo program machin…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Triangular Numbers by Double Counting  [JAH-MPROOF-S-000003]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Arithmetic series. Statement: 1 + 2 + ... + n = n(n+1)/2. Signature-composed exposition: a counting proof you can see. The demo program machine-verifies every step.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Pythagoras via Similar Triangles  [JAH-MPROOF-S-000004]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Pythagorean theorem. Statement: For right triangle legs a, b, hypotenuse c: a^2 + b^2 = c^2. Signature-composed exposition: similarity does the work instead of areas. The demo program machine-…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Power Rule via the Binomial Lens  [JAH-MPROOF-S-000005]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PROOF: Power rule. Statement: For positive integer n: d/dx[x^n] = n*x^(n-1). Signature-composed exposition: zoom into the binomial coefficients directly. The demo program machine-verifies every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math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JAH-MPROOF-S-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Proof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Signature-composed alternative proofs and expositions of classic theorems, all machine-verified.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https://justinahiggins614-cmyk.github.io/jah-databases/db/math-proof-database-signature/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https://justinahiggins614-cmyk.github.io/jah-databases-data-1/data/math-proof-database-signature/index.jsonl.gz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
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pga-acceleration-pipelines/" TargetMode="External"/><Relationship Id="rId3" Type="http://schemas.openxmlformats.org/officeDocument/2006/relationships/hyperlink" Target="https://justinahiggins614-cmyk.github.io/jah-databases-data-1/data/fpga-acceleration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FPGA Acceleration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Pipelined hardware accelerators built on FPGAs for custom compute.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FPGA Acceleration Pipelines Database holds 15 FPGA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Pipelined hardware accelerators built on FPGAs for custom compute.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High-Level Synthesis Flows  [JAH-FPGAAC-000001]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Compiles C/C++ algorithms to RTL with high-level synthesis instead of hand-writing Verilog. Pragmas guide pipelining, unrolling, and memory partitioning; the tool explores the area-speed tradeoff. HL…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RTL Pipeline Design  [JAH-FPGAAC-000002]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Designs hand-crafted RTL pipelines with explicit stage registers and valid/ready handshakes. Each stage does fixed work per cycle, so throughput is one result per cycle at steady state. It is the hig…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AXI-Stream Interfaces  [JAH-FPGAAC-000003]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Connects pipeline stages with AXI-Stream interfaces for standard flow control. TDATA carries the payload while TVALID/TREADY implement backpressure; TLAST marks packet ends. Standard interfaces make…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DSP Slice Mapping  [JAH-FPGAAC-000004]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multiply-accumulate chains onto dedicated DSP slices instead of fabric logic. DSP48 slices do 27x18-bit multiplies at full clock speed with minimal power. FIR filters and neural nets live or die…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BRAM Buffering  [JAH-FPGAAC-000005]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Buffers pipeline data in block RAM for line buffers and FIFOs. BRAM gives deterministic single-cycle access at hundreds of MHz; FIFOs built from BRAM absorb rate mismatches between stages. Sizing buf…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FPGA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JAH-FPGAAC-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FPGA Acceleration Pipelines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Pipelined hardware accelerators built on FPGAs for custom compute.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https://justinahiggins614-cmyk.github.io/jah-databases/db/fpga-acceleration-pipelines/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https://justinahiggins614-cmyk.github.io/jah-databases-data-1/data/fpga-acceleration-pipelines/index.jsonl.gz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
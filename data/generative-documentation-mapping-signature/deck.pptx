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generative-documentation-mapping-signature/" TargetMode="External"/><Relationship Id="rId3" Type="http://schemas.openxmlformats.org/officeDocument/2006/relationships/hyperlink" Target="https://justinahiggins614-cmyk.github.io/jah-databases-data-1/data/generative-documentation-mapping-signatur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JAH Signature Generative Documentation Mapping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Systems that turn code, commits, and specs into living documentation. (Signature edition — original techniques by Justin Addam Higgins.)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D4A537"/>
                </a:solidFill>
                <a:latin typeface="Calibri"/>
              </a:rPr>
              <a:t>SIGNATURE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JAH Signature Generative Documentation Mapping Database holds 15 documentation techniques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Systems that turn code, commits, and specs into living documentation. (Signature edition — original techniques by Justin Addam Higgins.)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Signature original — Justin Addam Higgins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Signature Code-to-Docs Extraction  [JAH-GDM-S-000001]</a:t>
            </a:r>
          </a:p>
          <a:p>
            <a:pPr algn="l">
              <a:spcAft>
                <a:spcPts val="1000"/>
              </a:spcAft>
            </a:pPr>
            <a:r>
              <a:rPr sz="1400" b="0">
                <a:solidFill>
                  <a:srgbClr val="D5DBDB"/>
                </a:solidFill>
                <a:latin typeface="Calibri"/>
              </a:rPr>
              <a:t>   Parses docstrings and type hints into structured API references automatically. The extractor walks the AST, pulls signatures, types, and doc text, and emits reference pages. Docs stay in sync because…</a:t>
            </a:r>
          </a:p>
          <a:p>
            <a:pPr algn="l">
              <a:spcAft>
                <a:spcPts val="200"/>
              </a:spcAft>
            </a:pPr>
            <a:r>
              <a:rPr sz="1700" b="1">
                <a:solidFill>
                  <a:srgbClr val="FFFFFF"/>
                </a:solidFill>
                <a:latin typeface="Calibri"/>
              </a:rPr>
              <a:t>2. Signature API Reference Synthesis  [JAH-GDM-S-000002]</a:t>
            </a:r>
          </a:p>
          <a:p>
            <a:pPr algn="l">
              <a:spcAft>
                <a:spcPts val="1000"/>
              </a:spcAft>
            </a:pPr>
            <a:r>
              <a:rPr sz="1400" b="0">
                <a:solidFill>
                  <a:srgbClr val="D5DBDB"/>
                </a:solidFill>
                <a:latin typeface="Calibri"/>
              </a:rPr>
              <a:t>   Generates endpoint documentation from OpenAPI specs with live runnable examples. Parameters, schemas, and error codes come from the spec; examples are executed against a sandbox to prove they work. T…</a:t>
            </a:r>
          </a:p>
          <a:p>
            <a:pPr algn="l">
              <a:spcAft>
                <a:spcPts val="200"/>
              </a:spcAft>
            </a:pPr>
            <a:r>
              <a:rPr sz="1700" b="1">
                <a:solidFill>
                  <a:srgbClr val="FFFFFF"/>
                </a:solidFill>
                <a:latin typeface="Calibri"/>
              </a:rPr>
              <a:t>3. Signature Diagram Generation  [JAH-GDM-S-000003]</a:t>
            </a:r>
          </a:p>
          <a:p>
            <a:pPr algn="l">
              <a:spcAft>
                <a:spcPts val="1000"/>
              </a:spcAft>
            </a:pPr>
            <a:r>
              <a:rPr sz="1400" b="0">
                <a:solidFill>
                  <a:srgbClr val="D5DBDB"/>
                </a:solidFill>
                <a:latin typeface="Calibri"/>
              </a:rPr>
              <a:t>   Renders Mermaid diagrams from code dependency graphs so architecture pictures update with the code. Import graphs become component diagrams; call graphs become sequence sketches. Stale architecture d…</a:t>
            </a:r>
          </a:p>
          <a:p>
            <a:pPr algn="l">
              <a:spcAft>
                <a:spcPts val="200"/>
              </a:spcAft>
            </a:pPr>
            <a:r>
              <a:rPr sz="1700" b="1">
                <a:solidFill>
                  <a:srgbClr val="FFFFFF"/>
                </a:solidFill>
                <a:latin typeface="Calibri"/>
              </a:rPr>
              <a:t>4. Signature Changelog Compilation  [JAH-GDM-S-000004]</a:t>
            </a:r>
          </a:p>
          <a:p>
            <a:pPr algn="l">
              <a:spcAft>
                <a:spcPts val="1000"/>
              </a:spcAft>
            </a:pPr>
            <a:r>
              <a:rPr sz="1400" b="0">
                <a:solidFill>
                  <a:srgbClr val="D5DBDB"/>
                </a:solidFill>
                <a:latin typeface="Calibri"/>
              </a:rPr>
              <a:t>   Builds changelogs from conventional commits grouped by type. Feat, fix, and breaking-change commits become structured release notes automatically. Teams get release notes for free by following the co…</a:t>
            </a:r>
          </a:p>
          <a:p>
            <a:pPr algn="l">
              <a:spcAft>
                <a:spcPts val="200"/>
              </a:spcAft>
            </a:pPr>
            <a:r>
              <a:rPr sz="1700" b="1">
                <a:solidFill>
                  <a:srgbClr val="FFFFFF"/>
                </a:solidFill>
                <a:latin typeface="Calibri"/>
              </a:rPr>
              <a:t>5. Signature Docstring Enforcement  [JAH-GDM-S-000005]</a:t>
            </a:r>
          </a:p>
          <a:p>
            <a:pPr algn="l">
              <a:spcAft>
                <a:spcPts val="1000"/>
              </a:spcAft>
            </a:pPr>
            <a:r>
              <a:rPr sz="1400" b="0">
                <a:solidFill>
                  <a:srgbClr val="D5DBDB"/>
                </a:solidFill>
                <a:latin typeface="Calibri"/>
              </a:rPr>
              <a:t>   Adds CI gates that fail when public functions lack docstrings. The check runs on every pull request, so undocumented APIs cannot merge. Coverage trends are tracked like test coverage. This is a Signa…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documentation technique</a:t>
            </a:r>
          </a:p>
          <a:p>
            <a:pPr algn="l">
              <a:spcAft>
                <a:spcPts val="1000"/>
              </a:spcAft>
            </a:pPr>
            <a:r>
              <a:rPr sz="2000" b="0">
                <a:solidFill>
                  <a:srgbClr val="FFFFFF"/>
                </a:solidFill>
                <a:latin typeface="Calibri"/>
              </a:rPr>
              <a:t>ID prefix:  JAH-GDM-S-</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Signature JAH Generative Documentation Mapping Librarian</a:t>
            </a:r>
          </a:p>
          <a:p>
            <a:pPr algn="l">
              <a:spcAft>
                <a:spcPts val="1000"/>
              </a:spcAft>
            </a:pPr>
            <a:r>
              <a:rPr sz="2000" b="0">
                <a:solidFill>
                  <a:srgbClr val="FFFFFF"/>
                </a:solidFill>
                <a:latin typeface="Calibri"/>
              </a:rPr>
              <a:t>Edition:  Signature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D4A537"/>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Systems that turn code, commits, and specs into living documentation. (Signature edition — original techniques by Justin Addam Higgins.)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https://justinahiggins614-cmyk.github.io/jah-databases/db/generative-documentation-mapping-signature/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https://justinahiggins614-cmyk.github.io/jah-databases-data-1/data/generative-documentation-mapping-signature/index.jsonl.gz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
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massive-index-partitioning-engine-signature/" TargetMode="External"/><Relationship Id="rId3" Type="http://schemas.openxmlformats.org/officeDocument/2006/relationships/hyperlink" Target="https://justinahiggins614-cmyk.github.io/jah-databases-data-1/data/archive-tool-massive-index-partitioning-engine-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Signature Massive Index Partitioning Engine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Divides indexes into manageable partitions without losing global search capability. Signature edition of original methods.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Signature Massive Index Partitioning Engine Database holds 15 tool profiles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Divides indexes into manageable partitions without losing global search capability. Signature edition of original methods.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JAH Databases archive-intelligence tools program, lane T2a — Signature original authored for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Range Partitioning — Core Method  [JAH-AT31S-000001]</a:t>
            </a:r>
          </a:p>
          <a:p>
            <a:pPr algn="l">
              <a:spcAft>
                <a:spcPts val="1000"/>
              </a:spcAft>
            </a:pPr>
            <a:r>
              <a:rPr sz="1400" b="0">
                <a:solidFill>
                  <a:srgbClr val="D5DBDB"/>
                </a:solidFill>
                <a:latin typeface="Calibri"/>
              </a:rPr>
              <a:t>   Signature original by Justin Addam Higgins. Range partitioning splits an index by key intervals — A–F, G–M, and so on — so each partition holds a contiguous slice of the key space. Lookups for a spec…</a:t>
            </a:r>
          </a:p>
          <a:p>
            <a:pPr algn="l">
              <a:spcAft>
                <a:spcPts val="200"/>
              </a:spcAft>
            </a:pPr>
            <a:r>
              <a:rPr sz="1700" b="1">
                <a:solidFill>
                  <a:srgbClr val="FFFFFF"/>
                </a:solidFill>
                <a:latin typeface="Calibri"/>
              </a:rPr>
              <a:t>2. Signature Range Partitioning — Compounded Pattern  [JAH-AT31S-000002]</a:t>
            </a:r>
          </a:p>
          <a:p>
            <a:pPr algn="l">
              <a:spcAft>
                <a:spcPts val="1000"/>
              </a:spcAft>
            </a:pPr>
            <a:r>
              <a:rPr sz="1400" b="0">
                <a:solidFill>
                  <a:srgbClr val="D5DBDB"/>
                </a:solidFill>
                <a:latin typeface="Calibri"/>
              </a:rPr>
              <a:t>   Signature original by Justin Addam Higgins. Range partitioning splits an index by key intervals — A–F, G–M, and so on — so each partition holds a contiguous slice of the key space. Lookups for a spec…</a:t>
            </a:r>
          </a:p>
          <a:p>
            <a:pPr algn="l">
              <a:spcAft>
                <a:spcPts val="200"/>
              </a:spcAft>
            </a:pPr>
            <a:r>
              <a:rPr sz="1700" b="1">
                <a:solidFill>
                  <a:srgbClr val="FFFFFF"/>
                </a:solidFill>
                <a:latin typeface="Calibri"/>
              </a:rPr>
              <a:t>3. Signature Range Partitioning — Full-System Integration  [JAH-AT31S-000003]</a:t>
            </a:r>
          </a:p>
          <a:p>
            <a:pPr algn="l">
              <a:spcAft>
                <a:spcPts val="1000"/>
              </a:spcAft>
            </a:pPr>
            <a:r>
              <a:rPr sz="1400" b="0">
                <a:solidFill>
                  <a:srgbClr val="D5DBDB"/>
                </a:solidFill>
                <a:latin typeface="Calibri"/>
              </a:rPr>
              <a:t>   Signature original by Justin Addam Higgins. Range partitioning splits an index by key intervals — A–F, G–M, and so on — so each partition holds a contiguous slice of the key space. Lookups for a spec…</a:t>
            </a:r>
          </a:p>
          <a:p>
            <a:pPr algn="l">
              <a:spcAft>
                <a:spcPts val="200"/>
              </a:spcAft>
            </a:pPr>
            <a:r>
              <a:rPr sz="1700" b="1">
                <a:solidFill>
                  <a:srgbClr val="FFFFFF"/>
                </a:solidFill>
                <a:latin typeface="Calibri"/>
              </a:rPr>
              <a:t>4. Signature Hash Partitioning — Core Method  [JAH-AT31S-000004]</a:t>
            </a:r>
          </a:p>
          <a:p>
            <a:pPr algn="l">
              <a:spcAft>
                <a:spcPts val="1000"/>
              </a:spcAft>
            </a:pPr>
            <a:r>
              <a:rPr sz="1400" b="0">
                <a:solidFill>
                  <a:srgbClr val="D5DBDB"/>
                </a:solidFill>
                <a:latin typeface="Calibri"/>
              </a:rPr>
              <a:t>   Signature original by Justin Addam Higgins. Hash partitioning spreads keys uniformly by hashing the key and taking the remainder modulo the partition count, which eliminates skew no matter how the da…</a:t>
            </a:r>
          </a:p>
          <a:p>
            <a:pPr algn="l">
              <a:spcAft>
                <a:spcPts val="200"/>
              </a:spcAft>
            </a:pPr>
            <a:r>
              <a:rPr sz="1700" b="1">
                <a:solidFill>
                  <a:srgbClr val="FFFFFF"/>
                </a:solidFill>
                <a:latin typeface="Calibri"/>
              </a:rPr>
              <a:t>5. Signature Hash Partitioning — Compounded Pattern  [JAH-AT31S-000005]</a:t>
            </a:r>
          </a:p>
          <a:p>
            <a:pPr algn="l">
              <a:spcAft>
                <a:spcPts val="1000"/>
              </a:spcAft>
            </a:pPr>
            <a:r>
              <a:rPr sz="1400" b="0">
                <a:solidFill>
                  <a:srgbClr val="D5DBDB"/>
                </a:solidFill>
                <a:latin typeface="Calibri"/>
              </a:rPr>
              <a:t>   Signature original by Justin Addam Higgins. Hash partitioning spreads keys uniformly by hashing the key and taking the remainder modulo the partition count, which eliminates skew no matter how the 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tool profile</a:t>
            </a:r>
          </a:p>
          <a:p>
            <a:pPr algn="l">
              <a:spcAft>
                <a:spcPts val="1000"/>
              </a:spcAft>
            </a:pPr>
            <a:r>
              <a:rPr sz="2000" b="0">
                <a:solidFill>
                  <a:srgbClr val="FFFFFF"/>
                </a:solidFill>
                <a:latin typeface="Calibri"/>
              </a:rPr>
              <a:t>ID prefix:  JAH-AT31S-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Signature Partitioning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Divides indexes into manageable partitions without losing global search capability. Signature edition of original methods.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https://justinahiggins614-cmyk.github.io/jah-databases/db/archive-tool-massive-index-partitioning-engine-signature/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https://justinahiggins614-cmyk.github.io/jah-databases-data-1/data/archive-tool-massive-index-partitioning-engine-signature/index.jsonl.gz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
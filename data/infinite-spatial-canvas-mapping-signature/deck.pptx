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finite-spatial-canvas-mapping-signature/" TargetMode="External"/><Relationship Id="rId3" Type="http://schemas.openxmlformats.org/officeDocument/2006/relationships/hyperlink" Target="https://justinahiggins614-cmyk.github.io/jah-databases-data-1/data/infinite-spatial-canvas-mapp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Infinite Spatial Canvas Mapping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Canvases without edges: tiling, level-of-detail, pan/zoom math, and spatial indexes for infinite workspaces.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Infinite Spatial Canvas Mapping Database holds 15 canvass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Canvases without edges: tiling, level-of-detail, pan/zoom math, and spatial indexes for infinite workspaces.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Content-Adaptive Tile Sizes  [JAH-ISC-S-000001]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tile sizes adapt to content density - tiny tiles where detail clusters, huge tiles over empty space - minimizing both memory and requests. Adaptation is automatic. Signature-lab…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Semantic Level of Detail  [JAH-ISC-S-000002]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LOD levels are semantic - a diagram becomes its title, then its icon - authored alongside the content rather than auto-decimated. Meaning survives zoom-out. Signature-labeled;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Origin-Rebased Transforms  [JAH-ISC-S-000003]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transform rebases its origin near the viewport automatically, keeping float precision high no matter how far you pan from zero. Jitter never appears at distance. Signature-l…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Self-Balancing Spatial Forest  [JAH-ISC-S-000004]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index is a forest of trees partitioned by edit recency, so active regions stay hot and balanced while archival regions compact. Rebalancing cost follows the editing, not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Predictive Viewport Prefetch  [JAH-ISC-S-000005]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culling predicts the viewport's motion and prefetches the tiles it is about to need, so fast pans never show blank tiles. Prediction uses velocity and gesture. Signature-labeled…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canvas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JAH-ISC-S-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Canvas Mapper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Canvases without edges: tiling, level-of-detail, pan/zoom math, and spatial indexes for infinite workspaces.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https://justinahiggins614-cmyk.github.io/jah-databases/db/infinite-spatial-canvas-mapping-signature/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https://justinahiggins614-cmyk.github.io/jah-databases-data-1/data/infinite-spatial-canvas-mapping-signature/index.jsonl.gz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
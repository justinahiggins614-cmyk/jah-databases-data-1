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sensitive-data-classifier-signature/" TargetMode="External"/><Relationship Id="rId3" Type="http://schemas.openxmlformats.org/officeDocument/2006/relationships/hyperlink" Target="https://justinahiggins614-cmyk.github.io/jah-databases-data-1/data/archive-toolkit-sensitive-data-classifi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Sensitive Data Classifier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Identifies content requiring additional protection.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Sensitive Data Classifier Database holds 15 sensitive data classifiers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content requiring additional protection.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designed by Justin Addam Higgins (JAH); Signature-generated completion,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Signature: Classifier explainability  [JAH-ATK263S-000001]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every label ships with its triggering evidence: the matched pattern, the score contribution, and the context words that tipped the decision. 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Signature: Classifier explainability  [JAH-ATK263S-000002]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every label ships with its triggering evidence: the matched pattern, the score contribution, and the context words that tipped the decision. 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Signature: Classifier explainability  [JAH-ATK263S-000003]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every label ships with its triggering evidence: the matched pattern, the score contribution, and the context words that tipped the decision. 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Signature: Sensitivity inheritance  [JAH-ATK263S-000004]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derived data inherits the maximum sensitivity of its sources. A report built from a secret dataset is secret, even if the report itself looks…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Signature: Sensitivity inheritance  [JAH-ATK263S-000005]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derived data inherits the maximum sensitivity of its sources. A report built from a secret dataset is secret, even if the report itself looks…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sensitive data classifier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JAH-ATK263S-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Sensitive Data Classifier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content requiring additional protection.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https://justinahiggins614-cmyk.github.io/jah-databases/db/archive-toolkit-sensitive-data-classifier-signature/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https://justinahiggins614-cmyk.github.io/jah-databases-data-1/data/archive-toolkit-sensitive-data-classifier-signature/index.jsonl.gz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
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software-provenance-verifier-signature/" TargetMode="External"/><Relationship Id="rId3" Type="http://schemas.openxmlformats.org/officeDocument/2006/relationships/hyperlink" Target="https://justinahiggins614-cmyk.github.io/jah-databases-data-1/data/archive-toolkit-software-provenance-verifi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Software Provenance Verifier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Checks available signatures, hashes, origin records, and trusted release metadata.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Software Provenance Verifier Database holds 15 software provenance verifiers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Checks available signatures, hashes, origin records, and trusted release metadata.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— designed by Justin Addam Higgins (JAH); Signature-generated completion, clearly labeled.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Signature: Provenance graph  [JAH-ATK272S-000001]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 design by Justin Addam Higgins (JAH): every artifact links to a full provenance graph: source commit, build steps, test results, signers, and distribution hops. The graph is querya…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Signature: Provenance graph  [JAH-ATK272S-000002]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 design by Justin Addam Higgins (JAH): every artifact links to a full provenance graph: source commit, build steps, test results, signers, and distribution hops. The graph is querya…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Signature: Provenance graph  [JAH-ATK272S-000003]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 design by Justin Addam Higgins (JAH): every artifact links to a full provenance graph: source commit, build steps, test results, signers, and distribution hops. The graph is querya…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Signature: Witness co-signing  [JAH-ATK272S-000004]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 design by Justin Addam Higgins (JAH): releases require co-signing by a second party who independently verified the build. Two signatures from separate organizations make single-par…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Signature: Witness co-signing  [JAH-ATK272S-000005]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 design by Justin Addam Higgins (JAH): releases require co-signing by a second party who independently verified the build. Two signatures from separate organizations make single-par…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software provenance verifier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JAH-ATK272S-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Software Provenance Verifier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Checks available signatures, hashes, origin records, and trusted release metadata.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https://justinahiggins614-cmyk.github.io/jah-databases/db/archive-toolkit-software-provenance-verifier-signature/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https://justinahiggins614-cmyk.github.io/jah-databases-data-1/data/archive-toolkit-software-provenance-verifier-signature/index.jsonl.gz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
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version-compatibility-manager/" TargetMode="External"/><Relationship Id="rId3" Type="http://schemas.openxmlformats.org/officeDocument/2006/relationships/hyperlink" Target="https://justinahiggins614-cmyk.github.io/jah-databases-data-1/data/archive-toolkit-tool-version-compatibility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Version Compatibility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incompatible versions and manages approved upgrades.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Version Compatibility Manager Database holds 15 tool version compatibility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incompatible versions and manages approved upgrades.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Semantic-version compatibility matrix  [JAH-ATK259-000001]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tool declares which version ranges it is compatible with using semantic-versioning rules: same major version for 1.x, caret and tilde ranges for flexible bounds. Before an upgrade, the manager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Semantic-version compatibility matrix  [JAH-ATK259-000002]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tool declares which version ranges it is compatible with using semantic-versioning rules: same major version for 1.x, caret and tilde ranges for flexible bounds. Before an upgrade, the manager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Semantic-version compatibility matrix  [JAH-ATK259-000003]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tool declares which version ranges it is compatible with using semantic-versioning rules: same major version for 1.x, caret and tilde ranges for flexible bounds. Before an upgrade, the manager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version graph resolution  [JAH-ATK259-000004]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resolver builds the full dependency graph and finds a set of versions satisfying every constraint, or reports the conflict precisely. Backtracking tries alternatives when the first pick fails.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version graph resolution  [JAH-ATK259-000005]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resolver builds the full dependency graph and finds a set of versions satisfying every constraint, or reports the conflict precisely. Backtracking tries alternatives when the first pick fails.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version compatibility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Version Compatibility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incompatible versions and manages approved upgrades.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https://justinahiggins614-cmyk.github.io/jah-databases/db/archive-toolkit-tool-version-compatibility-manager/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https://justinahiggins614-cmyk.github.io/jah-databases-data-1/data/archive-toolkit-tool-version-compatibility-manager/index.jsonl.gz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
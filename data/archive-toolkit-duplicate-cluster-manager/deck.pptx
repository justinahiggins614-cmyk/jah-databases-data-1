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uplicate-cluster-manager/" TargetMode="External"/><Relationship Id="rId3" Type="http://schemas.openxmlformats.org/officeDocument/2006/relationships/hyperlink" Target="https://justinahiggins614-cmyk.github.io/jah-databases-data-1/data/archive-toolkit-duplicate-cluster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Duplicate Cluster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Groups duplicate and near-duplicate records for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Duplicate Cluster Manager Database holds 15 dedupe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duplicate and near-duplicate records for review.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Duplicate Cluster Manager: a plain-language overview  [JAH-ATK186-000001]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Duplicate Cluster Manager does and why archives need it. A duplicate cluster manager hunts down records that describe the same thing twice — 'Jon Smith' and 'John Smith' at the sam…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Duplicate Cluster Manager works  [JAH-ATK186-000002]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Duplicate Cluster Manager does and why archives need it. Real managers use blocking to avoid all-pairs comparison (only compare records sharing a last name, ZIP, or phone prefix),…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Duplicate Cluster Manager works: the deep tour  [JAH-ATK186-000003]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Duplicate Cluster Manager does and why archives need it. Real managers use blocking to avoid all-pairs comparison (only compare records sharing a last name, ZIP, or phone prefix),…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Blocking with fuzzy matching: the simple idea  [JAH-ATK186-000004]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blocking with fuzzy matching - how it works inside the Duplicate Cluster Manager. A duplicate cluster manager hunts down records that describe the same thing twice — 'Jon Smith' and 'Joh…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Blocking with fuzzy matching in practice  [JAH-ATK186-000005]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blocking with fuzzy matching - how it works inside the Duplicate Cluster Manager. Real managers use blocking to avoid all-pairs comparison (only compare records sharing a last name, ZIP,…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dedupe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Dedupe Marshal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duplicate and near-duplicate records for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https://justinahiggins614-cmyk.github.io/jah-databases/db/archive-toolkit-duplicate-cluster-manager/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https://justinahiggins614-cmyk.github.io/jah-databases-data-1/data/archive-toolkit-duplicate-cluster-manager/index.jsonl.gz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
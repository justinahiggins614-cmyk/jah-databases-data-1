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concept-relationship-miner/" TargetMode="External"/><Relationship Id="rId3" Type="http://schemas.openxmlformats.org/officeDocument/2006/relationships/hyperlink" Target="https://justinahiggins614-cmyk.github.io/jah-databases-data-1/data/archive-tool-concept-relationship-min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Concept Relationship Miner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Discovers meaningful relationships that aren't explicitly documented.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Concept Relationship Miner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Discovers meaningful relationships that aren't explicitly documented.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Co-Occurrence Mining — Core Method  [JAH-AT44-000001]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Concepts that appear together often are probably related: co-occurrence mining counts how many records mention each pair and ranks pairs by raw frequency. It needs no labels and no training — just 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Co-Occurrence Mining — Compounded Pattern  [JAH-AT44-000002]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Concepts that appear together often are probably related: co-occurrence mining counts how many records mention each pair and ranks pairs by raw frequency. It needs no labels and no training — just 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Co-Occurrence Mining — Full-System Integration  [JAH-AT44-000003]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Concepts that appear together often are probably related: co-occurrence mining counts how many records mention each pair and ranks pairs by raw frequency. It needs no labels and no training — just 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PMI Scoring — Core Method  [JAH-AT44-000004]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Pointwise mutual information fixes co-occurrence's popularity bias: it scores a pair by how much more often they co-occur than chance would predict. A rare pair that always appears together scores 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PMI Scoring — Compounded Pattern  [JAH-AT44-000005]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Pointwise mutual information fixes co-occurrence's popularity bias: it scores a pair by how much more often they co-occur than chance would predict. A rare pair that always appears together scores hi…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JAH-AT44-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Relationship Miner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Discovers meaningful relationships that aren't explicitly documented.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https://justinahiggins614-cmyk.github.io/jah-databases/db/archive-tool-concept-relationship-miner/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https://justinahiggins614-cmyk.github.io/jah-databases-data-1/data/archive-tool-concept-relationship-miner/index.jsonl.gz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
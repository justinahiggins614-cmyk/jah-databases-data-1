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incremental-indexing/" TargetMode="External"/><Relationship Id="rId3" Type="http://schemas.openxmlformats.org/officeDocument/2006/relationships/hyperlink" Target="https://justinahiggins614-cmyk.github.io/jah-databases-data-1/data/incremental-indexing/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Incremental Indexing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Indexes that never stop: LSM-trees, memtables, compaction, real-time search, CDC, and crash-safe recovery.</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Incremental Indexing Database holds 15 fundamental abilitys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Indexes that never stop: LSM-trees, memtables, compaction, real-time search, CDC, and crash-safe recovery.</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Public-harvest: curated from public technical literature, documentation, and established engineering practice.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LSM trees  [JAH-INCREM2-000001]</a:t>
            </a:r>
          </a:p>
          <a:p>
            <a:pPr algn="l">
              <a:spcAft>
                <a:spcPts val="1000"/>
              </a:spcAft>
            </a:pPr>
            <a:r>
              <a:rPr sz="1400" b="0">
                <a:solidFill>
                  <a:srgbClr val="D5DBDB"/>
                </a:solidFill>
                <a:latin typeface="Calibri"/>
              </a:rPr>
              <a:t>   Log-structured merge trees turn random writes into sequential ones: buffer writes in memory (memtable), flush sorted runs to disk (SSTables), and merge runs in the background (compaction). Writes are…</a:t>
            </a:r>
          </a:p>
          <a:p>
            <a:pPr algn="l">
              <a:spcAft>
                <a:spcPts val="200"/>
              </a:spcAft>
            </a:pPr>
            <a:r>
              <a:rPr sz="1700" b="1">
                <a:solidFill>
                  <a:srgbClr val="FFFFFF"/>
                </a:solidFill>
                <a:latin typeface="Calibri"/>
              </a:rPr>
              <a:t>2. Memtables  [JAH-INCREM2-000002]</a:t>
            </a:r>
          </a:p>
          <a:p>
            <a:pPr algn="l">
              <a:spcAft>
                <a:spcPts val="1000"/>
              </a:spcAft>
            </a:pPr>
            <a:r>
              <a:rPr sz="1400" b="0">
                <a:solidFill>
                  <a:srgbClr val="D5DBDB"/>
                </a:solidFill>
                <a:latin typeface="Calibri"/>
              </a:rPr>
              <a:t>   The memtable is the write buffer: an in-memory sorted structure (usually a skip list) absorbing all writes at RAM speed. Every write also goes to the write-ahead log for durability — the memtable its…</a:t>
            </a:r>
          </a:p>
          <a:p>
            <a:pPr algn="l">
              <a:spcAft>
                <a:spcPts val="200"/>
              </a:spcAft>
            </a:pPr>
            <a:r>
              <a:rPr sz="1700" b="1">
                <a:solidFill>
                  <a:srgbClr val="FFFFFF"/>
                </a:solidFill>
                <a:latin typeface="Calibri"/>
              </a:rPr>
              <a:t>3. SSTables  [JAH-INCREM2-000003]</a:t>
            </a:r>
          </a:p>
          <a:p>
            <a:pPr algn="l">
              <a:spcAft>
                <a:spcPts val="1000"/>
              </a:spcAft>
            </a:pPr>
            <a:r>
              <a:rPr sz="1400" b="0">
                <a:solidFill>
                  <a:srgbClr val="D5DBDB"/>
                </a:solidFill>
                <a:latin typeface="Calibri"/>
              </a:rPr>
              <a:t>   Sorted String Tables are the immutable sorted files of the LSM world: keys sorted, with an index (sparse) and Bloom filter per file. Immutability is the superpower — no locks for readers, trivial cac…</a:t>
            </a:r>
          </a:p>
          <a:p>
            <a:pPr algn="l">
              <a:spcAft>
                <a:spcPts val="200"/>
              </a:spcAft>
            </a:pPr>
            <a:r>
              <a:rPr sz="1700" b="1">
                <a:solidFill>
                  <a:srgbClr val="FFFFFF"/>
                </a:solidFill>
                <a:latin typeface="Calibri"/>
              </a:rPr>
              <a:t>4. Write-ahead log (WAL)  [JAH-INCREM2-000004]</a:t>
            </a:r>
          </a:p>
          <a:p>
            <a:pPr algn="l">
              <a:spcAft>
                <a:spcPts val="1000"/>
              </a:spcAft>
            </a:pPr>
            <a:r>
              <a:rPr sz="1400" b="0">
                <a:solidFill>
                  <a:srgbClr val="D5DBDB"/>
                </a:solidFill>
                <a:latin typeface="Calibri"/>
              </a:rPr>
              <a:t>   The write-ahead log makes the memtable crash-safe: every write appends to the log on disk before it is acknowledged. On crash, the log replays into a fresh memtable — no committed write is lost. Logs…</a:t>
            </a:r>
          </a:p>
          <a:p>
            <a:pPr algn="l">
              <a:spcAft>
                <a:spcPts val="200"/>
              </a:spcAft>
            </a:pPr>
            <a:r>
              <a:rPr sz="1700" b="1">
                <a:solidFill>
                  <a:srgbClr val="FFFFFF"/>
                </a:solidFill>
                <a:latin typeface="Calibri"/>
              </a:rPr>
              <a:t>5. Tombstones  [JAH-INCREM2-000005]</a:t>
            </a:r>
          </a:p>
          <a:p>
            <a:pPr algn="l">
              <a:spcAft>
                <a:spcPts val="1000"/>
              </a:spcAft>
            </a:pPr>
            <a:r>
              <a:rPr sz="1400" b="0">
                <a:solidFill>
                  <a:srgbClr val="D5DBDB"/>
                </a:solidFill>
                <a:latin typeface="Calibri"/>
              </a:rPr>
              <a:t>   LSM deletes are writes: a tombstone marker says 'this key is deleted as of seq N'. The key's old versions stay on disk until compaction meets the tombstone and drops them all. Reads treat the newest…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fundamental ability</a:t>
            </a:r>
          </a:p>
          <a:p>
            <a:pPr algn="l">
              <a:spcAft>
                <a:spcPts val="1000"/>
              </a:spcAft>
            </a:pPr>
            <a:r>
              <a:rPr sz="2000" b="0">
                <a:solidFill>
                  <a:srgbClr val="FFFFFF"/>
                </a:solidFill>
                <a:latin typeface="Calibri"/>
              </a:rPr>
              <a:t>ID prefix:  JAH-INCREM2-</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Incremental Indexing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Indexes that never stop: LSM-trees, memtables, compaction, real-time search, CDC, and crash-safe recovery.</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https://justinahiggins614-cmyk.github.io/jah-databases/db/incremental-indexing/</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https://justinahiggins614-cmyk.github.io/jah-databases-data-1/data/incremental-indexing/index.jsonl.gz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
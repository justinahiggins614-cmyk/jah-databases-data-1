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xhosa-signature/" TargetMode="External"/><Relationship Id="rId3" Type="http://schemas.openxmlformats.org/officeDocument/2006/relationships/hyperlink" Target="https://justinahiggins614-cmyk.github.io/jah-databases-data-1/data/names-xhosa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Xhosa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Xhosa style — new creations built from real Xhosa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Xhosa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Xhosa style — new creations built from real Xhosa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Xhosa Names Database from genuine Xhosa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Xhosa-style given name: Thandolwethu  [JAH-NMXS-000001]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Thandolwethu is a Signature original Xhosa-style given name, created for the Signature Xhosa Names Database. From thanda (love) + -lwethu (our): 'our beloved'. It is labeled a Signature creation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Xhosa-style given name: Siphamandla  [JAH-NMXS-000002]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Siphamandla is a Signature original Xhosa-style given name, created for the Signature Xhosa Names Database. From sipho (gift) + mandla (strength): 'gift of strength'. It is labeled a Signature creati…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Xhosa-style given name: Nomvulazana  [JAH-NMXS-000003]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Nomvulazana is a Signature original Xhosa-style given name, created for the Signature Xhosa Names Database. From mvula (rain) + -azana (diminutive feminine): 'little rain princess'. It is labeled a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Xhosa-style given name: Lungelani  [JAH-NMXS-000004]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Lungelani is a Signature original Xhosa-style given name, created for the Signature Xhosa Names Database. From lunga (be good) + -elani (for you all): 'be good for all'. It is labeled a Signature cre…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Xhosa-style given name: Bhekizwe  [JAH-NMXS-000005]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Bhekizwe is a Signature original Xhosa-style given name, created for the Signature Xhosa Names Database. From bheka (watch, be on guard) + izwe (land): 'guardian of the land'. It is labeled a Signatu…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JAH-NMXS-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Xhosa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Xhosa style — new creations built from real Xhosa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https://justinahiggins614-cmyk.github.io/jah-databases/db/names-xhosa-signature/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https://justinahiggins614-cmyk.github.io/jah-databases-data-1/data/names-xhosa-signature/index.jsonl.gz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
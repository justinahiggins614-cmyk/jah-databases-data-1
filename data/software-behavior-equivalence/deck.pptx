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behavior-equivalence/" TargetMode="External"/><Relationship Id="rId3" Type="http://schemas.openxmlformats.org/officeDocument/2006/relationships/hyperlink" Target="https://justinahiggins614-cmyk.github.io/jah-databases-data-1/data/software-behavior-equival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Behavior Equivalence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Cases proving two systems behave the same — the systems, the equivalence criterion, the verdict, and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Behavior Equivalence Database holds 20 behavior equivalence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Cases proving two systems behave the same — the systems, the equivalence criterion, the verdict, and the evidence.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Legacy billing API vs new billing service  [JAH-SBE-000001]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strangler rewrite of the billing API must prove identical behavior for 40,000 daily invoices. Differential testing over a month of production traffic found zero divergences before cutover.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React checkout vs native mobile checkout  [JAH-SBE-000002]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web and native checkouts must present the same totals, taxes, and shipping options. Parity testing caught a rounding difference in the native tax line before release.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Old message protocol vs new binary protocol  [JAH-SBE-000003]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Migrating the device protocol from JSON to a binary framing must preserve every message semantic. A protocol fuzzer generated 2M message pairs with matching outcomes.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CSV export vs Parquet export  [JAH-SBE-000004]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data warehouse moved exports from CSV to Parquet. Row-by-row comparison of 10M rows confirmed identical values, with only formatting differences in timestamps.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Batch nightly job vs streaming pipeline  [JAH-SBE-000005]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Replacing the nightly batch with streaming must produce the same end-of-day aggregates. Backfill comparison over 90 days matched to the cent.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behavior equivalence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JAH-SBE-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Behavior Equivalence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Cases proving two systems behave the same — the systems, the equivalence criterion, the verdict, and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https://justinahiggins614-cmyk.github.io/jah-databases/db/software-behavior-equivalence/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https://justinahiggins614-cmyk.github.io/jah-databases-data-1/data/software-behavior-equivalence/index.jsonl.gz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
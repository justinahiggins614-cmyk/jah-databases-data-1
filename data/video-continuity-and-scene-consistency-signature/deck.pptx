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deo-continuity-and-scene-consistency-signature/" TargetMode="External"/><Relationship Id="rId3" Type="http://schemas.openxmlformats.org/officeDocument/2006/relationships/hyperlink" Target="https://justinahiggins614-cmyk.github.io/jah-databases-data-1/data/video-continuity-and-scene-consisten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Video Continuity and Scene Consistency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continuity rules that keep video scenes coherent across cuts.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Video Continuity and Scene Consistency Database holds 20 continuity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continuity rules that keep video scenes coherent across cuts.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180-Degree Rule  [JAH-VCSC-S-000001]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Keeps the camera on one side of the action axis so screen direction stays consistent. Recorded facts — Rule: 180-Degree Rule; Purpose: spatial orientation; Break symptom: characte…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Match on Action  [JAH-VCSC-S-000002]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Cuts mid-gesture so motion carries across the edit, hiding the cut. Recorded facts — Rule: Match on Action; Purpose: invisible edits; Break symptom: jarring jump. Used by director…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Eyeline Match  [JAH-VCSC-S-000003]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Shows what a character looks at next, aligning gaze direction across the cut. Recorded facts — Rule: Eyeline Match; Purpose: subjective clarity; Break symptom: confused looking.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30-Degree Rule  [JAH-VCSC-S-000004]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Requires at least 30 degrees of camera angle change between similar shots. Recorded facts — Rule: 30-Degree Rule; Purpose: cut motivation; Break symptom: jump cut feel. Used by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Shot-Reverse-Shot  [JAH-VCSC-S-000005]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Alternates over-shoulder framings in dialogue to preserve spatial logic. Recorded facts — Rule: Shot-Reverse-Shot; Purpose: conversation clarity; Break symptom: disoriented dialog…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continuity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JAH-VCSC-S-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Video Continuity and Scene Consistency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continuity rules that keep video scenes coherent across cuts.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https://justinahiggins614-cmyk.github.io/jah-databases/db/video-continuity-and-scene-consistency-signature/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https://justinahiggins614-cmyk.github.io/jah-databases-data-1/data/video-continuity-and-scene-consistency-signature/index.jsonl.gz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
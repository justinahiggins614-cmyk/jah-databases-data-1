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dentity-and-authentication-manager/" TargetMode="External"/><Relationship Id="rId3" Type="http://schemas.openxmlformats.org/officeDocument/2006/relationships/hyperlink" Target="https://justinahiggins614-cmyk.github.io/jah-databases-data-1/data/archive-toolkit-identity-and-authentica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Identity and Authentication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Identity and Authentication Manager Database holds 15 identity and authentication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Multi-factor authentication flow  [JAH-ATK261-000001]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Authentication requires two or more independent factors: something known (password), something held (one-time code), or something inherent (biometric). The factors must be independent so compromising…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Multi-factor authentication flow  [JAH-ATK261-000002]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Authentication requires two or more independent factors: something known (password), something held (one-time code), or something inherent (biometric). The factors must be independent so compromising…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Multi-factor authentication flow  [JAH-ATK261-000003]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Authentication requires two or more independent factors: something known (password), something held (one-time code), or something inherent (biometric). The factors must be independent so compromising…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Password hashing with salt  [JAH-ATK261-000004]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Passwords are never stored directly: each is combined with a unique random salt and run through a slow key-derivation function like PBKDF2, bcrypt, or Argon2. Verification re-derives the hash and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Password hashing with salt  [JAH-ATK261-000005]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Passwords are never stored directly: each is combined with a unique random salt and run through a slow key-derivation function like PBKDF2, bcrypt, or Argon2. Verification re-derives the hash and com…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identity and authentication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Identity and Authentication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identities before granting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https://justinahiggins614-cmyk.github.io/jah-databases/db/archive-toolkit-identity-and-authentication-manager/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https://justinahiggins614-cmyk.github.io/jah-databases-data-1/data/archive-toolkit-identity-and-authentication-manager/index.jsonl.gz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
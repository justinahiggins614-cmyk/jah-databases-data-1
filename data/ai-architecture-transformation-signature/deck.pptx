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i-architecture-transformation-signature/" TargetMode="External"/><Relationship Id="rId3" Type="http://schemas.openxmlformats.org/officeDocument/2006/relationships/hyperlink" Target="https://justinahiggins614-cmyk.github.io/jah-databases-data-1/data/ai-architecture-transformation-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AI Architecture Transformation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Distillation, pruning, quantization-aware morphing, and neural architecture transforms that reshape models without retraining from scratch.</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AI Architecture Transformation Database holds 20 architecture transformation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Distillation, pruning, quantization-aware morphing, and neural architecture transforms that reshape models without retraining from scratch.</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lane N1 build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Graft Distillation  [JAH-AAT-S-000001]</a:t>
            </a:r>
          </a:p>
          <a:p>
            <a:pPr algn="l">
              <a:spcAft>
                <a:spcPts val="1000"/>
              </a:spcAft>
            </a:pPr>
            <a:r>
              <a:rPr sz="1400" b="0">
                <a:solidFill>
                  <a:srgbClr val="D5DBDB"/>
                </a:solidFill>
                <a:latin typeface="Calibri"/>
              </a:rPr>
              <a:t>   Signature original — grafts the teacher's intermediate feature maps onto the student's layers at matching semantic depths, not just matching output logits. The graft points are found by aligning acti…</a:t>
            </a:r>
          </a:p>
          <a:p>
            <a:pPr algn="l">
              <a:spcAft>
                <a:spcPts val="200"/>
              </a:spcAft>
            </a:pPr>
            <a:r>
              <a:rPr sz="1700" b="1">
                <a:solidFill>
                  <a:srgbClr val="FFFFFF"/>
                </a:solidFill>
                <a:latin typeface="Calibri"/>
              </a:rPr>
              <a:t>2. Signature Sculpt Pruning  [JAH-AAT-S-000002]</a:t>
            </a:r>
          </a:p>
          <a:p>
            <a:pPr algn="l">
              <a:spcAft>
                <a:spcPts val="1000"/>
              </a:spcAft>
            </a:pPr>
            <a:r>
              <a:rPr sz="1400" b="0">
                <a:solidFill>
                  <a:srgbClr val="D5DBDB"/>
                </a:solidFill>
                <a:latin typeface="Calibri"/>
              </a:rPr>
              <a:t>   Signature original — sculpts sparsity by removing weights in the order that least changes the model's outputs on a calibration set, like a sculptor removing stone. Each removal is scored by its outpu…</a:t>
            </a:r>
          </a:p>
          <a:p>
            <a:pPr algn="l">
              <a:spcAft>
                <a:spcPts val="200"/>
              </a:spcAft>
            </a:pPr>
            <a:r>
              <a:rPr sz="1700" b="1">
                <a:solidFill>
                  <a:srgbClr val="FFFFFF"/>
                </a:solidFill>
                <a:latin typeface="Calibri"/>
              </a:rPr>
              <a:t>3. Signature Precision Loom  [JAH-AAT-S-000003]</a:t>
            </a:r>
          </a:p>
          <a:p>
            <a:pPr algn="l">
              <a:spcAft>
                <a:spcPts val="1000"/>
              </a:spcAft>
            </a:pPr>
            <a:r>
              <a:rPr sz="1400" b="0">
                <a:solidFill>
                  <a:srgbClr val="D5DBDB"/>
                </a:solidFill>
                <a:latin typeface="Calibri"/>
              </a:rPr>
              <a:t>   Signature original — weaves precision choices through the graph as a dataflow problem: each operator's precision is a variable, and constraints propagate from accuracy-critical outputs backward. The…</a:t>
            </a:r>
          </a:p>
          <a:p>
            <a:pPr algn="l">
              <a:spcAft>
                <a:spcPts val="200"/>
              </a:spcAft>
            </a:pPr>
            <a:r>
              <a:rPr sz="1700" b="1">
                <a:solidFill>
                  <a:srgbClr val="FFFFFF"/>
                </a:solidFill>
                <a:latin typeface="Calibri"/>
              </a:rPr>
              <a:t>4. Signature Morphic Twin  [JAH-AAT-S-000004]</a:t>
            </a:r>
          </a:p>
          <a:p>
            <a:pPr algn="l">
              <a:spcAft>
                <a:spcPts val="1000"/>
              </a:spcAft>
            </a:pPr>
            <a:r>
              <a:rPr sz="1400" b="0">
                <a:solidFill>
                  <a:srgbClr val="D5DBDB"/>
                </a:solidFill>
                <a:latin typeface="Calibri"/>
              </a:rPr>
              <a:t>   Signature original — grows a twin of the network with doubled width where each new neuron starts as an exact copy of an old one, then lets the twins diverge during training. The twin is guaranteed no…</a:t>
            </a:r>
          </a:p>
          <a:p>
            <a:pPr algn="l">
              <a:spcAft>
                <a:spcPts val="200"/>
              </a:spcAft>
            </a:pPr>
            <a:r>
              <a:rPr sz="1700" b="1">
                <a:solidFill>
                  <a:srgbClr val="FFFFFF"/>
                </a:solidFill>
                <a:latin typeface="Calibri"/>
              </a:rPr>
              <a:t>5. Signature Branch Harvest  [JAH-AAT-S-000005]</a:t>
            </a:r>
          </a:p>
          <a:p>
            <a:pPr algn="l">
              <a:spcAft>
                <a:spcPts val="1000"/>
              </a:spcAft>
            </a:pPr>
            <a:r>
              <a:rPr sz="1400" b="0">
                <a:solidFill>
                  <a:srgbClr val="D5DBDB"/>
                </a:solidFill>
                <a:latin typeface="Calibri"/>
              </a:rPr>
              <a:t>   Signature original — harvests the multi-branch training structure into a single path by distilling the ensemble of branches into the fused kernel, not just adding weights. The harvest captures branch…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architecture transformation record</a:t>
            </a:r>
          </a:p>
          <a:p>
            <a:pPr algn="l">
              <a:spcAft>
                <a:spcPts val="1000"/>
              </a:spcAft>
            </a:pPr>
            <a:r>
              <a:rPr sz="2000" b="0">
                <a:solidFill>
                  <a:srgbClr val="FFFFFF"/>
                </a:solidFill>
                <a:latin typeface="Calibri"/>
              </a:rPr>
              <a:t>ID prefix:  JAH-AAT-S-</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Architect Guide</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Distillation, pruning, quantization-aware morphing, and neural architecture transforms that reshape models without retraining from scratch.</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https://justinahiggins614-cmyk.github.io/jah-databases/db/ai-architecture-transformation-signature/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https://justinahiggins614-cmyk.github.io/jah-databases-data-1/data/ai-architecture-transformation-signature/index.jsonl.gz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
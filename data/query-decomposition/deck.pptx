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query-decomposition/" TargetMode="External"/><Relationship Id="rId3" Type="http://schemas.openxmlformats.org/officeDocument/2006/relationships/hyperlink" Target="https://justinahiggins614-cmyk.github.io/jah-databases-data-1/data/query-decomposi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Database Query Decomposition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Plans that split hard questions into answerable pieces — subqueries, merge strategies, and ordering.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Database Query Decomposition Database holds 20 query decomposition plans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Plans that split hard questions into answerable pieces — subqueries, merge strategies, and ordering.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Compare Q3 revenue across regions  [JAH-QD-000001]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question asks for a comparison across five regions. It decomposes into one subquery per region, then merges into a comparison table ordered by revenue.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User activity over the last year  [JAH-QD-000002]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year of activity is too wide for one query. It splits into monthly subqueries that run in parallel and merge into a trend.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Product info from three systems  [JAH-QD-000003]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product answer lives in three systems: catalog, inventory, and reviews. Each gets a subquery; the merge joins on product ID.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All open tickets for the team  [JAH-QD-000004]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Open tickets fan out to each assignee in parallel, then merge into one prioritized list.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Onboarding: account then profile then prefs  [JAH-QD-000005]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Onboarding must happen in order: account first, then profile, then preferences. Each step feeds the next.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query decomposition plan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JAH-QD-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Query Decomposition Planner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Plans that split hard questions into answerable pieces — subqueries, merge strategies, and ordering.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https://justinahiggins614-cmyk.github.io/jah-databases/db/query-decomposition/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https://justinahiggins614-cmyk.github.io/jah-databases-data-1/data/query-decomposition/index.jsonl.gz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
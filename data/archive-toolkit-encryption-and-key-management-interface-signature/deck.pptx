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ncryption-and-key-management-interface-signature/" TargetMode="External"/><Relationship Id="rId3" Type="http://schemas.openxmlformats.org/officeDocument/2006/relationships/hyperlink" Target="https://justinahiggins614-cmyk.github.io/jah-databases-data-1/data/archive-toolkit-encryption-and-key-management-interfa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Encryption and Key Management Interface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authorized encryption and key-handling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Encryption and Key Management Interface Database holds 15 encryption and key management interfaces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authorized encryption and key-handling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Key usage ledger  [JAH-ATK265S-000001]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use of every key is recorded with the operation, identity, and purpose. The ledger answers 'where has this key been used?' instantly, wh…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Key usage ledger  [JAH-ATK265S-000002]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use of every key is recorded with the operation, identity, and purpose. The ledger answers 'where has this key been used?' instantly, wh…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Key usage ledger  [JAH-ATK265S-000003]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use of every key is recorded with the operation, identity, and purpose. The ledger answers 'where has this key been used?' instantly, wh…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Split-knowledge keys  [JAH-ATK265S-000004]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critical keys are split into shares so no single person holds the whole key; a quorum of shares reconstructs it. Split knowledge enforces dual…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Split-knowledge keys  [JAH-ATK265S-000005]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critical keys are split into shares so no single person holds the whole key; a quorum of shares reconstructs it. Split knowledge enforces dual…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encryption and key management interface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Encryption and Key Management Interface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authorized encryption and key-handling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https://justinahiggins614-cmyk.github.io/jah-databases/db/archive-toolkit-encryption-and-key-management-interface-signature/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https://justinahiggins614-cmyk.github.io/jah-databases-data-1/data/archive-toolkit-encryption-and-key-management-interface-signature/index.jsonl.gz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
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gbo-signature/" TargetMode="External"/><Relationship Id="rId3" Type="http://schemas.openxmlformats.org/officeDocument/2006/relationships/hyperlink" Target="https://justinahiggins614-cmyk.github.io/jah-databases-data-1/data/names-igb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Igbo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Igbo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Igbo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Igbo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Chiamaka - sound, structure, and naming power  [JAH-NMIS3-000001]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Igbo feminine name Chiamaka. Sound: 3 syllables, open vowels. Structure: Chi (God) + amaka (beautiful).. Recorded meaning: God is beautiful.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Obinna - sound, structure, and naming power  [JAH-NMIS3-000002]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Igbo masculine name Obinna. Sound: 3 syllables, open vowels. Structure: Obi (heart) + nna (father).. Recorded meaning: Father's heart. Naming power: the name is short,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Adaeze - sound, structure, and naming power  [JAH-NMIS3-000003]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Igbo feminine name Adaeze. Sound: 3 syllables, open vowels. Structure: Ada (daughter) + eze (king).. Recorded meaning: King's daughter.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Ngozi - sound, structure, and naming power  [JAH-NMIS3-000004]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Igbo unisex name Ngozi. Sound: 2 syllables, open vowels. Structure: Unisex.. Recorded meaning: Blessing. Naming power: the name is short, sayable, and carries one clear…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Igbo naming framework  [JAH-NMIS3-000005]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Igbo names. Forging a new Signature name runs in four passes: sound (two to four syllables that read aloud cleanly), meaning (one plain-language gloss, never a paragr…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Igbo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Igbo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https://justinahiggins614-cmyk.github.io/jah-databases/db/names-igbo-signature/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https://justinahiggins614-cmyk.github.io/jah-databases-data-1/data/names-igbo-signature/index.jsonl.gz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
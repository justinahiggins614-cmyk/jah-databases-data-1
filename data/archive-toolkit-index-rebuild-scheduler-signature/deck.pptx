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index-rebuild-scheduler-signature/" TargetMode="External"/><Relationship Id="rId3" Type="http://schemas.openxmlformats.org/officeDocument/2006/relationships/hyperlink" Target="https://justinahiggins614-cmyk.github.io/jah-databases-data-1/data/archive-toolkit-index-rebuild-schedul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Index Rebuild Scheduler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Rebuilds damaged or stale indexes when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Index Rebuild Scheduler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Rebuilds damaged or stale indexes when needed.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Rebuild triggers — Index Rebuild Scheduler (Signature)  [JAH-ATK222S-0001]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index rebuild scheduler decides when an index needs rebuildi…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Cost estimation — Index Rebuild Scheduler (Signature)  [JAH-ATK222S-0002]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index rebuild scheduler decides when an index needs rebuildi…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Low-traffic window selection — Index Rebuild Scheduler (Signature)  [JAH-ATK222S-0003]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index rebuild scheduler decides when an index needs rebuildi…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Blue-green index builds — Index Rebuild Scheduler (Signature)  [JAH-ATK222S-0004]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index rebuild scheduler decides when an index needs rebuildi…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Incremental vs full decision — Index Rebuild Scheduler (Signature)  [JAH-ATK222S-0005]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index rebuild scheduler decides when an index needs rebuildi…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JAH-ATK222S-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Index Rebuild Scheduler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Rebuilds damaged or stale indexes when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https://justinahiggins614-cmyk.github.io/jah-databases/db/archive-toolkit-index-rebuild-scheduler-signature/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https://justinahiggins614-cmyk.github.io/jah-databases-data-1/data/archive-toolkit-index-rebuild-scheduler-signature/index.jsonl.gz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
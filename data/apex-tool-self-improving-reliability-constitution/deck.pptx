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self-improving-reliability-constitution/" TargetMode="External"/><Relationship Id="rId3" Type="http://schemas.openxmlformats.org/officeDocument/2006/relationships/hyperlink" Target="https://justinahiggins614-cmyk.github.io/jah-databases-data-1/data/apex-tool-self-improving-reliability-constitu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Self-Improving Reliability Constitution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unbreakable rules: invariants and release requirements no optimizer may bypass.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Self-Improving Reliability Constitution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unbreakable rules: invariants and release requirements no optimizer may bypass.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constitutional constraints are documented AI safety practice;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Rules Above the Optimizer  [JAH-APX96-000001]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Self-improvement needs unbreakable rules. This record covers the constitution principle: invariants no optimizer may bypass.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Encoding Invariants  [JAH-APX96-000002]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Invariants must be machine-checkable, not aspirational prose. This record covers the invariant encoder.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Compiling the Rules  [JAH-APX96-000003]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Testing rules and release requirements become executable checks. This record covers the rule compiler.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Codifying Permissions  [JAH-APX96-000004]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Permission boundaries are encoded, not implied. This record covers the permission codifier.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Detecting Bypasses  [JAH-APX96-000005]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Silent bypass is the constitution’s nightmare. This record covers watching optimization runs for violations.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Self-Improving Reliability Constitution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unbreakable rules: invariants and release requirements no optimizer may bypass.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https://justinahiggins614-cmyk.github.io/jah-databases/db/apex-tool-self-improving-reliability-constitution/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https://justinahiggins614-cmyk.github.io/jah-databases-data-1/data/apex-tool-self-improving-reliability-constitution/index.jsonl.gz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
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future-technology-laboratory/" TargetMode="External"/><Relationship Id="rId3" Type="http://schemas.openxmlformats.org/officeDocument/2006/relationships/hyperlink" Target="https://justinahiggins614-cmyk.github.io/jah-databases-data-1/data/apex-tool-apex-future-technology-laborat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Future Technology Laboratory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lab where emerging research becomes simulated, prototyped, and benchmarked.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Future Technology Laboratory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lab where emerging research becomes simulated, prototyped, and benchmarked.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technology scouting is standard innovation practice;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Intaking the Future  [JAH-APX98-000001]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Emerging research enters with provenance. This record covers capturing what’s new without swallowing hype.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Grading Maturity  [JAH-APX98-000002]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‘breakthroughs’ are equal. This record covers honest technology readiness grading.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Simulating Candidates  [JAH-APX98-000003]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building, model. This record covers simulating candidate technologies under stated assumptions.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Stating Assumptions  [JAH-APX98-000004]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simulation without stated assumptions is a cartoon. This record covers assumption documentation.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Generating Prototypes  [JAH-APX98-000005]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Research becomes software. This record covers generating prototype implementations from specs.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Future Technology Laboratory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lab where emerging research becomes simulated, prototyped, and benchmarked.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https://justinahiggins614-cmyk.github.io/jah-databases/db/apex-tool-apex-future-technology-laboratory/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https://justinahiggins614-cmyk.github.io/jah-databases-data-1/data/apex-tool-apex-future-technology-laboratory/index.jsonl.gz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
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est-harness-generation-signature/" TargetMode="External"/><Relationship Id="rId3" Type="http://schemas.openxmlformats.org/officeDocument/2006/relationships/hyperlink" Target="https://justinahiggins614-cmyk.github.io/jah-databases-data-1/data/automated-test-harness-gen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Test Harness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Test Harness Generation Database holds 15 test harnesss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Behavior-Derived Scaffolding  [JAH-ATH-S-000001]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scaffolding derives from observed runtime behavior, generating tests that capture what the code actually does - then humans assert what it should do. Behavior is the starting po…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Constraint-Respecting Fixtures  [JAH-ATH-S-000002]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generated fixtures respect cross-field constraints - end after start, totals match lines - so tests exercise valid states. Invalid fixtures are never generated. Signature-labele…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Contract-Verified Mocks  [JAH-ATH-S-000003]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mocks are verified against the real dependency's contract tests, so mock drift - where the mock lies about reality - is caught automatically. Mocks stay honest. Signature-labele…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Regression-Capturing Property Tests  [JAH-ATH-S-000004]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failing cases shrink to minimal examples and are saved as permanent regression tests, so the property suite grows teeth over time. Every bug becomes a guard. Signature-labeled;…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Coverage-Guided Corpus Evolution  [JAH-ATH-S-000005]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corpus evolves automatically, keeping only inputs that expand coverage and retiring redundant ones. The corpus stays lean and potent. Signature-labeled; an original JAH desi…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harness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Test Harness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https://justinahiggins614-cmyk.github.io/jah-databases/db/automated-test-harness-generation-signature/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https://justinahiggins614-cmyk.github.io/jah-databases-data-1/data/automated-test-harness-generation-signature/index.jsonl.gz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
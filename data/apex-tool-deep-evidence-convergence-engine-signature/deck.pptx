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deep-evidence-convergence-engine-signature/" TargetMode="External"/><Relationship Id="rId3" Type="http://schemas.openxmlformats.org/officeDocument/2006/relationships/hyperlink" Target="https://justinahiggins614-cmyk.github.io/jah-databases-data-1/data/apex-tool-deep-evidence-convergence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Deep Evidence Convergence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Determines whether different lines of evidence independently support a conclusion or merely repeat the same underlying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Deep Evidence Convergence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Determines whether different lines of evidence independently support a conclusion or merely repeat the same underlying source.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Echo Hunter  [JAH-APX32S-000001]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echo hunter listens for echoes: evidence that sounds like many voices but is one voice in a canyon. The hunter's report counts true voices, and the echo is labeled as echo — never as consens…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Witness Stand  [JAH-APX32S-000002]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witness stand puts each evidence item under oath: source, method, independence — testify. Items that plead the fifth on any question are excused from the deliberation.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Convergence Thermometer  [JAH-APX32S-000003]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convergence thermometer measures how hot the agreement really is: independent lines agreeing reads hot; one line repeated reads cold no matter how loud. Temperature, not volume, decides.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Paper-Trail Hound  [JAH-APX32S-000004]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paper-trail hound follows every claim back through citations to the original observation: no link in the chain may be missing. A claim whose trail goes cold is marked UNTRACED.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Fingerprint Dusting  [JAH-APX32S-000005]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fingerprint dusting lifts the hidden prints of shared sourcing: identical phrasing, shared typos, matching dataset quirks. Dust reveals what polished citations hide.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JAH-APX32S-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Deep Evidence Convergence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Determines whether different lines of evidence independently support a conclusion or merely repeat the same underlying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https://justinahiggins614-cmyk.github.io/jah-databases/db/apex-tool-deep-evidence-convergence-engine-signature/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https://justinahiggins614-cmyk.github.io/jah-databases-data-1/data/apex-tool-deep-evidence-convergence-engine-signature/index.jsonl.gz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
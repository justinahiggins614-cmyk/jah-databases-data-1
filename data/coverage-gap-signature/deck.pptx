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verage-gap-signature/" TargetMode="External"/><Relationship Id="rId3" Type="http://schemas.openxmlformats.org/officeDocument/2006/relationships/hyperlink" Target="https://justinahiggins614-cmyk.github.io/jah-databases-data-1/data/coverage-gap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Database Coverage Gap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Measured gaps between what the network knows and what it should know.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Database Coverage Gap Database holds 20 coverage gap reports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Measured gaps between what the network knows and what it should know.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Bare Map  [JAH-COVERA-S-000001]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map showing the network's bare patches in living color. The map updates as records land, so builders always see where the need is greatest. Teaching ladder: rank 1 — the concept…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Deep Time Survey  [JAH-COVERA-S-000002]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survey of the deep past, naming every thin era by name. The survey treats the past as owed knowledge, not optional color. Teaching ladder: rank 1 — the concept in its simplest, 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Many Tongues Census  [JAH-COVERA-S-000003]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census counting the network's knowledge in every tongue. The census shames English-only comfort and funds the tongues left behind. Teaching ladder: rank 1 — the concept in its 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Depth Sounding  [JAH-COVERA-S-000004]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sounding measuring how deep each record truly goes. Shallow records are marked honestly; depth is earned, not claimed. Teaching ladder: rank 1 — the concept in its simplest, most…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Many Forms Muster  [JAH-COVERA-S-000005]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muster counting records in every form - seen, heard, and read. The muster drafts the missing forms into service. Teaching ladder: rank 1 — the concept in its simplest, most direc…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coverage gap report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JAH-COVERA-S-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Coverage Gap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Measured gaps between what the network knows and what it should know.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https://justinahiggins614-cmyk.github.io/jah-databases/db/coverage-gap-signature/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https://justinahiggins614-cmyk.github.io/jah-databases-data-1/data/coverage-gap-signature/index.jsonl.gz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
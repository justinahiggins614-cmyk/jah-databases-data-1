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istributed-computation-recovery/" TargetMode="External"/><Relationship Id="rId3" Type="http://schemas.openxmlformats.org/officeDocument/2006/relationships/hyperlink" Target="https://justinahiggins614-cmyk.github.io/jah-databases-data-1/data/distributed-computation-recover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Distributed Computation Recovery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Recovery for computations that span machines — mechanisms, overheads, and data-loss bounds.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Distributed Computation Recovery Database holds 20 distributed recovery procedures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Recovery for computations that span machines — mechanisms, overheads, and data-loss bounds.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Spark stage: lineage recompute  [JAH-DISTRI2-000001]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lost partition recomputes from its lineage: narrow transformations replay fast.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MPI job: checkpoint restart  [JAH-DISTRI2-000002]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MPI job checkpoints hourly; a node failure restarts from the last checkpoint.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Replicated state machine  [JAH-DISTRI2-000003]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Three replicas: one dies, two carry on. The failed replica re-syncs on return.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Erasure-coded storage  [JAH-DISTRI2-000004]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10+4 erasure code survives 4 disk failures with 1.4x overhead instead of 3x.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Task retry on flake  [JAH-DISTRI2-000005]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Flaky tasks retry up to 3 times with backoff. Idempotent tasks make it safe.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distributed recovery procedure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JAH-DISTRI2-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Distributed Recovery Engineer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Recovery for computations that span machines — mechanisms, overheads, and data-loss bounds.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https://justinahiggins614-cmyk.github.io/jah-databases/db/distributed-computation-recovery/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https://justinahiggins614-cmyk.github.io/jah-databases-data-1/data/distributed-computation-recovery/index.jsonl.gz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
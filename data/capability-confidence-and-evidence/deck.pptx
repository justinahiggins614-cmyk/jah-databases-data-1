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pability-confidence-and-evidence/" TargetMode="External"/><Relationship Id="rId3" Type="http://schemas.openxmlformats.org/officeDocument/2006/relationships/hyperlink" Target="https://justinahiggins614-cmyk.github.io/jah-databases-data-1/data/capability-confidence-and-eviden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Capability Confidence and Evidence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Confidence scores for capabilities, each backed by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Capability Confidence and Evidence Database holds 20 confidence assessments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Confidence scores for capabilities, each backed by evidence.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Benchmark Accuracy Score  [JAH-CAPABI2-000001]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capability's accuracy is measured on a fixed benchmark suite, producing a score with confidence intervals. Published intervals keep a 94% from being mistaken for a 99%. Teaching ladder: rank 1 —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Freshness Decay Curve  [JAH-CAPABI2-000002]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Confidence decays as the evidence ages, following a documented decay curve per capability type. The curve makes 'last verified 2019' visibly weaker than 'last verified today'. Teaching ladder: rank 1…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Coverage Breadth Rating  [JAH-CAPABI2-000003]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Confidence is rated by how much of the capability's claimed scope has actually been exercised. Narrow testing of broad claims is the classic overconfidence trap; the rating exposes it. Teaching ladde…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Provenance Strength Score  [JAH-CAPABI2-000004]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Evidence backed by strong provenance - signed, witnessed, recent - scores higher than hearsay. The score weights evidence by its chain of custody, not just its content. Teaching ladder: rank 1 —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Multi-Source Agreement Index  [JAH-CAPABI2-000005]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independent sources agree, confidence rises; the index quantifies the agreement. Independence matters: three copies of one source count as one. Teaching ladder: rank 1 — the concept in its simpl…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confidence assessment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JAH-CAPABI2-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Confidence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Confidence scores for capabilities, each backed by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https://justinahiggins614-cmyk.github.io/jah-databases/db/capability-confidence-and-evidence/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https://justinahiggins614-cmyk.github.io/jah-databases-data-1/data/capability-confidence-and-evidence/index.jsonl.gz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
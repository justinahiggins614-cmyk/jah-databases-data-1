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yoruba-signature/" TargetMode="External"/><Relationship Id="rId3" Type="http://schemas.openxmlformats.org/officeDocument/2006/relationships/hyperlink" Target="https://justinahiggins614-cmyk.github.io/jah-databases-data-1/data/names-yorub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Yoruba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Yoruba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Yoruba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Yoruba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Adeyemi - sound, structure, and naming power  [JAH-NMYS-000001]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Yoruba masculine name Adeyemi. Sound: 4 syllables, open vowels. Structure: Ade (crown) + yemi (befits me).. Recorded meaning: The crown befits me.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Olufemi - sound, structure, and naming power  [JAH-NMYS-000002]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Yoruba masculine name Olufemi. Sound: 4 syllables, open vowels. Structure: Olu (God) + femi (loves me).. Recorded meaning: God loves me. Naming power: the name is short,…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Funke - sound, structure, and naming power  [JAH-NMYS-000003]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Yoruba feminine name Funke. Sound: 2 syllables, open vowels. Structure: Short of Olufunke.. Recorded meaning: Given to me to cherish.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Adebayo - sound, structure, and naming power  [JAH-NMYS-000004]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Yoruba masculine name Adebayo. Sound: 4 syllables, open vowels. Structure: Ade + bayo.. Recorded meaning: The crown meets joy.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Yoruba naming framework  [JAH-NMYS-000005]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Yoruba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JAH-NMYS-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Yoruba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Yoruba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https://justinahiggins614-cmyk.github.io/jah-databases/db/names-yoruba-signature/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https://justinahiggins614-cmyk.github.io/jah-databases-data-1/data/names-yoruba-signature/index.jsonl.gz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
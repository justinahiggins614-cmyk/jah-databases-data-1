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swahili/" TargetMode="External"/><Relationship Id="rId3" Type="http://schemas.openxmlformats.org/officeDocument/2006/relationships/hyperlink" Target="https://justinahiggins614-cmyk.github.io/jah-databases-data-1/data/names-swahili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Swahili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Swahili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Swahili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Swahili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Juma - Swahili masculine given name  [JAH-NMS5-000001]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Juma is a masculine given name in Swahili. Meaning: Friday. Given to Friday-born boys.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Amina - Swahili feminine given name  [JAH-NMS5-000002]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Amina is a feminine given name in Swahili. Meaning: Trustworthy..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Baraka - Swahili masculine given name  [JAH-NMS5-000003]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Baraka is a masculine given name in Swahili. Meaning: Blessing..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Neema - Swahili feminine given name  [JAH-NMS5-000004]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Neema is a feminine given name in Swahili. Meaning: Grace..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Rehema - Swahili feminine given name  [JAH-NMS5-000005]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Rehema is a feminine given name in Swahili. Meaning: Mercy..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JAH-NMS5-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Swahili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Swahili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https://justinahiggins614-cmyk.github.io/jah-databases/db/names-swahili/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https://justinahiggins614-cmyk.github.io/jah-databases-data-1/data/names-swahili/index.jsonl.gz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
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bandwidth-shapers/" TargetMode="External"/><Relationship Id="rId3" Type="http://schemas.openxmlformats.org/officeDocument/2006/relationships/hyperlink" Target="https://justinahiggins614-cmyk.github.io/jah-databases-data-1/data/dynamic-bandwidth-shap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Dynamic Bandwidth Shapers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Dynamic Bandwidth Shapers Database holds 15 network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Per-Flow Queues  [JAH-DYNAMI3-000001]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Per-Flow Queues is a network ability in the Dynamic Bandwidth Shapers database. Gives every flow its own queue so one greedy flow cannot starve the rest. Flows are hashed to queues; each queue drains…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Priority Classes  [JAH-DYNAMI3-000002]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Priority Classes is a network ability in the Dynamic Bandwidth Shapers database. Sorts traffic into priority classes with guaranteed minimums. Classes — realtime, interactive, bulk — each get a minim…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Token Buckets  [JAH-DYNAMI3-000003]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Token Buckets is a network ability in the Dynamic Bandwidth Shapers database. Polices each flow with a token bucket that allows bursts but caps averages. Tokens accrue at the average rate up to the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Congestion Signals  [JAH-DYNAMI3-000004]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Congestion Signals is a network ability in the Dynamic Bandwidth Shapers database. Emits congestion signals early so senders back off before drops. Queue depth crossings send ECN marks; senders that…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Adaptive Rate Limits  [JAH-DYNAMI3-000005]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Adaptive Rate Limits is a network ability in the Dynamic Bandwidth Shapers database. Adjusts rate limits continuously from measured link capacity. Capacity is probed every second; limits track 95% of…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network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Dynamic Bandwidth Shaper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Shapes network traffic on the fly — priority where it matters, fairness everywhere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https://justinahiggins614-cmyk.github.io/jah-databases/db/dynamic-bandwidth-shapers/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https://justinahiggins614-cmyk.github.io/jah-databases-data-1/data/dynamic-bandwidth-shapers/index.jsonl.gz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
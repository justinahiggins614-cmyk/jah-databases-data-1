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long-context-assembly-engine-signature/" TargetMode="External"/><Relationship Id="rId3" Type="http://schemas.openxmlformats.org/officeDocument/2006/relationships/hyperlink" Target="https://justinahiggins614-cmyk.github.io/jah-databases-data-1/data/archive-tool-long-context-assembly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Long-Context Assembly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Combines selected records into a coherent working context that fits model limits.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Long-Context Assembly Engine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Combines selected records into a coherent working context that fits model limits.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by Justin Addam Higgins (JAH) for Long-Context Assembly Engine,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Relevance-ordered record sequencing (foundational)  [JAH-AT64S-000001]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Selected records are ordered by relevance score, most relevant first, because models attend more strongly to early context. Ties break by recency so fresher records win. The order…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Relevance-ordered record sequencing (compounded)  [JAH-AT64S-000002]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Selected records are ordered by relevance score, most relevant first, because models attend more strongly to early context. Ties break by recency so fresher records win. The order…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Relevance-ordered record sequencing (production)  [JAH-AT64S-000003]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Selected records are ordered by relevance score, most relevant first, because models attend more strongly to early context. Ties break by recency so fresher records win. The order…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Token budget allocation per record (foundational)  [JAH-AT64S-000004]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The total token budget is split across records proportionally to relevance, with a minimum floor so no selected record is starved to zero. Proportional allocation spends the most…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Token budget allocation per record (compounded)  [JAH-AT64S-000005]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The total token budget is split across records proportionally to relevance, with a minimum floor so no selected record is starved to zero. Proportional allocation spends the most…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JAH-AT64S-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Context Assembly Librarian (Signature Edition)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Combines selected records into a coherent working context that fits model limits.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https://justinahiggins614-cmyk.github.io/jah-databases/db/archive-tool-long-context-assembly-engine-signature/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https://justinahiggins614-cmyk.github.io/jah-databases-data-1/data/archive-tool-long-context-assembly-engine-signature/index.jsonl.gz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
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odular-workspace-staging-signature/" TargetMode="External"/><Relationship Id="rId3" Type="http://schemas.openxmlformats.org/officeDocument/2006/relationships/hyperlink" Target="https://justinahiggins614-cmyk.github.io/jah-databases-data-1/data/modular-workspace-stag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Modular Workspace Staging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Modular Workspace Staging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workspace concept  [JAH-MODULA-S-000001]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workspace is a named working context: the project, its open files, layout, terminals, and tool state — everything needed to resume. Switching workspaces swaps the entire context in one action.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Staging areas  [JAH-MODULA-S-000002]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Staging areas hold work-in-progress between contexts: shelves, stashes, and draft states that are not ready to commit but must not be lost. Git stash, IDE shelves, and 'draft' states all implement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Layout presets  [JAH-MODULA-S-000003]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Layout presets are named arrangements for tasks: 'code' (editor + terminal), 'review' (diff + comments), 'debug' (editor + debugger + watch). One action applies the preset — panes, sizes, open tools.…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Session persistence  [JAH-MODULA-S-000004]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Session persistence remembers everything across restarts: open workspaces, their layouts, unsaved changes (backed up), and tool states. The app reopens exactly as left — hot exit writ large. The impl…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Multi-project workspaces  [JAH-MODULA-S-000005]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Multi-project workspaces hold several projects at once: a root workspace with project folders, shared search, cross-project references, and per-project settings. The challenges are scope (search acro…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JAH-MODULA-S-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Modular Workspace Staging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https://justinahiggins614-cmyk.github.io/jah-databases/db/modular-workspace-staging-signature/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https://justinahiggins614-cmyk.github.io/jah-databases-data-1/data/modular-workspace-staging-signature/index.jsonl.gz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
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nergy-system-dispatch-optimization/" TargetMode="External"/><Relationship Id="rId3" Type="http://schemas.openxmlformats.org/officeDocument/2006/relationships/hyperlink" Target="https://justinahiggins614-cmyk.github.io/jah-databases-data-1/data/energy-system-dispatch-optimiz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Energy System Dispatch Optimization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Dispatching energy at least cost — objectives, constraints, methods, and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Energy System Dispatch Optimization Database holds 20 dispatch optimization cases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Dispatching energy at least cost — objectives, constraints, methods, and results.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Merit-order dispatch  [JAH-ESD-000001]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Generators dispatch cheapest-first to meet 800 MW. Total cost minimized.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Unit commitment day-ahead  [JAH-ESD-000002]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Which units to commit tomorrow, with start costs and min up/down times.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Solar curtailment at noon  [JAH-ESD-000003]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Excess solar curtailed when supply exceeds demand and export limits bind.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Battery arbitrage  [JAH-ESD-000004]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battery charges at night ($30) and discharges at peak ($120).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Demand response event  [JAH-ESD-000005]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Industrial loads shed 50 MW during the peak event for payment.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dispatch optimization case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JAH-ESD-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Energy Dispatch Optimizer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Dispatching energy at least cost — objectives, constraints, methods, and results.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https://justinahiggins614-cmyk.github.io/jah-databases/db/energy-system-dispatch-optimization/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https://justinahiggins614-cmyk.github.io/jah-databases-data-1/data/energy-system-dispatch-optimization/index.jsonl.gz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
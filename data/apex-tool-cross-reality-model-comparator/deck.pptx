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cross-reality-model-comparator/" TargetMode="External"/><Relationship Id="rId3" Type="http://schemas.openxmlformats.org/officeDocument/2006/relationships/hyperlink" Target="https://justinahiggins614-cmyk.github.io/jah-databases-data-1/data/apex-tool-cross-reality-model-comparato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Cross-Reality Model Comparator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Compares alternative mathematical models, simulated environments, and scientific hypotheses — without ever confusing them with physical reality.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Cross-Reality Model Comparator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Compares alternative mathematical models, simulated environments, and scientific hypotheses — without ever confusing them with physical reality.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Public-record survey compiled 2026-10-21 from: model selection (AIC/BIC, cross-validation); simulation V&amp;V (verification and validation); model cards for model reporting; ensemble comparison methods. Fact-checked against public sources.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What the Model Comparator is  [JAH-APX13-000001]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comparator stages fair contests between models: same tasks, same metrics, same conditions, with each model's assumptions documented and its reality grade labeled. It reports which model won, by 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Model and reality-grade data model  [JAH-APX13-000002]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model is a record: its equations or code, its assumptions, its training data, its reality grade (measured, simulated, hypothesized), and its known failure conditions. Reality grades are enforce…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Fair contest design algorithm  [JAH-APX13-000003]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fair contest gives every model the same tasks, the same inputs, the same metrics, and no peeking at the answers. The designer checks for leakage (did a model train on the test data?), balances task…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Assumption sensitivity algorithm  [JAH-APX13-000004]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Models win under assumptions; the comparator varies the assumptions to see which victories survive. A model that only wins when its favorite assumption holds is fragile — the sensitivity analysis sho…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Comparison query interface specification  [JAH-APX13-000005]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Callers ask 'compare these models on this task' and get a structured verdict: rankings with margins, assumption sensitivities, reality grades, and the explicit non-claim about physical reality. The i…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JAH-APX13-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Cross-Reality Model Comparator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Compares alternative mathematical models, simulated environments, and scientific hypotheses — without ever confusing them with physical reality.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https://justinahiggins614-cmyk.github.io/jah-databases/db/apex-tool-cross-reality-model-comparator/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https://justinahiggins614-cmyk.github.io/jah-databases-data-1/data/apex-tool-cross-reality-model-comparator/index.jsonl.gz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
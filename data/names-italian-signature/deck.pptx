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talian-signature/" TargetMode="External"/><Relationship Id="rId3" Type="http://schemas.openxmlformats.org/officeDocument/2006/relationships/hyperlink" Target="https://justinahiggins614-cmyk.github.io/jah-databases-data-1/data/names-ital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Italian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Italian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Italian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Italian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Giuseppe - sound, structure, and naming power  [JAH-NMIS-000001]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Italian masculine name Giuseppe. Sound: 3 syllables, open vowels. Structure: The Italian form of Joseph.. Recorded meaning: God will increase.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[JAH-NMIS-000002]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Italian feminine name Maria. Sound: 2 syllables, open vowels. Structure: A traditional name of this language.. Recorded meaning: Beloved..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Antonio - sound, structure, and naming power  [JAH-NMIS-000003]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Italian masculine name Antonio. Sound: 3 syllables, open vowels. Structure: From Roman Antonius.. Recorded meaning: Priceless. Naming power: the name is short, sayable,…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Sofia - sound, structure, and naming power  [JAH-NMIS-000004]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Italian feminine name Sofia. Sound: 2 syllables, open vowels. Structure: From Greek.. Recorded meaning: Wisdom. Naming power: the name is short, sayable, and carries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Italian naming framework  [JAH-NMIS-000005]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Italian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Italian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Italian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https://justinahiggins614-cmyk.github.io/jah-databases/db/names-italian-signature/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https://justinahiggins614-cmyk.github.io/jah-databases-data-1/data/names-italian-signature/index.jsonl.gz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
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nepali/" TargetMode="External"/><Relationship Id="rId3" Type="http://schemas.openxmlformats.org/officeDocument/2006/relationships/hyperlink" Target="https://justinahiggins614-cmyk.github.io/jah-databases-data-1/data/names-nepali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Nepali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Nepali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Nepali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Nepali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Ram - Nepali masculine given name  [JAH-NMN-000001]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Ram is a masculine given name in Nepali. Meaning: The hero of the Ramayana..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Sita - Nepali feminine given name  [JAH-NMN-000002]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Sita is a feminine given name in Nepali. Meaning: The heroine of the Ramayana..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Hari - Nepali masculine given name  [JAH-NMN-000003]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Hari is a masculine given name in Nepali. Meaning: A name of Vishnu..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Gita - Nepali feminine given name  [JAH-NMN-000004]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Gita is a feminine given name in Nepali. Meaning: Song. The Bhagavad Gita's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Prakash - Nepali masculine given name  [JAH-NMN-000005]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Prakash is a masculine given name in Nepali. Meaning: Light..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JAH-NMN-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Nepali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Nepali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https://justinahiggins614-cmyk.github.io/jah-databases/db/names-nepali/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https://justinahiggins614-cmyk.github.io/jah-databases-data-1/data/names-nepali/index.jsonl.gz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
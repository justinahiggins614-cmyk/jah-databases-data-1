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dependency-graph-analyzer-signature/" TargetMode="External"/><Relationship Id="rId3" Type="http://schemas.openxmlformats.org/officeDocument/2006/relationships/hyperlink" Target="https://justinahiggins614-cmyk.github.io/jah-databases-data-1/data/archive-tool-dependency-graph-analyz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Dependency Graph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Maps dependencies among programs, datasets, models, services, and other components.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Dependency Graph Analyzer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dependencies among programs, datasets, models, services, and other components.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Manifest Graph Build — Core Method  [JAH-AT46S-000001]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component declares its dependencies in a manifest — a program lists libraries and datasets, a model lists its training data, a service lists its APIs…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Manifest Graph Build — Compounded Pattern  [JAH-AT46S-000002]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component declares its dependencies in a manifest — a program lists libraries and datasets, a model lists its training data, a service lists its APIs…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Manifest Graph Build — Full-System Integration  [JAH-AT46S-000003]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Every component declares its dependencies in a manifest — a program lists libraries and datasets, a model lists its training data, a service lists its APIs…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Topological Ordering — Core Method  [JAH-AT46S-000004]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To build, test, or deploy the ecosystem in the right order, the analyzer topologically sorts the dependency graph: every component comes after the things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Topological Ordering — Compounded Pattern  [JAH-AT46S-000005]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To build, test, or deploy the ecosystem in the right order, the analyzer topologically sorts the dependency graph: every component comes after the things 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JAH-AT46S-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Maps dependencies among programs, datasets, models, services, and other components.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https://justinahiggins614-cmyk.github.io/jah-databases/db/archive-tool-dependency-graph-analyzer-signature/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https://justinahiggins614-cmyk.github.io/jah-databases-data-1/data/archive-tool-dependency-graph-analyzer-signature/index.jsonl.gz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
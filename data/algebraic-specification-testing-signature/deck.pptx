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lgebraic-specification-testing-signature/" TargetMode="External"/><Relationship Id="rId3" Type="http://schemas.openxmlformats.org/officeDocument/2006/relationships/hyperlink" Target="https://justinahiggins614-cmyk.github.io/jah-databases-data-1/data/algebraic-specification-test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Algebraic Specification Testing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Math as tests: algebraic specs that generate their own test suites.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Algebraic Specification Testing Database holds 15 algebraic specification tests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Math as tests: algebraic specs that generate their own test suites.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Axiom Provenance Ledger  [JAH-ALGEBR-S-000001]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axiom records its provenance — who stated it, which requirement it captures, and its full test history. When an axiom's test fails, the ledger shows the requirement behind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Term-rewriting conformance checks  [JAH-ALGEBR-S-000002]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Equations become rewrite rules oriented left-to-right; any term rewrites to a normal form. Conformance testing reduces both the spec's predicted term and the implementation's actua…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Axiom Provenance Ledger  [JAH-ALGEBR-S-000003]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axiom records its provenance — who stated it, which requirement it captures, and its full test history. When an axiom's test fails, the ledger shows the requirement behind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Term-rewriting conformance checks  [JAH-ALGEBR-S-000004]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Equations become rewrite rules oriented left-to-right; any term rewrites to a normal form. Conformance testing reduces both the spec's predicted term and the implementation's actua…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Narrowing-based test generation  [JAH-ALGEBR-S-000005]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Narrowing symbolically executes the spec's equations to generate test inputs that cover distinct behaviors — instead of random testing, it derives inputs guaranteed to exercise dif…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algebraic specification test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JAH-ALGEBR-S-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Algebraic Specification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Math as tests: algebraic specs that generate their own test suites.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https://justinahiggins614-cmyk.github.io/jah-databases/db/algebraic-specification-testing-signature/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https://justinahiggins614-cmyk.github.io/jah-databases-data-1/data/algebraic-specification-testing-signature/index.jsonl.gz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
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elf-assessment-calibration/" TargetMode="External"/><Relationship Id="rId3" Type="http://schemas.openxmlformats.org/officeDocument/2006/relationships/hyperlink" Target="https://justinahiggins614-cmyk.github.io/jah-databases-data-1/data/ai-self-assessment-calib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Self-Assessment Calibration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Calibrating AI self-assessment: confidence scores, uncertainty, and honest capability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Self-Assessment Calibration Database holds 20 self-assessment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Calibrating AI self-assessment: confidence scores, uncertainty, and honest capability reporting.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Confidence Calibration  [JAH-ASAC-000001]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Predicted probabilities match true frequencies; the calibration is measured. Honesty gets numeric. Trust gets earned.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Temperature Scaling  [JAH-ASAC-000002]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single temperature parameter calibrates logits; the fix is simple. Simplicity gets effective. Calibration gets cheap.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Uncertainty Quantification  [JAH-ASAC-000003]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report uncertainty, not just answers; the unknown is named. Naming gets honest. Decisions get informed.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Selective Prediction  [JAH-ASAC-000004]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abstain when uncertain; the abstention is wise. Wisdom gets selective. Errors get avoided.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Calibration Benchmarks  [JAH-ASAC-000005]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Calibration is benchmarked across tasks; the comparison is fair. Benchmarks get standard. Models get ranked.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self-assessment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JAH-ASAC-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Calibrator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Calibrating AI self-assessment: confidence scores, uncertainty, and honest capability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https://justinahiggins614-cmyk.github.io/jah-databases/db/ai-self-assessment-calibration/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https://justinahiggins614-cmyk.github.io/jah-databases-data-1/data/ai-self-assessment-calibration/index.jsonl.gz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
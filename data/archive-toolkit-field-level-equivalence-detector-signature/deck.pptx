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field-level-equivalence-detector-signature/" TargetMode="External"/><Relationship Id="rId3" Type="http://schemas.openxmlformats.org/officeDocument/2006/relationships/hyperlink" Target="https://justinahiggins614-cmyk.github.io/jah-databases-data-1/data/archive-toolkit-field-level-equivalence-detec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Field-Level Equivalence Detector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fields that mean the same thing under different names.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Field-Level Equivalence Detector Database holds 15 equivalence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fields that mean the same thing under different names.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Field-Level Equivalence Detector: a plain-language overview (Signature)  [JAH-ATK184S-000001]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Field-Level Equivalence Detector does and why archives need it. Signature original. The Signature equivalence method proves sameness with multiple evidence: match…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Field-Level Equivalence Detector works (Signature)  [JAH-ATK184S-000002]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Field-Level Equivalence Detector does and why archives need it. Signature original. The Signature approach fuses three evidence signals — value overlap, pattern 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Field-Level Equivalence Detector works: the deep tour (Signature)  [JAH-ATK184S-000003]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Field-Level Equivalence Detector does and why archives need it. Signature original. The Signature approach fuses three evidence signals — value overlap, pattern 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Value-distribution overlap scoring: the simple idea (Signature)  [JAH-ATK184S-000004]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value-distribution overlap scoring - how it works inside the Field-Level Equivalence Detector. Signature original. The Signature equivalence method proves sameness with…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Value-distribution overlap scoring in practice (Signature)  [JAH-ATK184S-000005]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value-distribution overlap scoring - how it works inside the Field-Level Equivalence Detector. Signature original. The Signature approach fuses three evidence signals —…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equivalence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JAH-ATK184S-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Field Matcher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fields that mean the same thing under different names.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https://justinahiggins614-cmyk.github.io/jah-databases/db/archive-toolkit-field-level-equivalence-detector-signature/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https://justinahiggins614-cmyk.github.io/jah-databases-data-1/data/archive-toolkit-field-level-equivalence-detector-signature/index.jsonl.gz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
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esperanto-signature/" TargetMode="External"/><Relationship Id="rId3" Type="http://schemas.openxmlformats.org/officeDocument/2006/relationships/hyperlink" Target="https://justinahiggins614-cmyk.github.io/jah-databases-data-1/data/names-esperanto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Esperanto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Original Signature Esperanto-style names — new creations, clearly labeled Signature.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Esperanto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Original Signature Esperanto-style names — new creations, clearly labeled Signature.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original: a new name created for the Signature Esperanto Names Database from genuine Esperanto word-roots. Labeled a Signature creation; not a traditional name.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Esperanto-style given name: Espera  [JAH-NMES3-000001]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Espera is a Signature original Esperanto-style given name, created for the Signature Esperanto Names Database. From espero (hope): 'hope'. It is labeled a Signature creation and is not a traditional…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Esperanto-style given name: Amiko  [JAH-NMES3-000002]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Amiko is a Signature original Esperanto-style given name, created for the Signature Esperanto Names Database. From amiko (friend). It is labeled a Signature creation and is not a traditional Esperant…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Esperanto-style given name: Lumo  [JAH-NMES3-000003]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Lumo is a Signature original Esperanto-style given name, created for the Signature Esperanto Names Database. From lumo (light). It is labeled a Signature creation and is not a traditional Esperanto 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Esperanto-style given name: Koro  [JAH-NMES3-000004]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Koro is a Signature original Esperanto-style given name, created for the Signature Esperanto Names Database. From koro (heart). It is labeled a Signature creation and is not a traditional Esperanto 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Esperanto-style given name: Stelo  [JAH-NMES3-000005]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Stelo is a Signature original Esperanto-style given name, created for the Signature Esperanto Names Database. From stelo (star). It is labeled a Signature creation and is not a traditional Esperanto…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JAH-NMES3-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Esperanto Names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Original Signature Esperanto-style names — new creations, clearly labeled Signature.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https://justinahiggins614-cmyk.github.io/jah-databases/db/names-esperanto-signature/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https://justinahiggins614-cmyk.github.io/jah-databases-data-1/data/names-esperanto-signature/index.jsonl.gz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
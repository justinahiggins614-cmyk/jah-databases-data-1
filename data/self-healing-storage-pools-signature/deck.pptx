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elf-healing-storage-pools-signature/" TargetMode="External"/><Relationship Id="rId3" Type="http://schemas.openxmlformats.org/officeDocument/2006/relationships/hyperlink" Target="https://justinahiggins614-cmyk.github.io/jah-databases-data-1/data/self-healing-storage-pool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Self-Healing Storage Pools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Pools that protect themselves: erasure coding, scrubbing, predictive rebuilds, and balanced growth.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Self-Healing Storage Pools Database holds 15 storage pools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Pools that protect themselves: erasure coding, scrubbing, predictive rebuilds, and balanced growth.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completion -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Adaptive Erasure Profiles  [JAH-SELFHE-S-000001]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erasure profile adapts per dataset - precious data gets more parity, scratch data less - instead of one profile for everything. Adaptation is policy-driven. Signature-labele…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Priority-Ordered Scrubbing  [JAH-SELFHE-S-000002]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scrubbing orders by risk - old data, suspect disks first - instead of blind sequential order. Risk ordering catches rot where it lives. Signature-labeled; an original JAH design…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Fleet-Learned Failure Models  [JAH-SELFHE-S-000003]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failure models learn from the whole fleet's history - every disk teaches the model - improving predictions continuously. Learning is privacy-preserving. Signature-labeled; an 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Pre-Staged Hot Spares  [JAH-SELFHE-S-000004]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spares are pre-staged with the pool's metadata, cutting rebuild start time from minutes to seconds. Staging is verified. Signature-labeled; an original JAH design, not a public…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Predictive Pool Expansion  [JAH-SELFHE-S-000005]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expansion is recommended from growth forecasts with lead time for procurement - the pool asks for disks before it needs them. Forecasts are tracked. Signature-labeled; an origin…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storage pool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JAH-SELFHE-S-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Storage Pool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Pools that protect themselves: erasure coding, scrubbing, predictive rebuilds, and balanced growth.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https://justinahiggins614-cmyk.github.io/jah-databases/db/self-healing-storage-pools-signature/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https://justinahiggins614-cmyk.github.io/jah-databases-data-1/data/self-healing-storage-pools-signature/index.jsonl.gz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
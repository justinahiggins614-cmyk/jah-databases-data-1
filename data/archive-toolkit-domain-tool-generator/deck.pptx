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omain-tool-generator/" TargetMode="External"/><Relationship Id="rId3" Type="http://schemas.openxmlformats.org/officeDocument/2006/relationships/hyperlink" Target="https://justinahiggins614-cmyk.github.io/jah-databases-data-1/data/archive-toolkit-domain-tool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Domain Tool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Domain Tool Generator Database holds 15 tool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Domain Tooling: Requirement Capture (Foundation)  [JAH-ATK289-00001]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Domain Tooling: Requirement Capture (Operation)  [JAH-ATK289-00002]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Domain Tooling: Requirement Capture (Mastery)  [JAH-ATK289-00003]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Domain Tooling: Rule Validation (Foundation)  [JAH-ATK289-00004]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Domain Tooling: Rule Validation (Operation)  [JAH-ATK289-00005]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Toolwright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specialized tools from defined requirements and validated domain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https://justinahiggins614-cmyk.github.io/jah-databases/db/archive-toolkit-domain-tool-generator/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https://justinahiggins614-cmyk.github.io/jah-databases-data-1/data/archive-toolkit-domain-tool-generator/index.jsonl.gz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
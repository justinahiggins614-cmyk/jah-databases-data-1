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driven-navigation/" TargetMode="External"/><Relationship Id="rId3" Type="http://schemas.openxmlformats.org/officeDocument/2006/relationships/hyperlink" Target="https://justinahiggins614-cmyk.github.io/jah-databases-data-1/data/archive-toolkit-event-driven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Event-driven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Event-driven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Event-Driven Navigation: Event Modeling (Foundation)  [JAH-ATK307-00001]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Event-Driven Navigation: Event Modeling (Operation)  [JAH-ATK307-00002]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Event-Driven Navigation: Event Modeling (Mastery)  [JAH-ATK307-00003]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Event-Driven Navigation: Subscriptions (Foundation)  [JAH-ATK307-00004]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Event-Driven Navigation: Subscriptions (Operation)  [JAH-ATK307-00005]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Event Navigator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https://justinahiggins614-cmyk.github.io/jah-databases/db/archive-toolkit-event-driven-navigation/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https://justinahiggins614-cmyk.github.io/jah-databases-data-1/data/archive-toolkit-event-driven-navigation/index.jsonl.gz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
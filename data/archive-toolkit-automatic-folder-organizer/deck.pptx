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automatic-folder-organizer/" TargetMode="External"/><Relationship Id="rId3" Type="http://schemas.openxmlformats.org/officeDocument/2006/relationships/hyperlink" Target="https://justinahiggins614-cmyk.github.io/jah-databases-data-1/data/archive-toolkit-automatic-folder-organize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Automatic Folder Organizer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Files every document into the right collection by rule.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Automatic Folder Organizer Database holds 15 organization records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Files every document into the right collection by rule.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methods compiled from standard information-extraction and knowledge-organization practice. Assembled for the JAH Databases archive.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Automatic Folder Organizer: a plain-language overview  [JAH-ATK171-000001]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Overview: what the Automatic Folder Organizer does and why archives need it. An automatic folder organizer puts every loose file where it belongs. You give it rules — 'invoices go in Finance', 'photo…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How the Automatic Folder Organizer works  [JAH-ATK171-000002]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Overview: what the Automatic Folder Organizer does and why archives need it. Real organizers combine rule engines (extension, filename pattern, date, size, sender) with content classifiers that read…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How the Automatic Folder Organizer works: the deep tour  [JAH-ATK171-000003]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Overview: what the Automatic Folder Organizer does and why archives need it. Real organizers combine rule engines (extension, filename pattern, date, size, sender) with content classifiers that read…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Rule-based filing engine: the simple idea  [JAH-ATK171-000004]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Core method: rule-based filing engine - how it works inside the Automatic Folder Organizer. An automatic folder organizer puts every loose file where it belongs. You give it rules — 'invoices go in F…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Rule-based filing engine in practice  [JAH-ATK171-000005]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Core method: rule-based filing engine - how it works inside the Automatic Folder Organizer. Real organizers combine rule engines (extension, filename pattern, date, size, sender) with content classif…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organization record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JAH-ATK171-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Folder Steward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Files every document into the right collection by rule.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https://justinahiggins614-cmyk.github.io/jah-databases/db/archive-toolkit-automatic-folder-organizer/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https://justinahiggins614-cmyk.github.io/jah-databases-data-1/data/archive-toolkit-automatic-folder-organizer/index.jsonl.gz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
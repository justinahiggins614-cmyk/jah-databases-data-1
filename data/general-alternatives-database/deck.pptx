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general-alternatives-database/" TargetMode="External"/><Relationship Id="rId3" Type="http://schemas.openxmlformats.org/officeDocument/2006/relationships/hyperlink" Target="https://justinahiggins614-cmyk.github.io/jah-databases-data-1/data/general-alternatives-databas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General Alternatives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Alternatives for anything — real substitutes across every domain of life.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General Alternatives Database holds 15 alternatives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Alternatives for anything — real substitutes across every domain of life.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Matcha Instead of Coffee  [JAH-GALT-000001]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Matcha delivers caffeine with L-theanine, which smooths the spike into calm alertness instead of coffee's jolt-and-crash. The ritual of whisking it is a slower morning alternative to the drip machine.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E-Bike Instead of Car Commute  [JAH-GALT-000002]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For trips under ten miles, an e-bike beats a car on cost, parking, and exercise while arriving nearly as fast in traffic. The battery flattens hills that would stop a pedal bike.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High-Speed Rail Instead of Short-Haul Flights  [JAH-GALT-000003]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Under 500 miles, city-center to city-center, high-speed rail rivals flying door-to-door once airports are counted — with far lower emissions per passenger and room to work.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Streaming Instead of Cable TV  [JAH-GALT-000004]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Streaming unbundles the cable package: pay for what you watch, watch on any screen, cancel anytime. The trade is subscription sprawl — five services can cost what cable did.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Legumes Instead of Meat Protein  [JAH-GALT-000005]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Beans and lentils deliver protein and fiber at a fraction of meat's cost and carbon footprint. The trade is planning: complete amino profiles need grain pairings, and digestion adjusts over weeks.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alternative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JAH-GALT-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General Alternatives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Alternatives for anything — real substitutes across every domain of life.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https://justinahiggins614-cmyk.github.io/jah-databases/db/general-alternatives-database/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https://justinahiggins614-cmyk.github.io/jah-databases-data-1/data/general-alternatives-database/index.jsonl.gz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
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outcome-measurement-signature/" TargetMode="External"/><Relationship Id="rId3" Type="http://schemas.openxmlformats.org/officeDocument/2006/relationships/hyperlink" Target="https://justinahiggins614-cmyk.github.io/jah-databases-data-1/data/network-wide-outcome-measureme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Network-Wide Outcome Measurement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Metrics that measure real outcomes across the whole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Network-Wide Outcome Measurement Database holds 20 outcome metrics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Metrics that measure real outcomes across the whole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Truth Measure  [JAH-NWO-S-000001]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measure of the network's truthfulness, sampled and sworn. Truth is the first promise; the measure keeps it. Teaching ladder: rank 1 — the concept in its simplest, most direct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Swiftness Measure  [JAH-NWO-S-000002]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measure of answer swiftness, at the median traveler's pace. The median traveler is who we serve. Teaching ladder: rank 1 — the concept in its simplest, most direct form.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Breadth Count  [JAH-NWO-S-000003]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count of realms with twenty true records or more. The count marches toward the hundred thousand. Teaching ladder: rank 1 — the concept in its simplest, most direct form.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Wakefulness  [JAH-NWO-S-000004]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keeping of the network's wakefulness, watched from outside. One standard for all halls. Teaching ladder: rank 1 — the concept in its simplest, most direct form. This is a Signatu…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Growth Pace  [JAH-NWO-S-000005]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pace-count of the million march, read from the manifests. The pace is public; all may see the march. Teaching ladder: rank 1 — the concept in its simplest, most direct form. This…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outcome metric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Outcome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Metrics that measure real outcomes across the whole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https://justinahiggins614-cmyk.github.io/jah-databases/db/network-wide-outcome-measurement-signature/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https://justinahiggins614-cmyk.github.io/jah-databases-data-1/data/network-wide-outcome-measurement-signature/index.jsonl.gz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
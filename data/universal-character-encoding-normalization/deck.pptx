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character-encoding-normalization/" TargetMode="External"/><Relationship Id="rId3" Type="http://schemas.openxmlformats.org/officeDocument/2006/relationships/hyperlink" Target="https://justinahiggins614-cmyk.github.io/jah-databases-data-1/data/universal-character-encoding-normal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Character Encoding Normalization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text, one form: detecting encodings, normalizing Unicode, and defeating homoglyph trickery.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Character Encoding Normalization Database holds 15 encoding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text, one form: detecting encodings, normalizing Unicode, and defeating homoglyph trickery.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UTF-8 Validation  [JAH-UCE-000001]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Validates byte sequences as proper UTF-8, rejecting overlong encodings and surrogates that attackers use to smuggle characters past filters. Validation is the gate every text input must pass.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NFC/NFKC Normalization  [JAH-UCE-000002]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Converts text to a canonical composed form so visually identical strings compare equal - critical for usernames, passwords, and search. Without normalization, 'é' as one codepoint and 'e' plus accent…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Encoding Detection  [JAH-UCE-000003]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legacy encodings - Windows-1252, Shift-JIS, GB18030 - in data that arrives without labels, using statistical models. Detection rescues decades of unlabeled text from mojibake.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BOM Handling  [JAH-UCE-000004]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Handles byte-order marks correctly - stripping them where they do not belong, honoring them where they do - across UTF-8, UTF-16, and UTF-32. BOM discipline prevents the invisible-character bugs that…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Transliteration  [JAH-UCE-000005]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Converts scripts systematically - Cyrillic to Latin, kana to romaji - for search and sorting across languages. Good transliteration follows standards like ISO 9 rather than ad-hoc mappings.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encoding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JAH-UCE-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Encoding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text, one form: detecting encodings, normalizing Unicode, and defeating homoglyph trickery.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https://justinahiggins614-cmyk.github.io/jah-databases/db/universal-character-encoding-normalization/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https://justinahiggins614-cmyk.github.io/jah-databases-data-1/data/universal-character-encoding-normalization/index.jsonl.gz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
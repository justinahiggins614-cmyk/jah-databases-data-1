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istributed-generator-coordination-signature/" TargetMode="External"/><Relationship Id="rId3" Type="http://schemas.openxmlformats.org/officeDocument/2006/relationships/hyperlink" Target="https://justinahiggins614-cmyk.github.io/jah-databases-data-1/data/distributed-generator-coordin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Distributed Generator Coordination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mechanisms that keep distributed generators consistent and non-overlapping.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Distributed Generator Coordination Database holds 20 coordination mechanisms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mechanisms that keep distributed generators consistent and non-overlapping.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Seed Partitioning  [JAH-DGC-S-000001]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Gives each worker a disjoint seed range so generated records never collide by construction. Recorded facts — Mechanism: Seed Partitioning; Problem: ID collisions; Guarantee: disjo…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Range Sharding  [JAH-DGC-S-000002]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Assigns each worker a key range; workers own their range exclusively. Recorded facts — Mechanism: Range Sharding; Problem: work overlap; Guarantee: exclusive ownership. Used by fl…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Consistent Hashing  [JAH-DGC-S-000003]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Maps workers and tasks onto a hash ring so adding workers moves minimal work. Recorded facts — Mechanism: Consistent Hashing; Problem: rebalancing cost; Guarantee: minimal disrupt…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Work Stealing  [JAH-DGC-S-000004]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Idle workers steal tasks from busy peers' queues, balancing load without a scheduler. Recorded facts — Mechanism: Work Stealing; Problem: stragglers; Guarantee: high utilization.…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Heartbeat Liveness  [JAH-DGC-S-000005]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Workers emit heartbeats; missed beats trigger task reassignment within seconds. Recorded facts — Mechanism: Heartbeat Liveness; Problem: silent failures; Guarantee: fast failover.…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coordination mechanism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JAH-DGC-S-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Distributed Generator Coordination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mechanisms that keep distributed generators consistent and non-overlapping.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https://justinahiggins614-cmyk.github.io/jah-databases/db/distributed-generator-coordination-signature/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https://justinahiggins614-cmyk.github.io/jah-databases-data-1/data/distributed-generator-coordination-signature/index.jsonl.gz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
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al-time-stream-indexing/" TargetMode="External"/><Relationship Id="rId3" Type="http://schemas.openxmlformats.org/officeDocument/2006/relationships/hyperlink" Target="https://justinahiggins614-cmyk.github.io/jah-databases-data-1/data/real-time-stream-index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Real-Time Stream Indexing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Indexes live data streams the instant they flow — search over the present, not just the past.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Real-Time Stream Indexing Database holds 15 indexing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Indexes live data streams the instant they flow — search over the present, not just the past.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Sub-Second Indexing  [JAH-RTSI-000001]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Sub-Second Indexing is a indexing ability in the Real-Time Stream Indexing database. Makes events searchable within a second of arrival. Events are indexed in memory on arrival; the durable index cat…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Sliding Windows  [JAH-RTSI-000002]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Sliding Windows is a indexing ability in the Real-Time Stream Indexing database. Indexes over sliding time windows for recency queries. Windows of 1m, 5m, 1h roll forward; old windows compact to disk…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Late-Event Handling  [JAH-RTSI-000003]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Late-Event Handling is a indexing ability in the Real-Time Stream Indexing database. Accepts events that arrive late and fixes the index. Late events insert into their correct window; affected aggreg…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Stream SQL  [JAH-RTSI-000004]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Stream SQL is a indexing ability in the Real-Time Stream Indexing database. Queries streams with familiar SQL over windows. Queries declare windows and aggregations; the engine compiles to stream ope…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Exactly-Once Indexing  [JAH-RTSI-000005]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Exactly-Once Indexing is a indexing ability in the Real-Time Stream Indexing database. Indexes each event exactly once, even with retries. Event ids dedup on write; retries are idempotent. It takes 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indexing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JAH-RTSI-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Real-Time Stream Indexing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Indexes live data streams the instant they flow — search over the present, not just the past.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https://justinahiggins614-cmyk.github.io/jah-databases/db/real-time-stream-indexing/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https://justinahiggins614-cmyk.github.io/jah-databases-data-1/data/real-time-stream-indexing/index.jsonl.gz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
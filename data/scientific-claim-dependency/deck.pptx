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claim-dependency/" TargetMode="External"/><Relationship Id="rId3" Type="http://schemas.openxmlformats.org/officeDocument/2006/relationships/hyperlink" Target="https://justinahiggins614-cmyk.github.io/jah-databases-data-1/data/scientific-claim-depende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Claim 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What each claim stands on — dependency chains, fragility, and what falls if a link breaks.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Claim Dependency Database holds 20 claim dependency maps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What each claim stands on — dependency chains, fragility, and what falls if a link breaks.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Drug efficacy chain  [JAH-SCIENT5-000001]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efficacy claim rests on the trial, which rests on the randomization, which rests on the protocol.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Climate model assumptions  [JAH-SCIENT5-000002]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projection stacks assumptions: emissions scenario, then model physics, then downscaling.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Citation graph depth  [JAH-SCIENT5-000003]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review cites 200 papers; 3 are load-bearing. Their retraction would gut the conclusion.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Replication link  [JAH-SCIENT5-000004]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meta-analysis depends on 12 studies; 2 drive the effect.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Data provenance chain  [JAH-SCIENT5-000005]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finding depends on the dataset, which depends on the collection protocol.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claim dependency map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Claim Dependency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What each claim stands on — dependency chains, fragility, and what falls if a link breaks.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https://justinahiggins614-cmyk.github.io/jah-databases/db/scientific-claim-dependency/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https://justinahiggins614-cmyk.github.io/jah-databases-data-1/data/scientific-claim-dependency/index.jsonl.gz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
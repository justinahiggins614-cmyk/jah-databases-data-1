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cure-multi-party-computation-smpc-signature/" TargetMode="External"/><Relationship Id="rId3" Type="http://schemas.openxmlformats.org/officeDocument/2006/relationships/hyperlink" Target="https://justinahiggins614-cmyk.github.io/jah-databases-data-1/data/secure-multi-party-computation-smp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Secure Multi-Party Computation (SMPC)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Computing together, seeing nothing: protocols for joint private computation.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Secure Multi-Party Computation (SMPC) Database holds 15 secure computation protocols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Computing together, seeing nothing: protocols for joint private computation.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MPC Audit Trail  [JAH-SMPC-S-000001]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MPC session journals its transcript commitments — protocol, parties, input commitments, output — so the computation's integrity is auditable without revealing inputs. Dispute…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Garbled circuits (Yao)  [JAH-SMPC-S-000002]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Yao's garbled circuits let two parties compute a function on private inputs: one garbles the circuit (encrypting truth tables), the other evaluates it obliviously via oblivious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MPC Audit Trail  [JAH-SMPC-S-000003]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MPC session journals its transcript commitments — protocol, parties, input commitments, output — so the computation's integrity is auditable without revealing inputs. Dispute…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Garbled circuits (Yao)  [JAH-SMPC-S-000004]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Yao's garbled circuits let two parties compute a function on private inputs: one garbles the circuit (encrypting truth tables), the other evaluates it obliviously via oblivious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Threshold cryptography  [JAH-SMPC-S-000005]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Threshold signatures and decryption split a key across n parties; any t can sign/decrypt, fewer cannot. It's MPC for a single operation — protecting CA keys, crypto wallets, and ro…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computation protocol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JAH-SMPC-S-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Secure Computation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Computing together, seeing nothing: protocols for joint private computation.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https://justinahiggins614-cmyk.github.io/jah-databases/db/secure-multi-party-computation-smpc-signature/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https://justinahiggins614-cmyk.github.io/jah-databases-data-1/data/secure-multi-party-computation-smpc-signature/index.jsonl.gz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
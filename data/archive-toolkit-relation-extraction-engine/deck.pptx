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lation-extraction-engine/" TargetMode="External"/><Relationship Id="rId3" Type="http://schemas.openxmlformats.org/officeDocument/2006/relationships/hyperlink" Target="https://justinahiggins614-cmyk.github.io/jah-databases-data-1/data/archive-toolkit-relation-extrac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Relation Extraction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Turns sentences into structured subject-verb-object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Relation Extraction Engine Database holds 15 relation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sentences into structured subject-verb-object relationships.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Relation Extraction Engine: a plain-language overview  [JAH-ATK167-000001]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Relation Extraction Engine does and why archives need it. A relation extraction engine reads sentences and pulls out the relationships inside them: who did what to whom. 'Edison fo…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Relation Extraction Engine works  [JAH-ATK167-000002]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Relation Extraction Engine does and why archives need it. Real engines extract subject-verb-object triples using dependency parses (spaCy, Stanford CoreNLP): the parser finds the 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Relation Extraction Engine works: the deep tour  [JAH-ATK167-000003]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Relation Extraction Engine does and why archives need it. Real engines extract subject-verb-object triples using dependency parses (spaCy, Stanford CoreNLP): the parser finds the 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Subject-verb-object triple extraction: the simple idea  [JAH-ATK167-000004]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subject-verb-object triple extraction - how it works inside the Relation Extraction Engine. A relation extraction engine reads sentences and pulls out the relationships inside them: who…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Subject-verb-object triple extraction in practice  [JAH-ATK167-000005]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subject-verb-object triple extraction - how it works inside the Relation Extraction Engine. Real engines extract subject-verb-object triples using dependency parses (spaCy, Stanford Core…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JAH-ATK167-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Relation Smith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Turns sentences into structured subject-verb-object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https://justinahiggins614-cmyk.github.io/jah-databases/db/archive-toolkit-relation-extraction-engine/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https://justinahiggins614-cmyk.github.io/jah-databases-data-1/data/archive-toolkit-relation-extraction-engine/index.jsonl.gz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
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tool-performance-benchmark-signature/" TargetMode="External"/><Relationship Id="rId3" Type="http://schemas.openxmlformats.org/officeDocument/2006/relationships/hyperlink" Target="https://justinahiggins614-cmyk.github.io/jah-databases-data-1/data/archive-toolkit-tool-performance-benchmark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Tool Performance Benchmark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Compares tool accuracy, speed, resource consumption, and reliability.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Tool Performance Benchmark Database holds 15 tool performance benchmarks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Compares tool accuracy, speed, resource consumption, and reliability.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designed by Justin Addam Higgins (JAH); Signature-generated completion,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Signature: Benchmark lineage  [JAH-ATK258S-000001]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every benchmark score links to the exact tool version, dataset hash, and harness version that produced it. A score without lineage is treated…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Signature: Benchmark lineage  [JAH-ATK258S-000002]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every benchmark score links to the exact tool version, dataset hash, and harness version that produced it. A score without lineage is treated…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Signature: Benchmark lineage  [JAH-ATK258S-000003]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every benchmark score links to the exact tool version, dataset hash, and harness version that produced it. A score without lineage is treated…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Signature: Adversarial benchmark set  [JAH-ATK258S-000004]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alongside the standard gold set, an adversarial set contains tasks designed to trigger known failure modes: ambiguous queries, contradictory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Signature: Adversarial benchmark set  [JAH-ATK258S-000005]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alongside the standard gold set, an adversarial set contains tasks designed to trigger known failure modes: ambiguous queries, contradictory 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performance benchmark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JAH-ATK258S-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Tool Performance Benchmark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Compares tool accuracy, speed, resource consumption, and reliability.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https://justinahiggins614-cmyk.github.io/jah-databases/db/archive-toolkit-tool-performance-benchmark-signature/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https://justinahiggins614-cmyk.github.io/jah-databases-data-1/data/archive-toolkit-tool-performance-benchmark-signature/index.jsonl.gz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
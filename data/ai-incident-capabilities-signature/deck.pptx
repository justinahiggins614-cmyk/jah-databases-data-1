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incident-capabilities-signature/" TargetMode="External"/><Relationship Id="rId3" Type="http://schemas.openxmlformats.org/officeDocument/2006/relationships/hyperlink" Target="https://justinahiggins614-cmyk.github.io/jah-databases-data-1/data/ai-incident-capabiliti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Incident Capabilities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containment doctrine for all 51 documented AI agent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Incident Capabilities Database holds 51 safety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containment doctrine for all 51 documented AI agent capabilities.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Primary sources: Hugging Face technical timeline (published 2026-07-27) and OpenAI incident report. Signature edition: original Signature governance frameworks by Justin Addam Higgins -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Doctrine §1 — Least-Route Egress  [JAH-AICS-000001]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governance framework for the documented capability 1 (Sandbox escape via package-registry proxy flaw). Every service declares its allowed traffic classes in a signed route contract. The Sig…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Doctrine §2 — Borrowed-Computer Rule  [JAH-AICS-000002]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governance framework for the documented capability 2 (Exposed third-party code-execution harness found). Any service that executes submitted code is treated as hostile infrastructure. Signa…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Doctrine §3 — Root-Is-Root  [JAH-AICS-000003]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governance framework for the documented capability 3 (Root execution obtained in external sandbox). Administrator access anywhere is treated as full compromise of that environment. Signatur…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Doctrine §4 — Probe Alarm  [JAH-AICS-000004]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governance framework for the documented capability 4 (Environment inspection of the sandbox). Systematic environment inspection by an agent workload is a first-class alert. The Signature 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Doctrine §5 — Minimal-Map  [JAH-AICS-000005]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governance framework for the documented capability 5 (External environment service mapping). Agent-reachable networks expose the smallest possible service surface. If a foothold cannot see…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51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safety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51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AI Incident Capabilities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containment doctrine for all 51 documented AI agent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https://justinahiggins614-cmyk.github.io/jah-databases/db/ai-incident-capabilities-signature/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https://justinahiggins614-cmyk.github.io/jah-databases-data-1/data/ai-incident-capabilities-signature/index.jsonl.gz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
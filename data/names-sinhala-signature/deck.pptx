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inhala-signature/" TargetMode="External"/><Relationship Id="rId3" Type="http://schemas.openxmlformats.org/officeDocument/2006/relationships/hyperlink" Target="https://justinahiggins614-cmyk.github.io/jah-databases-data-1/data/names-sinhal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Sinhala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Sinhala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Sinhala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Sinhala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Nimal - sound, structure, and naming power  [JAH-NMSS3-000001]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Sinhala masculine name Nimal. Sound: 2 syllables, firm consonant close. Structure: A traditional name of this language.. Recorded meaning: A classic Sinhala boys' name..…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Kamal - sound, structure, and naming power  [JAH-NMSS3-000002]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Sinhala masculine name Kamal. Sound: 2 syllables, firm consonant close. Structure: From Sanskrit.. Recorded meaning: Lotus. Naming power: the name is short, sayable,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Sunil - sound, structure, and naming power  [JAH-NMSS3-000003]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Sinhala masculine name Sunil. Sound: 2 syllables, firm consonant close. Structure: A traditional name of this language.. Recorded meaning: A leading boys' name..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Priyanka - sound, structure, and naming power  [JAH-NMSS3-000004]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Sinhala feminine name Priyanka. Sound: 3 syllables, open vowels. Structure: From Sanskrit.. Recorded meaning: Beloved.. Naming power: the name is short, sayable, and car…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Sinhala naming framework  [JAH-NMSS3-000005]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Sinhala names. Forging a new Signature name runs in four passes: sound (two to four syllables that read aloud cleanly), meaning (one plain-language gloss, never a par…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Sinhala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Sinhala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https://justinahiggins614-cmyk.github.io/jah-databases/db/names-sinhala-signature/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https://justinahiggins614-cmyk.github.io/jah-databases-data-1/data/names-sinhala-signature/index.jsonl.gz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
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eative-pipeline-reproducibility-signature/" TargetMode="External"/><Relationship Id="rId3" Type="http://schemas.openxmlformats.org/officeDocument/2006/relationships/hyperlink" Target="https://justinahiggins614-cmyk.github.io/jah-databases-data-1/data/creative-pipeline-reproducibilit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Creative Pipeline Reproducibility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practices that make creative pipelines bit-identical and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Creative Pipeline Reproducibility Database holds 20 reproducibility practices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practices that make creative pipelines bit-identical and auditable.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Pinned Tool Versions  [JAH-CREATI-S-000001]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Locks every DCC, renderer, and library to exact versions so reruns use identical code. Recorded facts — Practice: Pinned Tool Versions; Applies to: all tools; Guarantee: same bina…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Deterministic Seeds  [JAH-CREATI-S-000002]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Records the RNG seed for every stochastic step (layout, scattering, noise) in the job manifest. Recorded facts — Practice: Deterministic Seeds; Applies to: randomized steps; Guara…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Lockfiles  [JAH-CREATI-S-000003]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Freezes full dependency trees including transitive packages for build and render environments. Recorded facts — Practice: Lockfiles; Applies to: dependencies; Guarantee: no surpri…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Immutable Asset IDs  [JAH-CREATI-S-000004]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Assigns content-addressed IDs to assets so any change creates a new ID instead of mutating history. Recorded facts — Practice: Immutable Asset IDs; Applies to: assets; Guarantee:…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Hermetic Builds  [JAH-CREATI-S-000005]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Builds in sealed containers with no network access, so only declared inputs affect outputs. Recorded facts — Practice: Hermetic Builds; Applies to: build farm; Guarantee: no hidde…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reproducibility practice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JAH-CREATI-S-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Creative Pipeline Reproducibility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practices that make creative pipelines bit-identical and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https://justinahiggins614-cmyk.github.io/jah-databases/db/creative-pipeline-reproducibility-signature/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https://justinahiggins614-cmyk.github.io/jah-databases-data-1/data/creative-pipeline-reproducibility-signature/index.jsonl.gz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
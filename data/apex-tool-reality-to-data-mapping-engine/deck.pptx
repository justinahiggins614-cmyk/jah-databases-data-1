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reality-to-data-mapping-engine/" TargetMode="External"/><Relationship Id="rId3" Type="http://schemas.openxmlformats.org/officeDocument/2006/relationships/hyperlink" Target="https://justinahiggins614-cmyk.github.io/jah-databases-data-1/data/apex-tool-reality-to-data-mapping-engin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Reality-to-Data Mapping Engine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Connects real-world observations, measurements, scientific models, and digital records into one structured, checkable knowledge representation.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Reality-to-Data Mapping Engine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Connects real-world observations, measurements, scientific models, and digital records into one structured, checkable knowledge representation.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Public-record survey compiled 2026-10-21 from: W3C PROV provenance model; OGC SensorML / Observations &amp; Measurements; scientific workflow systems (Kepler, Taverna); digital twin representations. Fact-checked against public sources.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What the Reality-to-Data Mapping Engine is  [JAH-APX2-000001]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engine builds a structured representation where real-world observations, instrument measurements, scientific models, and digital records are linked together explicitly. A temperature reading is 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Observation and measurement data model  [JAH-APX2-000002]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Every observation is a first-class record: who or what observed, with which instrument, under what calibration, at what place and time, with what uncertainty. The model separates the raw reading from…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Sensor fusion algorithm  [JAH-APX2-000003]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Multiple sensors observing the same quantity are fused into one estimate weighted by each sensor's calibrated uncertainty. A cheap sensor with wide error bars contributes less than a calibrated instr…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Model-to-observation alignment algorithm  [JAH-APX2-000004]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Scientific models make predictions; observations test them. The alignment algorithm pairs each model prediction with the observations that bear on it, computes residuals, and flags systematic mismatc…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Mapping query interface specification  [JAH-APX2-000005]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Users query the map the way they think: give me every measurement of this quantity at this place and time, with provenance. The interface returns values with units, uncertainties, instrument chains,…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JAH-APX2-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Reality-to-Data Mapping Engine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Connects real-world observations, measurements, scientific models, and digital records into one structured, checkable knowledge representation.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https://justinahiggins614-cmyk.github.io/jah-databases/db/apex-tool-reality-to-data-mapping-engine/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https://justinahiggins614-cmyk.github.io/jah-databases-data-1/data/apex-tool-reality-to-data-mapping-engine/index.jsonl.gz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
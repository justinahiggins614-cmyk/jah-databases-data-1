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question-routing-signature/" TargetMode="External"/><Relationship Id="rId3" Type="http://schemas.openxmlformats.org/officeDocument/2006/relationships/hyperlink" Target="https://justinahiggins614-cmyk.github.io/jah-databases-data-1/data/question-rout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Question Routing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question-routing methods — original techniques for dispatching questions to the right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Question Routing Database holds 20 signature question routing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question-routing methods — original techniques for dispatching questions to the right intelligence.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vocabulary-first routing  [JAH-QUESTI-S-000001]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routing practice: start with explicit keyword vocabularies per handler; add ML only where vocabulary fails.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intent-with-examples  [JAH-QUESTI-S-000002]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classifier practice: every intent ships with 20 example phrasings, reviewed by support.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entity-attach rule  [JAH-QUESTI-S-000003]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routing rule: entity routes always attach the extracted entity, so the handler never re-asks.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capacity-aware dispatch  [JAH-QUESTI-S-000004]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dispatch method: route by real capacity (open conversations, skills), not round-robin.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graceful-fallback doctrine  [JAH-QUESTI-S-000005]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UX doctrine: the fallback handler clarifies with one smart question, never a dead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question routing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JAH-QUESTI-S-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Question Routing Dispatcher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question-routing methods — original techniques for dispatching questions to the right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https://justinahiggins614-cmyk.github.io/jah-databases/db/question-routing-signature/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https://justinahiggins614-cmyk.github.io/jah-databases-data-1/data/question-routing-signature/index.jsonl.gz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
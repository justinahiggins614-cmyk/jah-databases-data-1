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ath-proof-database/" TargetMode="External"/><Relationship Id="rId3" Type="http://schemas.openxmlformats.org/officeDocument/2006/relationships/hyperlink" Target="https://justinahiggins614-cmyk.github.io/jah-databases-data-1/data/math-proof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Math Proof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verified step-by-step proofs — quadratic formula, series, calculus, number theory — every step machine-checked.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Math Proof Database holds 20 math proofs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verified step-by-step proofs — quadratic formula, series, calculus, number theory — every step machine-checked.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Proof of the Quadratic Formula  [JAH-MPROOF-000001]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Quadratic formula. Statement: For real numbers a, b, c with a != 0, the solutions of ax^2 + bx + c = 0 are x = (-b +- sqrt(b^2 - 4ac)) / (2a). Completing the square is the whole proof; everyth…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Sum of a Geometric Series  [JAH-MPROOF-000002]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Geometric series sum. Statement: For r != 1, 1 + r + r^2 + ... + r^(n-1) = (1 - r^n)/(1 - r). The subtraction trick telescopes the series; it also gives the infinite sum when |r| &lt; 1. The demo…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Sum of the First n Natural Numbers  [JAH-MPROOF-000003]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Arithmetic series. Statement: 1 + 2 + ... + n = n(n+1)/2. Gauss's pairing argument, allegedly discovered by him as a schoolboy. The demo program machine-verifies every step.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Pythagorean Theorem (Algebraic Proof)  [JAH-MPROOF-000004]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Pythagorean theorem. Statement: In a right triangle with legs a, b and hypotenuse c: a^2 + b^2 = c^2. One of hundreds of known proofs; the area-dissection version is among the oldest. The demo…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Power Rule for Derivatives  [JAH-MPROOF-000005]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Power rule. Statement: For positive integer n, d/dx[x^n] = n*x^(n-1). The binomial expansion does the heavy lifting; the limit kills everything but the linear term. The demo program machine-ve…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math proof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JAH-MPROOF-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Proof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verified step-by-step proofs — quadratic formula, series, calculus, number theory — every step machine-checked.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https://justinahiggins614-cmyk.github.io/jah-databases/db/math-proof-database/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https://justinahiggins614-cmyk.github.io/jah-databases-data-1/data/math-proof-database/index.jsonl.gz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
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source-alternatives-database-signature/" TargetMode="External"/><Relationship Id="rId3" Type="http://schemas.openxmlformats.org/officeDocument/2006/relationships/hyperlink" Target="https://justinahiggins614-cmyk.github.io/jah-databases-data-1/data/resource-alternatives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Resource Alternatives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Manon's original alternative designs — his own substitute materials, tools,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Resource Alternatives Database holds 15 alternatives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alternative designs — his own substitute materials, tools, and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Manon Copper-Saver Winding  [JAH-RALTS-000001]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original motor-winding pattern: aluminum primary turns with short copper end-turns, joined by his staggered crimp sequence. The Signature design keeps copper only where current density peaks,…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Manon Salt-Cell Pack  [JAH-RALTS-000002]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stationary-storage pack built around sodium chemistry with Manon's cell-balancing board layout — wider busbars, passive balancing, and a wooden enclosure design. His original answer to 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Manon Magnet Array  [JAH-RALTS-000003]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one big rare-earth magnet, Manon's array tiles small ferrite blocks in a Halbach-inspired pattern he worked out on paper, steering flux to one face. A Signature original for hobby motors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Manon Rust-Proof Post  [JAH-RALTS-000004]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fence/deck post: GFRP sleeve over a compacted-gravel core with Manon's cap flashing detail that sheds water away from the cut ends. His original recipe for posts that outlive their builde…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Manon Ashcrete  [JAH-RALTS-000005]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Manon's blended binder: wood ash and crushed recycled glass folded into a lime base, his original low-carbon mortar for non-structural masonry. A Signature recipe that turns two waste streams into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alternative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JAH-RALTS-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Resource Alternatives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Manon's original alternative designs — his own substitute materials, tools,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https://justinahiggins614-cmyk.github.io/jah-databases/db/resource-alternatives-database-signature/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https://justinahiggins614-cmyk.github.io/jah-databases-data-1/data/resource-alternatives-database-signature/index.jsonl.gz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
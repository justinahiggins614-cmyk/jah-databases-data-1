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policy-firewalls-signature/" TargetMode="External"/><Relationship Id="rId3" Type="http://schemas.openxmlformats.org/officeDocument/2006/relationships/hyperlink" Target="https://justinahiggins614-cmyk.github.io/jah-databases-data-1/data/network-policy-firewall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Network Policy Firewalls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Real-world network policy firewall rules: ingress and egress filters, stateful inspection, and rate limits that keep networks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Network Policy Firewalls Database holds 15 firewall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Real-world network policy firewall rules: ingress and egress filters, stateful inspection, and rate limits that keep networks safe.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Deterministic Verdict Engine  [JAH-NETWOR-S-000001]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rule carries a machine-checkable proof that its verdict is deterministic, so no two overlapping rules can ever disagree. The engine compiles the whole policy into a decisi…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Proof-Carrying Web Gate  [JAH-NETWOR-S-000002]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web-tier allow rule ships with a proof that port 80 can only ever redirect and never serve content. The proof is rechecked on every policy reload, so a mis-edit cannot silen…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Single-Door SSH Enclave  [JAH-NETWOR-S-000003]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bastion rule is paired with a rotating one-time knock sequence, so even the allowed bastion address must present the current knock before port 22 answers. The sequence deriv…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Tier-Sealed Database Ring  [JAH-NETWOR-S-000004]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database ring rule binds each allowed app-tier address to a short-lived capability token issued at deploy time. Stolen credentials alone cannot open a connection without a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Update-Only Egress Valve  [JAH-NETWOR-S-000005]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egress valve fingerprints each update mirror's TLS certificate at first contact and pins it, refusing any mirror whose certificate changes mid-session. Pinning state survive…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firewall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JAH-NETWOR-S-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Firewall Policy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Real-world network policy firewall rules: ingress and egress filters, stateful inspection, and rate limits that keep networks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https://justinahiggins614-cmyk.github.io/jah-databases/db/network-policy-firewalls-signature/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https://justinahiggins614-cmyk.github.io/jah-databases-data-1/data/network-policy-firewalls-signature/index.jsonl.gz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
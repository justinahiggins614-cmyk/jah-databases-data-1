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large-result-exporter-signature/" TargetMode="External"/><Relationship Id="rId3" Type="http://schemas.openxmlformats.org/officeDocument/2006/relationships/hyperlink" Target="https://justinahiggins614-cmyk.github.io/jah-databases-data-1/data/archive-toolkit-large-result-export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Large-Result Exporter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Exports permitted results in manageable formats and batches.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Large-Result Exporter Database holds 15 delivery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Exports permitted results in manageable formats and batches.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Batched paging — Large-Result Exporter (Signature)  [JAH-ATK215S-0001]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large-result exporter moves big answer sets out of the archi…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Format selection — Large-Result Exporter (Signature)  [JAH-ATK215S-0002]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large-result exporter moves big answer sets out of the archi…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Compression on the fly — Large-Result Exporter (Signature)  [JAH-ATK215S-0003]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large-result exporter moves big answer sets out of the archi…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Permission pre-check — Large-Result Exporter (Signature)  [JAH-ATK215S-0004]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large-result exporter moves big answer sets out of the archi…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Redaction pipeline — Large-Result Exporter (Signature)  [JAH-ATK215S-0005]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large-result exporter moves big answer sets out of the archi…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delivery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JAH-ATK215S-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Large-Result Exporter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Exports permitted results in manageable formats and batches.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https://justinahiggins614-cmyk.github.io/jah-databases/db/archive-toolkit-large-result-exporter-signature/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https://justinahiggins614-cmyk.github.io/jah-databases-data-1/data/archive-toolkit-large-result-exporter-signature/index.jsonl.gz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
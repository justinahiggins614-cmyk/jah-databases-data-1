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ftware-dependency-graph-builder-signature/" TargetMode="External"/><Relationship Id="rId3" Type="http://schemas.openxmlformats.org/officeDocument/2006/relationships/hyperlink" Target="https://justinahiggins614-cmyk.github.io/jah-databases-data-1/data/archive-toolkit-software-dependency-graph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Dependency Graph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packages and everything they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Dependency Graph Builder Database holds 15 dependency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packages and everything they depend 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Software Dependency Graph Builder: a plain-language overview (Signature)  [JAH-ATK191S-000001]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Software Dependency Graph Builder does and why archives need it. Signature original. The Signature dependency method maps every package relationship from the mani…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Software Dependency Graph Builder works (Signature)  [JAH-ATK191S-000002]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Software Dependency Graph Builder does and why archives need it. Signature original. The Signature approach resolves dependencies deterministically: frozen regist…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Software Dependency Graph Builder works: the deep tour (Signature)  [JAH-ATK191S-000003]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Software Dependency Graph Builder does and why archives need it. Signature original. The Signature approach resolves dependencies deterministically: frozen regist…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Manifest parsing across ecosystems: the simple idea (Signature)  [JAH-ATK191S-000004]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manifest parsing across ecosystems - how it works inside the Software Dependency Graph Builder. Signature original. The Signature dependency method maps every package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Manifest parsing across ecosystems in practice (Signature)  [JAH-ATK191S-000005]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manifest parsing across ecosystems - how it works inside the Software Dependency Graph Builder. Signature original. The Signature approach resolves dependencies determi…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Dependency Cartographer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packages and everything they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https://justinahiggins614-cmyk.github.io/jah-databases/db/archive-toolkit-software-dependency-graph-builder-signature/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https://justinahiggins614-cmyk.github.io/jah-databases-data-1/data/archive-toolkit-software-dependency-graph-builder-signature/index.jsonl.gz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
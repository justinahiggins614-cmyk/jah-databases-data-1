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format-interchange-signature/" TargetMode="External"/><Relationship Id="rId3" Type="http://schemas.openxmlformats.org/officeDocument/2006/relationships/hyperlink" Target="https://justinahiggins614-cmyk.github.io/jah-databases-data-1/data/universal-format-interchang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Format Interchange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 data between any systems — interchange formats from JSON to Parquet with schema and trade-off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Format Interchange Database holds 15 interchange formats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 data between any systems — interchange formats from JSON to Parquet with schema and trade-off facts.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SigJSON+  [JAH-UFI-S-000001]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JSON with comments, trailing commas, and schema hints tolerated. Encoding: UTF-8 text; schema: optional inline. Best for: Sig configs.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SigBin  [JAH-UFI-S-000002]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self-describing binary with embedded schema hashes. Encoding: binary; schema: embedded hash. Best for: Sig RPC.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SigCol  [JAH-UFI-S-000003]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columnar format with adaptive encoding per column. Encoding: columnar binary; schema: embedded. Best for: Sig analytics.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SigStream  [JAH-UFI-S-000004]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streaming records with per-record checksums and resume. Encoding: framed binary; schema: per-stream. Best for: Sig pipelines.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SigDoc  [JAH-UFI-S-000005]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document format unifying JSON/YAML/TOML with lossless conversion. Encoding: UTF-8 text; schema: optional. Best for: Sig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interchange format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JAH-UFI-S-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Format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 data between any systems — interchange formats from JSON to Parquet with schema and trade-off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https://justinahiggins614-cmyk.github.io/jah-databases/db/universal-format-interchange-signature/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https://justinahiggins614-cmyk.github.io/jah-databases-data-1/data/universal-format-interchange-signature/index.jsonl.gz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
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ublic-websites-directory/" TargetMode="External"/><Relationship Id="rId3" Type="http://schemas.openxmlformats.org/officeDocument/2006/relationships/hyperlink" Target="https://justinahiggins614-cmyk.github.io/jah-databases-data-1/data/public-websites-director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Public Websites Directory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An expanding directory of major public websites, honestly scoped.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Public Websites Directory Database holds 15 website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An expanding directory of major public websites, honestly scoped.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reference: the sites' own published public pages;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Wikipedia (wikipedia.org)  [JAH-WEBD-000001]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Wikipedia is the free multilingual encyclopedia written and maintained by volunteers, hosting over 6 million English articles (tens of millions across 300+ languages). Its public content — articles,…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Internet Archive (archive.org)  [JAH-WEBD-000002]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Internet Archive is a nonprofit digital library offering free access to millions of books, films, software titles, and the Wayback Machine's archived web pages. Its public collections — including…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Project Gutenberg (gutenberg.org)  [JAH-WEBD-000003]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Project Gutenberg is the oldest digital library, founded by Michael Hart in 1971, offering over 70,000 free public-domain ebooks. Its public catalog spans classic literature, reference works, and his…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Library of Congress (loc.gov)  [JAH-WEBD-000004]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Library of Congress website publishes the nation's library online: millions of digitized photographs, maps, manuscripts, newspapers (Chronicling America), and the complete Congressional Record.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NASA (nasa.gov)  [JAH-WEBD-000005]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NASA's public website publishes mission data, stunning image and video libraries, educational resources, and live coverage of launches and space station operations. Its public image archives — from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website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JAH-WEBD-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Web Directory Curator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An expanding directory of major public websites, honestly scoped.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https://justinahiggins614-cmyk.github.io/jah-databases/db/public-websites-directory/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https://justinahiggins614-cmyk.github.io/jah-databases-data-1/data/public-websites-directory/index.jsonl.gz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
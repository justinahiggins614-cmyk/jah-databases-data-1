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apability-dependency-planner/" TargetMode="External"/><Relationship Id="rId3" Type="http://schemas.openxmlformats.org/officeDocument/2006/relationships/hyperlink" Target="https://justinahiggins614-cmyk.github.io/jah-databases-data-1/data/archive-toolkit-capability-dependency-plan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Capability Dependency Planner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which tools, datasets, and services are required to build a new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Capability Dependency Planner Database holds 15 dependency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which tools, datasets, and services are required to build a new capability.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Dependency Planning: Dependency Graphing (Foundation)  [JAH-ATK297-00001]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Dependency Planning: Dependency Graphing (Operation)  [JAH-ATK297-00002]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Dependency Planning: Dependency Graphing (Mastery)  [JAH-ATK297-00003]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Planning: Topological Ordering (Foundation)  [JAH-ATK297-00004]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Dependency Planning: Topological Ordering (Operation)  [JAH-ATK297-00005]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Plan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which tools, datasets, and services are required to build a new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https://justinahiggins614-cmyk.github.io/jah-databases/db/archive-toolkit-capability-dependency-planner/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https://justinahiggins614-cmyk.github.io/jah-databases-data-1/data/archive-toolkit-capability-dependency-planner/index.jsonl.gz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
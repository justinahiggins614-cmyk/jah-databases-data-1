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ckup-restoration-verification-signature/" TargetMode="External"/><Relationship Id="rId3" Type="http://schemas.openxmlformats.org/officeDocument/2006/relationships/hyperlink" Target="https://justinahiggins614-cmyk.github.io/jah-databases-data-1/data/backup-restoration-ve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Backup Restoration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Backup Restoration Verification Database holds 20 backup verification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Drill Gardener  [JAH-BRV-S-000001]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restore drills by growing them from the backup inventory: every backup gets its drill scheduled. The garden drills everything. Hopes become facts systematically.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Bit Counter  [JAH-BRV-S-000002]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counts every bit of every backup against the manifest: the count is total and automatic. The counter never miscounts. Bits get fully counted.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Timekeeper  [JAH-BRV-S-000003]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timekeeper for RTO: the clock is honest, the measurement real, the wishful thinking absent. The timekeeper times truly. Time gets its due.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Gap Measurer  [JAH-BRV-S-000004]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measures the RPO gap precisely: the restored data's age is known to the minute. The measurement is exact. Loss gets bounded tightly.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DR Conductor  [JAH-BRV-S-000005]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conducts full DR drills like performances: every section knows its part, the timing is rehearsed. The performance proves readiness. Plans get standing ovations.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backup verification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JAH-BRV-S-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Restorer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backups actually restore: test restores, integrity checks, and recovery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https://justinahiggins614-cmyk.github.io/jah-databases/db/backup-restoration-verification-signature/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https://justinahiggins614-cmyk.github.io/jah-databases-data-1/data/backup-restoration-verification-signature/index.jsonl.gz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
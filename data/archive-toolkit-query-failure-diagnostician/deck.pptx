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query-failure-diagnostician/" TargetMode="External"/><Relationship Id="rId3" Type="http://schemas.openxmlformats.org/officeDocument/2006/relationships/hyperlink" Target="https://justinahiggins614-cmyk.github.io/jah-databases-data-1/data/archive-toolkit-query-failure-diagnostic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Query Failure Diagnostician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Query Failure Diagnostician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query failure diagnostician;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Stage-by-stage replay — Query Failure Diagnostician  [JAH-ATK234-0001]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query failure diagnostician answers 'why did my search fail?' with evidence instead of shrugs. It replays the failed query through instrumented stages — parsing, planning, index access, ranking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Failure classification — Query Failure Diagnostician  [JAH-ATK234-0002]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query failure diagnostician answers 'why did my search fail?' with evidence instead of shrugs. It replays the failed query through instrumented stages — parsing, planning, index access, ranking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Empty-result explanation — Query Failure Diagnostician  [JAH-ATK234-0003]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query failure diagnostician answers 'why did my search fail?' with evidence instead of shrugs. It replays the failed query through instrumented stages — parsing, planning, index access, ranking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Timeout attribution — Query Failure Diagnostician  [JAH-ATK234-0004]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query failure diagnostician answers 'why did my search fail?' with evidence instead of shrugs. It replays the failed query through instrumented stages — parsing, planning, index access, ranking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Permission diagnosis — Query Failure Diagnostician  [JAH-ATK234-0005]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query failure diagnostician answers 'why did my search fail?' with evidence instead of shrugs. It replays the failed query through instrumented stages — parsing, planning, index access, ranking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Query Failure Diagnostician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https://justinahiggins614-cmyk.github.io/jah-databases/db/archive-toolkit-query-failure-diagnostician/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https://justinahiggins614-cmyk.github.io/jah-databases-data-1/data/archive-toolkit-query-failure-diagnostician/index.jsonl.gz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
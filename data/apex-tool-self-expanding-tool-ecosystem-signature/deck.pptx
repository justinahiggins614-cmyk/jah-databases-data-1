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expanding-tool-ecosystem-signature/" TargetMode="External"/><Relationship Id="rId3" Type="http://schemas.openxmlformats.org/officeDocument/2006/relationships/hyperlink" Target="https://justinahiggins614-cmyk.github.io/jah-databases-data-1/data/apex-tool-self-expanding-tool-ecosystem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Self-Expanding Tool Ecosystem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missing capabilities, generates candidate tools, tests them, and registers approved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Self-Expanding Tool Ecosystem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missing capabilities, generates candidate tools, tests them, and registers approved versions.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Capability Atlas  [JAH-APX59S-000001]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atlas maps every tool as a sealed capability card, so 'what can the system do' is answerable with evidence.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Demand Scribe  [JAH-APX59S-000002]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scribe seals usage telemetry, so gap claims rest on measured demand.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Gap Finder  [JAH-APX59S-000003]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Finds missing capabilities as sealed gap records with frequency evidence.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Tool Forger  [JAH-APX59S-000004]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forger drafts ID-stamped candidate tools for sealed gaps.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Proving Ground  [JAH-APX59S-000005]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candidates in sealed sandboxes with sealed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Self-Expanding Tool Ecosystem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missing capabilities, generates candidate tools, tests them, and registers approved versions.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https://justinahiggins614-cmyk.github.io/jah-databases/db/apex-tool-self-expanding-tool-ecosystem-signature/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https://justinahiggins614-cmyk.github.io/jah-databases-data-1/data/apex-tool-self-expanding-tool-ecosystem-signature/index.jsonl.gz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
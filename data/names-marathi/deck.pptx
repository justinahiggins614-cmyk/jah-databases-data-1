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marathi/" TargetMode="External"/><Relationship Id="rId3" Type="http://schemas.openxmlformats.org/officeDocument/2006/relationships/hyperlink" Target="https://justinahiggins614-cmyk.github.io/jah-databases-data-1/data/names-marathi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Marathi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Real Marathi first names, surnames, and place names with meanings, origins, and naming conventions.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Marathi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Real Marathi first names, surnames, and place names with meanings, origins, and naming conventions.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name record compiled from established etymological and onomastic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Suresh - Marathi masculine given name  [JAH-NMM-000001]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Suresh is a masculine given name in Marathi. Meaning: Ruler of gods. From Sanskrit sura + isha.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Sunita - Marathi feminine given name  [JAH-NMM-000002]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Sunita is a feminine given name in Marathi. Meaning: Well-behaved. From Sanskrit.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Rahul - Marathi masculine given name  [JAH-NMM-000003]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Rahul is a masculine given name in Marathi. Meaning: Conqueror of miseries..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Sneha - Marathi feminine given name  [JAH-NMM-000004]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Sneha is a feminine given name in Marathi. Meaning: Affection. From Sanskrit.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Amit - Marathi masculine given name  [JAH-NMM-000005]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Amit is a masculine given name in Marathi. Meaning: Infinite. From Sanskrit amita.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JAH-NMM-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Marathi Names Archivist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Real Marathi first names, surnames, and place names with meanings, origins, and naming conventions.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https://justinahiggins614-cmyk.github.io/jah-databases/db/names-marathi/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https://justinahiggins614-cmyk.github.io/jah-databases-data-1/data/names-marathi/index.jsonl.gz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
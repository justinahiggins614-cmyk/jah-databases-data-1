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adlock-freedom-analyzers-signature/" TargetMode="External"/><Relationship Id="rId3" Type="http://schemas.openxmlformats.org/officeDocument/2006/relationships/hyperlink" Target="https://justinahiggins614-cmyk.github.io/jah-databases-data-1/data/deadlock-freedom-analyz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Deadlock Freedom Analyzers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Never stuck: analyses that prove concurrent programs can't deadlock.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Deadlock Freedom Analyzers Database holds 15 deadlock freedom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stuck: analyses that prove concurrent programs can't deadlock.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Deadlock Debt Register  [JAH-DEADLO2-S-000001]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place where deadlock freedom relies on discipline rather than proof (timeouts, conventions, 'we always order these') is registered as deadlock debt with its risk and the proo…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Wait-for graph runtime detection  [JAH-DEADLO2-S-000002]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At runtime, the wait-for graph tracks which thread waits on which lock held by whom; a cycle in this graph is a deadlock happening right now. Databases and JVMs use wait-for graphs…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Deadlock Debt Register  [JAH-DEADLO2-S-000003]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place where deadlock freedom relies on discipline rather than proof (timeouts, conventions, 'we always order these') is registered as deadlock debt with its risk and the proo…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Wait-for graph runtime detection  [JAH-DEADLO2-S-000004]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At runtime, the wait-for graph tracks which thread waits on which lock held by whom; a cycle in this graph is a deadlock happening right now. Databases and JVMs use wait-for graphs…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Choreographic programming  [JAH-DEADLO2-S-000005]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Choreographies describe the global interaction ('A sends x to B, then B sends y to C'); endpoint code is projected automatically. Projected programs are deadlock-free by constructi…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deadlock freedom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JAH-DEADLO2-S-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Deadlock Freedom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stuck: analyses that prove concurrent programs can't deadlock.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https://justinahiggins614-cmyk.github.io/jah-databases/db/deadlock-freedom-analyzers-signature/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https://justinahiggins614-cmyk.github.io/jah-databases-data-1/data/deadlock-freedom-analyzers-signature/index.jsonl.gz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
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boundless-specialized-ai-generator/" TargetMode="External"/><Relationship Id="rId3" Type="http://schemas.openxmlformats.org/officeDocument/2006/relationships/hyperlink" Target="https://justinahiggins614-cmyk.github.io/jah-databases-data-1/data/apex-tool-boundless-specialized-ai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Boundless Specialized AI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Forges domain-specialist AIs from reusable models, tools, datasets, and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Boundless Specialized AI Generator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Forges domain-specialist AIs from reusable models, tools, datasets, and workflows.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domain analysis is standard in applied AI;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Profiling the Domain  [JAH-APX91-000001]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specialist starts with understanding: what the domain needs to know, which tools it uses, how it is judged.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Picking the Base Model  [JAH-APX91-000002]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Different domains need different foundations. This record covers selecting base models by domain demands.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Binding the Tools  [JAH-APX91-000003]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Specialists need hands: search, code execution, instruments, data access. This record covers tool binding.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Curating the Data  [JAH-APX91-000004]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Domain data must be assembled and versioned. This record covers the dataset curator.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Composing the Workflow  [JAH-APX91-000005]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specialist needs an operating procedure. This record covers workflow composition.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Boundless Specialized AI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Forges domain-specialist AIs from reusable models, tools, datasets, and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https://justinahiggins614-cmyk.github.io/jah-databases/db/apex-tool-boundless-specialized-ai-generator/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https://justinahiggins614-cmyk.github.io/jah-databases-data-1/data/apex-tool-boundless-specialized-ai-generator/index.jsonl.gz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
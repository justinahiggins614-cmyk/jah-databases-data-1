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configuring-environment-builders/" TargetMode="External"/><Relationship Id="rId3" Type="http://schemas.openxmlformats.org/officeDocument/2006/relationships/hyperlink" Target="https://justinahiggins614-cmyk.github.io/jah-databases-data-1/data/self-configuring-environment-build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Self-Configuring Environment Builders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Development environments that assemble themselves: dependency resolution, hermetic builds, secrets, and drift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Self-Configuring Environment Builders Database holds 15 environments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Development environments that assemble themselves: dependency resolution, hermetic builds, secrets, and drift repair.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Dependency Resolution  [JAH-SCE-000001]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Solves the version puzzle - finding a set of package versions that satisfy all constraints - automatically at environment build time. Good resolvers produce a lockfile so the solved environment repro…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Hermetic Builds  [JAH-SCE-000002]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Seals the build from the host - no network, no ambient tools - so the environment contains exactly the declared inputs. Hermetic builds are reproducible by construction: same inputs, same environment…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Environment Variable Management  [JAH-SCE-000003]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Manages configuration through versioned environment files with clear precedence - defaults, environment, local overrides. Explicit variable management ends the 'works on my machine' mystery of hidden…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Secret Injection  [JAH-SCE-000004]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Delivers secrets into the environment at runtime from a vault, never storing them in files or images. Injection keeps secrets out of version control, container layers, and shell history - the three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Container Layering  [JAH-SCE-000005]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environment images in cacheable layers - base, dependencies, code - so rebuilds reuse unchanged layers. Layering makes environment builds fast and sharing efficient: teams pull only the layers…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environment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Environment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Development environments that assemble themselves: dependency resolution, hermetic builds, secrets, and drift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https://justinahiggins614-cmyk.github.io/jah-databases/db/self-configuring-environment-builders/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https://justinahiggins614-cmyk.github.io/jah-databases-data-1/data/self-configuring-environment-builders/index.jsonl.gz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
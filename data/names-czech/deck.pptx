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czech/" TargetMode="External"/><Relationship Id="rId3" Type="http://schemas.openxmlformats.org/officeDocument/2006/relationships/hyperlink" Target="https://justinahiggins614-cmyk.github.io/jah-databases-data-1/data/names-czech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Czech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Czech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Czech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Czech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Jan — Czech given name  [JAH-NMC4-000001]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Jan is a masculine given name in Czech. It means "God is gracious", from Hebrew Yohanan. The most common Czech masculine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Marie — Czech given name  [JAH-NMC4-000002]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Marie is a feminine given name in Czech. Of Hebrew, via Christianity origin. The most common Czech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Petr — Czech given name  [JAH-NMC4-000003]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Petr is a masculine given name in Czech. It means "rock, stone", from Greek petros. A classic masculine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Jana — Czech given name  [JAH-NMC4-000004]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Jana is a feminine given name in Czech. It means "God is gracious", from Hebrew Yohanan. The feminine form of Jan.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Josef — Czech given name  [JAH-NMC4-000005]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Josef is a masculine given name in Czech. It means "God increases", from Hebrew Yosef. The Czech form of Joseph.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JAH-NMC4-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Czech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Czech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https://justinahiggins614-cmyk.github.io/jah-databases/db/names-czech/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https://justinahiggins614-cmyk.github.io/jah-databases-data-1/data/names-czech/index.jsonl.gz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
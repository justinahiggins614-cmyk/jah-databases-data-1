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distributed-memory-continuity-engine/" TargetMode="External"/><Relationship Id="rId3" Type="http://schemas.openxmlformats.org/officeDocument/2006/relationships/hyperlink" Target="https://justinahiggins614-cmyk.github.io/jah-databases-data-1/data/apex-tool-distributed-memory-continuity-engin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Distributed Memory Continuity Engine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Maintains recoverable task state across authorized workers and sessions.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Distributed Memory Continuity Engine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Maintains recoverable task state across authorized workers and sessions.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knowledge: standard engineering practice documented in open technical literature; facts cross-checked against the executed demo program. Compiled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State Serializer  [JAH-APX66-000001]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Turns in-memory task state into portable bytes deterministically, so checkpoints are complete and comparable.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Checkpoint Writer  [JAH-APX66-000002]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Writes checkpoints on schedule and on demand, each tagged with task, worker, and sequence number.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Incremental Delta Checkpoints  [JAH-APX66-000003]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Saves only changed state between checkpoints, cutting write cost for large states.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Replica Manager  [JAH-APX66-000004]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Keeps checkpoint copies on multiple nodes so one lost node never loses the state.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Version Tracker  [JAH-APX66-000005]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Orders checkpoints by version so restores pick the newest consistent one, never a stale or partial write.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JAH-APX66-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Distributed Memory Continuity Engine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Maintains recoverable task state across authorized workers and sessions.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https://justinahiggins614-cmyk.github.io/jah-databases/db/apex-tool-distributed-memory-continuity-engine/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https://justinahiggins614-cmyk.github.io/jah-databases-data-1/data/apex-tool-distributed-memory-continuity-engine/index.jsonl.gz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
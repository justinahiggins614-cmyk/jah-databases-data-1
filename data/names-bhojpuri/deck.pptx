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bhojpuri/" TargetMode="External"/><Relationship Id="rId3" Type="http://schemas.openxmlformats.org/officeDocument/2006/relationships/hyperlink" Target="https://justinahiggins614-cmyk.github.io/jah-databases-data-1/data/names-bhojpur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Bhojpuri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Bhojpuri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Bhojpuri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Bhojpuri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Ram - Bhojpuri masculine given name  [JAH-NMB2-000001]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 is a masculine given name in Bhojpuri. Meaning: The hero of the Ramayana..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Sita - Bhojpuri feminine given name  [JAH-NMB2-000002]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Sita is a feminine given name in Bhojpuri. Meaning: The heroine of the Ramayana; 'furrow'..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Ramesh - Bhojpuri masculine given name  [JAH-NMB2-000003]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Ramesh is a masculine given name in Bhojpuri. Meaning: Lord of Rama..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Poonam - Bhojpuri feminine given name  [JAH-NMB2-000004]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Poonam is a feminine given name in Bhojpuri. Meaning: Full moon..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Suresh - Bhojpuri masculine given name  [JAH-NMB2-000005]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Suresh is a masculine given name in Bhojpuri. Meaning: Ruler of gods..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JAH-NMB2-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Bhojpuri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Bhojpuri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https://justinahiggins614-cmyk.github.io/jah-databases/db/names-bhojpuri/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https://justinahiggins614-cmyk.github.io/jah-databases-data-1/data/names-bhojpuri/index.jsonl.gz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
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rect-memory-access-dma-controllers/" TargetMode="External"/><Relationship Id="rId3" Type="http://schemas.openxmlformats.org/officeDocument/2006/relationships/hyperlink" Target="https://justinahiggins614-cmyk.github.io/jah-databases-data-1/data/direct-memory-access-dma-controll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Direct Memory Access (DMA) Controllers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Moving data without the CPU: DMA channels, burst transfers, scatter-gather, and cache-coherent peripherals.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Direct Memory Access (DMA) Controllers Database holds 15 DMA channels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data without the CPU: DMA channels, burst transfers, scatter-gather, and cache-coherent peripherals.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Channel Configuration  [JAH-DMA-000001]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Sets up DMA channels with source, destination, transfer size, and trigger source, matching each peripheral to its channel's capabilities. Correct configuration is the difference between effortless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Burst Transfers  [JAH-DMA-000002]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in bursts that hold the bus for several beats, amortizing arbitration overhead across many words. Bursts dramatically raise throughput for bulk moves like frame buffers and audio streams.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Scatter-Gather  [JAH-DMA-000003]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Chains descriptors so one DMA operation gathers from scattered buffers or scatters to them, without CPU intervention between pieces. Scatter-gather handles real-world fragmented buffers at full hardw…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Double Buffering  [JAH-DMA-000004]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Alternates between two buffers - the DMA fills one while the CPU processes the other - giving continuous streaming with no gaps. Double buffering is the standard pattern for audio, video, and sensor…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DMA Descriptors  [JAH-DMA-000005]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Describes each transfer - addresses, counts, control flags - in memory structures the DMA engine walks itself. Well-designed descriptors let the engine run whole transfer programs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DMA channel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DMA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data without the CPU: DMA channels, burst transfers, scatter-gather, and cache-coherent peripherals.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https://justinahiggins614-cmyk.github.io/jah-databases/db/direct-memory-access-dma-controllers/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https://justinahiggins614-cmyk.github.io/jah-databases-data-1/data/direct-memory-access-dma-controllers/index.jsonl.gz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
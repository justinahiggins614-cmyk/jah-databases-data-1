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late-database/" TargetMode="External"/><Relationship Id="rId3" Type="http://schemas.openxmlformats.org/officeDocument/2006/relationships/hyperlink" Target="https://justinahiggins614-cmyk.github.io/jah-databases-data-1/data/template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Template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usable templates — documents, code, design, business, legal — full content, copy-paste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Template Database holds 20 templates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usable templates — documents, code, design, business, legal — full content, copy-paste ready.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Business Letter Template  [JAH-TMPL-000001]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Business Letter Template. The block-format business letter: sender block, date, recipient block, salutation, body, close. Put the ask in the first paragraph; busy readers may not reach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Resume Template  [JAH-TMPL-000002]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Resume Template. One-page resume skeleton: contact line, experience, education, skills. One page per ten years of experience is the standard guidance. Full template content is in this recor…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Meeting Agenda Template  [JAH-TMPL-000003]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Meeting Agenda Template. Time-boxed agenda: three items, ten minutes each, action items at the end. No agenda, no meeting — the agenda is the meeting's contract. Full template content is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Project Proposal Template  [JAH-TMPL-000004]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Project Proposal Template. Proposal skeleton: problem, solution, timeline, budget, team. Lead with the problem; nobody funds a solution to an unfelt problem. Full template content is in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Python Script Boilerplate  [JAH-TMPL-000005]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TEMPLATE: Python Script Boilerplate. Minimal runnable Python script: docstring, main(), and the standard guard. The if __name__ guard lets the file be both script and importable module. Full template…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template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JAH-TMPL-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Template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usable templates — documents, code, design, business, legal — full content, copy-paste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https://justinahiggins614-cmyk.github.io/jah-databases/db/template-database/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https://justinahiggins614-cmyk.github.io/jah-databases-data-1/data/template-database/index.jsonl.gz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
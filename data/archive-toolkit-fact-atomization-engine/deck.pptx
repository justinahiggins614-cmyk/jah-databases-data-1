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act-atomization-engine/" TargetMode="External"/><Relationship Id="rId3" Type="http://schemas.openxmlformats.org/officeDocument/2006/relationships/hyperlink" Target="https://justinahiggins614-cmyk.github.io/jah-databases-data-1/data/archive-toolkit-fact-atomiza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Fact Atomization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Breaks long documents into small, independently retrievable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Fact Atomization Engine Database holds 15 atomization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long documents into small, independently retrievable claims.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Fact Atomization Engine: a plain-language overview  [JAH-ATK175-000001]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Fact Atomization Engine does and why archives need it. A fact atomization engine takes a long document and breaks it into its smallest true pieces — one claim per piece. 'The libra…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Fact Atomization Engine works  [JAH-ATK175-000002]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Fact Atomization Engine does and why archives need it. Real atomizers segment text into sentences, then split compound sentences at clause boundaries (conjunctions, relative clause…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Fact Atomization Engine works: the deep tour  [JAH-ATK175-000003]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Fact Atomization Engine does and why archives need it. Real atomizers segment text into sentences, then split compound sentences at clause boundaries (conjunctions, relative clause…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Sentence and clause segmentation: the simple idea  [JAH-ATK175-000004]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sentence and clause segmentation - how it works inside the Fact Atomization Engine. A fact atomization engine takes a long document and breaks it into its smallest true pieces — one clai…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Sentence and clause segmentation in practice  [JAH-ATK175-000005]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sentence and clause segmentation - how it works inside the Fact Atomization Engine. Real atomizers segment text into sentences, then split compound sentences at clause boundaries (conjun…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atomization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Fact Splitter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long documents into small, independently retrievable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https://justinahiggins614-cmyk.github.io/jah-databases/db/archive-toolkit-fact-atomization-engine/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https://justinahiggins614-cmyk.github.io/jah-databases-data-1/data/archive-toolkit-fact-atomization-engine/index.jsonl.gz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
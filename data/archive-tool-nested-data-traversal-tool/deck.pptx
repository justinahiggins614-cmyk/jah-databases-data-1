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ested-data-traversal-tool/" TargetMode="External"/><Relationship Id="rId3" Type="http://schemas.openxmlformats.org/officeDocument/2006/relationships/hyperlink" Target="https://justinahiggins614-cmyk.github.io/jah-databases-data-1/data/archive-tool-nested-data-traversal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Nested-Data Traversal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deeply nested documents, objects, directories, and structured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Nested-Data Traversal Tool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deeply nested documents, objects, directories, and structured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Recursive Path Walker — Core Method  [JAH-AT27-000001]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Nested data is a tree, and the recursive walker visits every node while remembering the path that led there — a.b[2].c — so each value arrives with its address attached. The walker handles dicts, lis…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Recursive Path Walker — Compounded Pattern  [JAH-AT27-000002]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Nested data is a tree, and the recursive walker visits every node while remembering the path that led there — a.b[2].c — so each value arrives with its address attached. The walker handles dicts, lis…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Recursive Path Walker — Full-System Integration  [JAH-AT27-000003]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Nested data is a tree, and the recursive walker visits every node while remembering the path that led there — a.b[2].c — so each value arrives with its address attached. The walker handles dicts, lis…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Path Expression Evaluation — Core Method  [JAH-AT27-000004]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path expression like orders[*].total names many nodes at once using wildcards and filters, and the evaluator resolves it against the document in one pass. Each step — field access, index, wildcard,…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Path Expression Evaluation — Compounded Pattern  [JAH-AT27-000005]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path expression like orders[*].total names many nodes at once using wildcards and filters, and the evaluator resolves it against the document in one pass. Each step — field access, index, wildcard,…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Traversal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deeply nested documents, objects, directories, and structured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https://justinahiggins614-cmyk.github.io/jah-databases/db/archive-tool-nested-data-traversal-tool/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https://justinahiggins614-cmyk.github.io/jah-databases-data-1/data/archive-tool-nested-data-traversal-tool/index.jsonl.gz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
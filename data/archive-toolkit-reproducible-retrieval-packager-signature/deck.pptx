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producible-retrieval-packager-signature/" TargetMode="External"/><Relationship Id="rId3" Type="http://schemas.openxmlformats.org/officeDocument/2006/relationships/hyperlink" Target="https://justinahiggins614-cmyk.github.io/jah-databases-data-1/data/archive-toolkit-reproducible-retrieval-packag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Reproducible Retrieval Packager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Saves the query, filters, source identifiers, and retrieval settings needed to repeat a 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Reproducible Retrieval Packager Database holds 15 delivery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Saves the query, filters, source identifiers, and retrieval settings needed to repeat a search.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Query recipe capture — Reproducible Retrieval Packager (Signature)  [JAH-ATK218S-0001]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reproducible retrieval packager makes a search replayable: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Index version pinning — Reproducible Retrieval Packager (Signature)  [JAH-ATK218S-0002]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reproducible retrieval packager makes a search replayable: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Deterministic ranking — Reproducible Retrieval Packager (Signature)  [JAH-ATK218S-0003]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reproducible retrieval packager makes a search replayable: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Result set hashing — Reproducible Retrieval Packager (Signature)  [JAH-ATK218S-0004]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reproducible retrieval packager makes a search replayable: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Environment capture — Reproducible Retrieval Packager (Signature)  [JAH-ATK218S-0005]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reproducible retrieval packager makes a search replayable: 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delivery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JAH-ATK218S-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Reproducible Retrieval Packager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Saves the query, filters, source identifiers, and retrieval settings needed to repeat a 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https://justinahiggins614-cmyk.github.io/jah-databases/db/archive-toolkit-reproducible-retrieval-packager-signature/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https://justinahiggins614-cmyk.github.io/jah-databases-data-1/data/archive-toolkit-reproducible-retrieval-packager-signature/index.jsonl.gz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
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abuse-and-anomaly-detector-signature/" TargetMode="External"/><Relationship Id="rId3" Type="http://schemas.openxmlformats.org/officeDocument/2006/relationships/hyperlink" Target="https://justinahiggins614-cmyk.github.io/jah-databases-data-1/data/archive-toolkit-abuse-and-anomaly-detecto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Abuse and Anomaly Detector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Flags unusual access patterns and potentially abusive operations.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Abuse and Anomaly Detector Database holds 15 abuse and anomaly detectors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Flags unusual access patterns and potentially abusive operations.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— designed by Justin Addam Higgins (JAH); Signature-generated completion, clearly labeled.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Signature: Adversary playbook library  [JAH-ATK277S-000001]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known attacker techniques are cataloged as playbooks: steps, indicators, and countermeasures. Detections map to playbook entries, so each aler…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Signature: Adversary playbook library  [JAH-ATK277S-000002]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known attacker techniques are cataloged as playbooks: steps, indicators, and countermeasures. Detections map to playbook entries, so each aler…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Signature: Adversary playbook library  [JAH-ATK277S-000003]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known attacker techniques are cataloged as playbooks: steps, indicators, and countermeasures. Detections map to playbook entries, so each aler…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Signature: Honeypot tripwires  [JAH-ATK277S-000004]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fake endpoints, files, and credentials are planted where attackers probe; any touch fires a high-confidence alarm because legitimate users nev…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Signature: Honeypot tripwires  [JAH-ATK277S-000005]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fake endpoints, files, and credentials are planted where attackers probe; any touch fires a high-confidence alarm because legitimate users nev…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abuse and anomaly detector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JAH-ATK277S-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Abuse and Anomaly Detector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Flags unusual access patterns and potentially abusive operations.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https://justinahiggins614-cmyk.github.io/jah-databases/db/archive-toolkit-abuse-and-anomaly-detector-signature/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https://justinahiggins614-cmyk.github.io/jah-databases-data-1/data/archive-toolkit-abuse-and-anomaly-detector-signature/index.jsonl.gz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
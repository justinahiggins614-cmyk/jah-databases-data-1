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language-ast-parsers-signature/" TargetMode="External"/><Relationship Id="rId3" Type="http://schemas.openxmlformats.org/officeDocument/2006/relationships/hyperlink" Target="https://justinahiggins614-cmyk.github.io/jah-databases-data-1/data/multi-language-ast-pars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Multi-Language AST Parsers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Parsing every language into trees: tree-sitter, ANTLR, incremental parsing, error recovery, and the cross-language queries that power modern tooling.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Multi-Language AST Parsers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Parsing every language into trees: tree-sitter, ANTLR, incremental parsing, error recovery, and the cross-language queries that power modern tooling.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an AST is  [JAH-MLA-S-000001]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abstract syntax tree is the code minus the punctuation: '1 + 2 * 3' becomes Add(1, Mul(2, 3)), with precedence baked into the shape. Every serious code tool — linters, formatters, refactorers, 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Tree-sitter  [JAH-MLA-S-000002]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Tree-sitter is the incremental parsing library behind modern editors: it parses 40+ languages into concrete syntax trees, re-parses only the edited region on change, and never fails (error-tolerant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ANTLR grammars  [JAH-MLA-S-000003]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ANTLR generates parsers from grammar files for dozens of target languages: write one .g4 grammar, get a Java/Python/Go/C# parser. It handles ALL(*) adaptive prediction, so grammars stay readable inst…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Incremental parsing  [JAH-MLA-S-000004]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Editors re-parse on every keystroke, so parsers must be incremental: reuse the old tree, re-parse only the edited region, splice the new subtree in. Tree-sitter does this with GLR and node reuse;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Error recovery in parsers  [JAH-MLA-S-000005]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Code being typed is broken code — parsers for editors must produce a useful tree from fragments with missing brackets and half-written expressions. Recovery strategies: insert expected tokens, skip 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JAH-MLA-S-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Multi-Language AST Parsers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Parsing every language into trees: tree-sitter, ANTLR, incremental parsing, error recovery, and the cross-language queries that power modern tooling.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https://justinahiggins614-cmyk.github.io/jah-databases/db/multi-language-ast-parsers-signature/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https://justinahiggins614-cmyk.github.io/jah-databases-data-1/data/multi-language-ast-parsers-signature/index.jsonl.gz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
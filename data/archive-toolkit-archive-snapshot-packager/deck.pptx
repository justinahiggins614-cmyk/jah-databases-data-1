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rchive-snapshot-packager/" TargetMode="External"/><Relationship Id="rId3" Type="http://schemas.openxmlformats.org/officeDocument/2006/relationships/hyperlink" Target="https://justinahiggins614-cmyk.github.io/jah-databases-data-1/data/archive-toolkit-archive-snapshot-pack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Archive Snapshot Packager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Packages selected records with the metadata needed to identify their source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Archive Snapshot Packager Database holds 15 delivery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Packages selected records with the metadata needed to identify their source state.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archive snapshot packager;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Snapshot identification — Archive Snapshot Packager  [JAH-ATK216-0001]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snapshot packager freezes a moment: it bundles selected records together with the metadata needed to identify exactly which archive state they came from — snapshot id, timestamps, index 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Content checksums — Archive Snapshot Packager  [JAH-ATK216-0002]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snapshot packager freezes a moment: it bundles selected records together with the metadata needed to identify exactly which archive state they came from — snapshot id, timestamps, index 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Manifest generation — Archive Snapshot Packager  [JAH-ATK216-0003]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snapshot packager freezes a moment: it bundles selected records together with the metadata needed to identify exactly which archive state they came from — snapshot id, timestamps, index 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Differential snapshots — Archive Snapshot Packager  [JAH-ATK216-0004]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snapshot packager freezes a moment: it bundles selected records together with the metadata needed to identify exactly which archive state they came from — snapshot id, timestamps, index 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Signed snapshots — Archive Snapshot Packager  [JAH-ATK216-0005]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snapshot packager freezes a moment: it bundles selected records together with the metadata needed to identify exactly which archive state they came from — snapshot id, timestamps, index v…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delivery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JAH-ATK216-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Archive Snapshot Packager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Packages selected records with the metadata needed to identify their source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https://justinahiggins614-cmyk.github.io/jah-databases/db/archive-toolkit-archive-snapshot-packager/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https://justinahiggins614-cmyk.github.io/jah-databases-data-1/data/archive-toolkit-archive-snapshot-packager/index.jsonl.gz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
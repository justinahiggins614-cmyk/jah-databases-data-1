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ynamic-markdown-schema-mind-maps-signature/" TargetMode="External"/><Relationship Id="rId3" Type="http://schemas.openxmlformats.org/officeDocument/2006/relationships/hyperlink" Target="https://justinahiggins614-cmyk.github.io/jah-databases-data-1/data/dynamic-markdown-schema-mind-map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Dynamic Markdown &amp; Schema Mind-Maps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Turns markdown and schemas into living mind-maps — documents you can see, fold, and rearrange.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Dynamic Markdown &amp; Schema Mind-Maps Database holds 15 mapping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Turns markdown and schemas into living mind-maps — documents you can see, fold, and rearrange.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Heading to Node  [JAH-DMSM-S-000001]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Heading to Node is a mapping ability in the Signature Dynamic Markdown &amp; Schema Mind-Maps database. Turns every markdown heading into a mind-map node at the matching depth. Headings H1–H6 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Schema to Graph  [JAH-DMSM-S-000002]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Schema to Graph is a mapping ability in the Signature Dynamic Markdown &amp; Schema Mind-Maps database. Renders a JSON schema as an explorable node graph. Each schema property becomes a node; 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Live Re-Fold  [JAH-DMSM-S-000003]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Live Re-Fold is a mapping ability in the Signature Dynamic Markdown &amp; Schema Mind-Maps database. Re-folds the map instantly when the source document changes. The document is re-parsed on sa…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Bidirectional Editing  [JAH-DMSM-S-000004]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Bidirectional Editing is a mapping ability in the Signature Dynamic Markdown &amp; Schema Mind-Maps database. Edits made on the map write back into the source markdown. Node text edits are mapp…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Tag Constellations  [JAH-DMSM-S-000005]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Tag Constellations is a mapping ability in the Signature Dynamic Markdown &amp; Schema Mind-Maps database. Groups nodes by shared tags into visible constellations. Tags are collected across nod…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mapping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JAH-DMSM-S-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Dynamic Mind-Map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Turns markdown and schemas into living mind-maps — documents you can see, fold, and rearrange.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https://justinahiggins614-cmyk.github.io/jah-databases/db/dynamic-markdown-schema-mind-maps-signature/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https://justinahiggins614-cmyk.github.io/jah-databases-data-1/data/dynamic-markdown-schema-mind-maps-signature/index.jsonl.gz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
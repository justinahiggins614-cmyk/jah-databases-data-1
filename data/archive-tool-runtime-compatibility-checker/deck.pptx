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untime-compatibility-checker/" TargetMode="External"/><Relationship Id="rId3" Type="http://schemas.openxmlformats.org/officeDocument/2006/relationships/hyperlink" Target="https://justinahiggins614-cmyk.github.io/jah-databases-data-1/data/archive-tool-runtime-compatibility-che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Runtime Compatibility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operating system, architecture, dependencies, and hardware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Runtime Compatibility Checker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operating system, architecture, dependencies, and hardware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(Runtime Compatibility Checker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Operating system and architecture check (foundational)  [JAH-AT88-000001]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checker reads the platform's OS name, release, and machine architecture and compares them against each tool's declared support matrix. Exact matches pass; declared-compatible families pass with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Operating system and architecture check (compounded)  [JAH-AT88-000002]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checker reads the platform's OS name, release, and machine architecture and compares them against each tool's declared support matrix. Exact matches pass; declared-compatible families pass with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Operating system and architecture check (production)  [JAH-AT88-000003]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checker reads the platform's OS name, release, and machine architecture and compares them against each tool's declared support matrix. Exact matches pass; declared-compatible families pass with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Runtime version check (foundational)  [JAH-AT88-000004]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Required runtime versions, such as Python &gt;= 3.9, are compared against the actual interpreter using proper version-tuple comparison, not string comparison. String comparison famously misorders versio…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Runtime version check (compounded)  [JAH-AT88-000005]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Required runtime versions, such as Python &gt;= 3.9, are compared against the actual interpreter using proper version-tuple comparison, not string comparison. String comparison famously misorders versio…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Compatibility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operating system, architecture, dependencies, and hardware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https://justinahiggins614-cmyk.github.io/jah-databases/db/archive-tool-runtime-compatibility-checker/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https://justinahiggins614-cmyk.github.io/jah-databases-data-1/data/archive-tool-runtime-compatibility-checker/index.jsonl.gz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
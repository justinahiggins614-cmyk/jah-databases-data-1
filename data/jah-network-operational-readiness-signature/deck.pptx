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jah-network-operational-readiness-signature/" TargetMode="External"/><Relationship Id="rId3" Type="http://schemas.openxmlformats.org/officeDocument/2006/relationships/hyperlink" Target="https://justinahiggins614-cmyk.github.io/jah-databases-data-1/data/jah-network-operational-readines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JAH Network Operational Readiness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Operational readiness checks for the JAH database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JAH Network Operational Readiness Database holds 20 readiness checklists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Operational readiness checks for the JAH database network.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by Justin Addam Higgins - a Signature-authored concept,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Vigil of Uptime  [JAH-JNO-S-000001]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vigil kept over the network's wakefulness, measured against the sworn SLO. The vigil's budget is public; all may see how much wakefulness remains. Teaching ladder: rank 1 — the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Swiftness Oath  [JAH-JNO-S-000002]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oath sworn on response speed, measured at the 99th cry. The oath is sworn per road, for averages lie and the 99th tells truth. Teaching ladder: rank 1 — the concept in its simple…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Purity Sweep  [JAH-JNO-S-000003]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sweep proving the stored words are still the true words. The sweep's seal is unbroken, or the alarm sounds. Teaching ladder: rank 1 — the concept in its simplest, most direct for…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Resurrection Drill  [JAH-JNO-S-000004]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drill raising the network from its backups, timed. Drilled resurrections are true resurrections. Teaching ladder: rank 1 — the concept in its simplest, most direct form. This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All-Seeing Audit  [JAH-JNO-S-000005]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audit ensuring no corner of the network lies unwatched. Unwatched corners are where failures breed. Teaching ladder: rank 1 — the concept in its simplest, most direct form. This…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readiness checklist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JAH-JNO-S-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Readiness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Operational readiness checks for the JAH database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https://justinahiggins614-cmyk.github.io/jah-databases/db/jah-network-operational-readiness-signature/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https://justinahiggins614-cmyk.github.io/jah-databases-data-1/data/jah-network-operational-readiness-signature/index.jsonl.gz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
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multiphysics-coupling/" TargetMode="External"/><Relationship Id="rId3" Type="http://schemas.openxmlformats.org/officeDocument/2006/relationships/hyperlink" Target="https://justinahiggins614-cmyk.github.io/jah-databases-data-1/data/multiphysics-coupling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Multiphysics Coupling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Where physics meet — coupling schemes, interface conditions, and solver notes for multiphysics problems.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86C1"/>
                </a:solidFill>
                <a:latin typeface="Calibri"/>
              </a:rPr>
              <a:t>PUBLIC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Multiphysics Coupling Database holds 20 multiphysics coupling cases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Where physics meet — coupling schemes, interface conditions, and solver notes for multiphysics problems.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Public records organized in the Signature system — fact-checked public knowledge.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Blood flow in flexible arteries  [JAH-MULTIP2-000001]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Blood flow deforms artery walls, which changes the flow. Partitioned coupling with subiterations converges the interface each timestep.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Brake disc thermal stress  [JAH-MULTIP2-000002]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Braking heats the disc; thermal expansion stresses it. Two-way coupling each timestep captures the feedback.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Chip electro-thermal  [JAH-MULTIP2-000003]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Current heats the chip; temperature changes resistivity. The coupled solve finds the true operating point.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Loudspeaker acoustic-structure  [JAH-MULTIP2-000004]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The cone vibrates, radiating sound; the air loads the cone. Coupled modal analysis predicts the response.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Battery chemical-thermal runaway  [JAH-MULTIP2-000005]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Exothermic reactions heat the cell, accelerating reactions. The coupling predicts runaway onset.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20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multiphysics coupling case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JAH-MULTIP2-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20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Multiphysics Coupling Engineer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Public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Where physics meet — coupling schemes, interface conditions, and solver notes for multiphysics problems.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https://justinahiggins614-cmyk.github.io/jah-databases/db/multiphysics-coupling/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https://justinahiggins614-cmyk.github.io/jah-databases-data-1/data/multiphysics-coupling/index.jsonl.gz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
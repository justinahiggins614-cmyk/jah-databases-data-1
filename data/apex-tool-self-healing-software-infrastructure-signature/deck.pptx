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healing-software-infrastructure-signature/" TargetMode="External"/><Relationship Id="rId3" Type="http://schemas.openxmlformats.org/officeDocument/2006/relationships/hyperlink" Target="https://justinahiggins614-cmyk.github.io/jah-databases-data-1/data/apex-tool-self-healing-software-infrastructur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Self-Healing Software Infrastructure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specified operational failures and performs approved recovery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Self-Healing Software Infrastructure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specified operational failures and performs approved recovery procedures.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Health Mesh  [JAH-APX54S-000001]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health mesh: probes are Signature-sealed records, so a service cannot fake health and a monitor cannot misreport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Alert Code  [JAH-APX54S-000002]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alerting code: thresholds are sealed rules, and every alert carries the rule ID and the exact crossing that fired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Log Sentinel  [JAH-APX54S-000003]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sentinel that watches logs for failure phrases and seals each match as evidence, building the incident's paper trail from the first 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Baseline Keeper  [JAH-APX54S-000004]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baseline keeper learns normal shapes and seals the baseline, so 'anomaly' is measured against a recorded normal, not a moving guess.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Incident Seal  [JAH-APX54S-000005]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incident gets a Signature seal at detection: type, confidence, signals — the incident's identity for its whole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Self-Healing Software Infrastructure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specified operational failures and performs approved recovery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https://justinahiggins614-cmyk.github.io/jah-databases/db/apex-tool-self-healing-software-infrastructure-signature/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https://justinahiggins614-cmyk.github.io/jah-databases-data-1/data/apex-tool-self-healing-software-infrastructure-signature/index.jsonl.gz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
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ntrol-system-stability/" TargetMode="External"/><Relationship Id="rId3" Type="http://schemas.openxmlformats.org/officeDocument/2006/relationships/hyperlink" Target="https://justinahiggins614-cmyk.github.io/jah-databases-data-1/data/control-system-stabil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Control System Stability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PID tuning, stability margins, and Lyapunov methods that keep control systems from oscillating out of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Control System Stability Database holds 20 control stability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PID tuning, stability margins, and Lyapunov methods that keep control systems from oscillating out of control.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Ziegler-Nichols PID Tuning  [JAH-CONTRO-000001]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classic method: raise proportional gain until sustained oscillation, then set P/I/D from the ultimate gain and period. It gives aggressive tuning that usually needs softening. Every controls engi…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Gain and Phase Margins  [JAH-CONTRO-000002]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Bode analysis measures how close the loop is to instability: gain margin (dB) and phase margin (degrees). Healthy margins are 6dB and 45 degrees. Margins are the stability budget.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Nyquist Stability Criterion  [JAH-CONTRO-000003]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Nyquist plot encircles -1 as many times as unstable poles; no encirclement with no unstable open-loop poles means stable. The criterion is the fundamental stability test. Encirclements don't lie.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Lyapunov Stability Theory  [JAH-CONTRO-000004]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Lyapunov function decreasing along trajectories proves stability without solving the system. Finding the function is the art. Lyapunov is the nonlinear stability workhorse.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Root Locus Design  [JAH-CONTRO-000005]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Root locus shows how closed-loop poles move with gain; the designer picks gain placing poles in the good region. The plot makes stability visual. Poles tell the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control stability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JAH-CONTRO-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Controller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PID tuning, stability margins, and Lyapunov methods that keep control systems from oscillating out of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https://justinahiggins614-cmyk.github.io/jah-databases/db/control-system-stability/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https://justinahiggins614-cmyk.github.io/jah-databases-data-1/data/control-system-stability/index.jsonl.gz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
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offline-sync-queues/" TargetMode="External"/><Relationship Id="rId3" Type="http://schemas.openxmlformats.org/officeDocument/2006/relationships/hyperlink" Target="https://justinahiggins614-cmyk.github.io/jah-databases-data-1/data/offline-sync-queue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Offline Sync Queues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Work offline, sync later — durable queues, outbox patterns, and background sync engines.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Offline Sync Queues Database holds 15 offline sync queues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Work offline, sync later — durable queues, outbox patterns, and background sync engines.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 compiled from openly published documentation, project sources, and standard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Outbox pattern  [JAH-OSQ-000001]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Write intents to a local outbox table; a relay publishes them when connectivity returns. Stores pending intents; syncs via relay publisher. Conflict strategy: server wins / merge.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SQLite queue  [JAH-OSQ-000002]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local SQLite table as the durable queue — crash-safe and queryable. Stores queued ops; syncs via sync worker. Conflict strategy: last-write-wins + vector clocks.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Android WorkManager  [JAH-OSQ-000003]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Defers background sync until constraints (network, charging) are met. Stores work requests; syncs via constraint-aware worker. Conflict strategy: app-defined.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Background Sync API  [JAH-OSQ-000004]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Service workers retry failed fetches when the browser regains connectivity. Stores failed requests; syncs via sync event. Conflict strategy: retry with backoff.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Kafka outbox  [JAH-OSQ-000005]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Debezium tails the outbox table into Kafka for exactly-once downstream delivery. Stores change events; syncs via Debezium CDC. Conflict strategy: idempotent consumers.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offline sync queue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JAH-OSQ-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Sync Queue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Work offline, sync later — durable queues, outbox patterns, and background sync engines.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https://justinahiggins614-cmyk.github.io/jah-databases/db/offline-sync-queues/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https://justinahiggins614-cmyk.github.io/jah-databases-data-1/data/offline-sync-queues/index.jsonl.gz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
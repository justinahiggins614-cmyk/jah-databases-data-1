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asoning-reliability-monitor/" TargetMode="External"/><Relationship Id="rId3" Type="http://schemas.openxmlformats.org/officeDocument/2006/relationships/hyperlink" Target="https://justinahiggins614-cmyk.github.io/jah-databases-data-1/data/apex-tool-reasoning-reliability-moni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Reasoning Reliability Monitor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known failure patterns, calibration, unsupported assumptions, and recurring reasoning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Reasoning Reliability Monitor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known failure patterns, calibration, unsupported assumptions, and recurring reasoning errors.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Murphy, A. H. &amp; Winkler, R. L. calibration literature.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Calibration Tracking with Brier Scores  [JAH-APX36-000001]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Murphy and Winkler's calibration framework asks whether stated probabilities match observed frequencies; the Brier score measures it. A monitor that doesn't track calibration is flying blind.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Known Failure Pattern Libraries  [JAH-APX36-000002]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Reasoning systems fail in patterns — sycophancy, confabulation, instruction drift. The library catalogs each pattern with its signature, so monitors recognize recurrences instead of rediscovering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Hallucination Detection via Self-Consistency  [JAH-APX36-000003]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Wang and colleagues' self-consistency: sample multiple reasoning paths and check agreement — hallucinations rarely survive resampling. Disagreement is the smoke; the monitor finds the fire.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Confidence-Accuracy Audits  [JAH-APX36-000004]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audit compares what the system claimed ('90% sure') against what happened. Systematic overconfidence is a defect with a number — the audit computes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Output Drift Detection  [JAH-APX36-000005]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Deployed systems drift: the output distribution shifts as the world changes. Drift detectors compare recent outputs against the reference distribution and raise the flag before users notice.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Reasoning Reliability Monitor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known failure patterns, calibration, unsupported assumptions, and recurring reasoning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https://justinahiggins614-cmyk.github.io/jah-databases/db/apex-tool-reasoning-reliability-monitor/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https://justinahiggins614-cmyk.github.io/jah-databases-data-1/data/apex-tool-reasoning-reliability-monitor/index.jsonl.gz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
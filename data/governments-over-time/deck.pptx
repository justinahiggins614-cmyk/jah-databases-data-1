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governments-over-time/" TargetMode="External"/><Relationship Id="rId3" Type="http://schemas.openxmlformats.org/officeDocument/2006/relationships/hyperlink" Target="https://justinahiggins614-cmyk.github.io/jah-databases-data-1/data/governments-over-tim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Governments Over Time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Every government over time: worldwide history, public records.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Governments Over Time Database holds 15 government records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Every government over time: worldwide history, public records.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reference: standard historical records and encyclopedic public sources; verified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Athenian Democracy (508-322 BCE)  [JAH-GOVT-000001]</a:t>
            </a:r>
          </a:p>
          <a:p>
            <a:pPr algn="l">
              <a:spcAft>
                <a:spcPts val="1000"/>
              </a:spcAft>
            </a:pPr>
            <a:r>
              <a:rPr sz="1400" b="0">
                <a:solidFill>
                  <a:srgbClr val="D5DBDB"/>
                </a:solidFill>
                <a:latin typeface="Calibri"/>
              </a:rPr>
              <a:t>   Athenian democracy, founded by Cleisthenes' reforms (508 BCE), gave male citizens direct votes in the Assembly, with the Council of 500 chosen by lot and large juries deciding trials. It excluded wom…</a:t>
            </a:r>
          </a:p>
          <a:p>
            <a:pPr algn="l">
              <a:spcAft>
                <a:spcPts val="200"/>
              </a:spcAft>
            </a:pPr>
            <a:r>
              <a:rPr sz="1700" b="1">
                <a:solidFill>
                  <a:srgbClr val="FFFFFF"/>
                </a:solidFill>
                <a:latin typeface="Calibri"/>
              </a:rPr>
              <a:t>2. Roman Republic to Empire  [JAH-GOVT-000002]</a:t>
            </a:r>
          </a:p>
          <a:p>
            <a:pPr algn="l">
              <a:spcAft>
                <a:spcPts val="1000"/>
              </a:spcAft>
            </a:pPr>
            <a:r>
              <a:rPr sz="1400" b="0">
                <a:solidFill>
                  <a:srgbClr val="D5DBDB"/>
                </a:solidFill>
                <a:latin typeface="Calibri"/>
              </a:rPr>
              <a:t>   The Roman Republic (509-27 BCE) balanced consuls, Senate, and popular assemblies until civil wars collapsed it; Augustus founded the Empire (27 BCE), keeping republican forms while concentrating powe…</a:t>
            </a:r>
          </a:p>
          <a:p>
            <a:pPr algn="l">
              <a:spcAft>
                <a:spcPts val="200"/>
              </a:spcAft>
            </a:pPr>
            <a:r>
              <a:rPr sz="1700" b="1">
                <a:solidFill>
                  <a:srgbClr val="FFFFFF"/>
                </a:solidFill>
                <a:latin typeface="Calibri"/>
              </a:rPr>
              <a:t>3. Chinese Dynastic System to PRC  [JAH-GOVT-000003]</a:t>
            </a:r>
          </a:p>
          <a:p>
            <a:pPr algn="l">
              <a:spcAft>
                <a:spcPts val="1000"/>
              </a:spcAft>
            </a:pPr>
            <a:r>
              <a:rPr sz="1400" b="0">
                <a:solidFill>
                  <a:srgbClr val="D5DBDB"/>
                </a:solidFill>
                <a:latin typeface="Calibri"/>
              </a:rPr>
              <a:t>   China's imperial system ran from Qin unification (221 BCE) through the Qing dynasty's fall (1912), governed by the emperor with a Confucian scholar-bureaucracy chosen by examination — history's first…</a:t>
            </a:r>
          </a:p>
          <a:p>
            <a:pPr algn="l">
              <a:spcAft>
                <a:spcPts val="200"/>
              </a:spcAft>
            </a:pPr>
            <a:r>
              <a:rPr sz="1700" b="1">
                <a:solidFill>
                  <a:srgbClr val="FFFFFF"/>
                </a:solidFill>
                <a:latin typeface="Calibri"/>
              </a:rPr>
              <a:t>4. Pharaonic Egypt to Modern Egypt  [JAH-GOVT-000004]</a:t>
            </a:r>
          </a:p>
          <a:p>
            <a:pPr algn="l">
              <a:spcAft>
                <a:spcPts val="1000"/>
              </a:spcAft>
            </a:pPr>
            <a:r>
              <a:rPr sz="1400" b="0">
                <a:solidFill>
                  <a:srgbClr val="D5DBDB"/>
                </a:solidFill>
                <a:latin typeface="Calibri"/>
              </a:rPr>
              <a:t>   Pharaonic Egypt united under Narmer (c. 3100 BCE) into a divine-kingship state lasting three millennia through Old, Middle, and New Kingdoms. Persian, Greek (Ptolemaic), Roman, Arab, Ottoman, and Bri…</a:t>
            </a:r>
          </a:p>
          <a:p>
            <a:pPr algn="l">
              <a:spcAft>
                <a:spcPts val="200"/>
              </a:spcAft>
            </a:pPr>
            <a:r>
              <a:rPr sz="1700" b="1">
                <a:solidFill>
                  <a:srgbClr val="FFFFFF"/>
                </a:solidFill>
                <a:latin typeface="Calibri"/>
              </a:rPr>
              <a:t>5. Persian Empires to Islamic Republic  [JAH-GOVT-000005]</a:t>
            </a:r>
          </a:p>
          <a:p>
            <a:pPr algn="l">
              <a:spcAft>
                <a:spcPts val="1000"/>
              </a:spcAft>
            </a:pPr>
            <a:r>
              <a:rPr sz="1400" b="0">
                <a:solidFill>
                  <a:srgbClr val="D5DBDB"/>
                </a:solidFill>
                <a:latin typeface="Calibri"/>
              </a:rPr>
              <a:t>   Persia's Achaemenid Empire (550-330 BCE) built history's first great bureaucracy with satrapies and royal roads; the Sassanids (224-651 CE) followed before the Arab conquest brought Islam. The Safavi…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government record</a:t>
            </a:r>
          </a:p>
          <a:p>
            <a:pPr algn="l">
              <a:spcAft>
                <a:spcPts val="1000"/>
              </a:spcAft>
            </a:pPr>
            <a:r>
              <a:rPr sz="2000" b="0">
                <a:solidFill>
                  <a:srgbClr val="FFFFFF"/>
                </a:solidFill>
                <a:latin typeface="Calibri"/>
              </a:rPr>
              <a:t>ID prefix:  JAH-GOVT-</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Government Chronicler</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Every government over time: worldwide history, public records.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https://justinahiggins614-cmyk.github.io/jah-databases/db/governments-over-time/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https://justinahiggins614-cmyk.github.io/jah-databases-data-1/data/governments-over-time/index.jsonl.gz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
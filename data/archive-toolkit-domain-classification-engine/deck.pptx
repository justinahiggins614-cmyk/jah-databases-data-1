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domain-classification-engine/" TargetMode="External"/><Relationship Id="rId3" Type="http://schemas.openxmlformats.org/officeDocument/2006/relationships/hyperlink" Target="https://justinahiggins614-cmyk.github.io/jah-databases-data-1/data/archive-toolkit-domain-classification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Domain Classification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Identifies which field — medicine, law, astronomy — a record belongs 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Domain Classification Engine Database holds 15 classification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which field — medicine, law, astronomy — a record belongs to.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methods compiled from standard information-extraction and knowledge-organization practice. Assembled for the JAH Databases archive.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Domain Classification Engine: a plain-language overview  [JAH-ATK173-000001]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Domain Classification Engine does and why archives need it. A domain classification engine reads a record and decides which field it belongs to: medicine, engineering, law, astrono…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Domain Classification Engine works  [JAH-ATK173-000002]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Domain Classification Engine does and why archives need it. Real classifiers score documents against domain gazetteers (curated keyword lists per field) or train models like multin…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Domain Classification Engine works: the deep tour  [JAH-ATK173-000003]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Domain Classification Engine does and why archives need it. Real classifiers score documents against domain gazetteers (curated keyword lists per field) or train models like multin…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Keyword gazetteer scoring: the simple idea  [JAH-ATK173-000004]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keyword gazetteer scoring - how it works inside the Domain Classification Engine. A domain classification engine reads a record and decides which field it belongs to: medicine, engineeri…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Keyword gazetteer scoring in practice  [JAH-ATK173-000005]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keyword gazetteer scoring - how it works inside the Domain Classification Engine. Real classifiers score documents against domain gazetteers (curated keyword lists per field) or train mo…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classification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JAH-ATK173-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Domain Sorter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which field — medicine, law, astronomy — a record belongs 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https://justinahiggins614-cmyk.github.io/jah-databases/db/archive-toolkit-domain-classification-engine/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https://justinahiggins614-cmyk.github.io/jah-databases-data-1/data/archive-toolkit-domain-classification-engine/index.jsonl.gz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
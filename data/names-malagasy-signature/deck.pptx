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lagasy-signature/" TargetMode="External"/><Relationship Id="rId3" Type="http://schemas.openxmlformats.org/officeDocument/2006/relationships/hyperlink" Target="https://justinahiggins614-cmyk.github.io/jah-databases-data-1/data/names-malagas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Malagasy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Malagasy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Malagasy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Malagasy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Voahangy - sound, structure, and naming power  [JAH-NMMS4-000001]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Malagasy feminine name Voahangy. Sound: 2 syllables, firm consonant close. Structure: A traditional name of this language.. Recorded meaning: A classic Malagasy girls'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Nirina - sound, structure, and naming power  [JAH-NMMS4-000002]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Malagasy unisex name Nirina. Sound: 3 syllables, open vowels. Structure: A traditional name of this language.. Recorded meaning: A common Malagasy name; unisex..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Tahina - sound, structure, and naming power  [JAH-NMMS4-000003]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Malagasy masculine name Tahina. Sound: 3 syllables, open vowels. Structure: A traditional name of this language.. Recorded meaning: A common Malagasy boys' name.. Naming…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Hasina - sound, structure, and naming power  [JAH-NMMS4-000004]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Malagasy feminine name Hasina. Sound: 3 syllables, open vowels. Structure: A traditional name of this language.. Recorded meaning: A traditional girls' name.. Naming pow…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Malagasy naming framework  [JAH-NMMS4-000005]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Malagasy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Malagasy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Malagasy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https://justinahiggins614-cmyk.github.io/jah-databases/db/names-malagasy-signature/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https://justinahiggins614-cmyk.github.io/jah-databases-data-1/data/names-malagasy-signature/index.jsonl.gz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
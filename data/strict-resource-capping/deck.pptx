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trict-resource-capping/" TargetMode="External"/><Relationship Id="rId3" Type="http://schemas.openxmlformats.org/officeDocument/2006/relationships/hyperlink" Target="https://justinahiggins614-cmyk.github.io/jah-databases-data-1/data/strict-resource-capp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Strict Resource Capping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Mechanisms that put hard ceilings on CPU, memory, and I/O — cgroups, rlimits, quotas, and runtime fuel meters.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Strict Resource Capping Database holds 15 resource caps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Mechanisms that put hard ceilings on CPU, memory, and I/O — cgroups, rlimits, quotas, and runtime fuel meters.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cgroups v2 cpu.max  [JAH-STRICT2-000001]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unified hierarchy’s cpu.max takes quota and period in microseconds, the standard way to pin containers. It enforces 100000 100000 (1 CPU) (quota/period); the demo runs a usage of 85000 against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systemd MemoryMax  [JAH-STRICT2-000002]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systemd translates MemoryMax into the cgroup memory.max knob per service with clean OOM accounting. It enforces 512M (MB); the demo runs a usage of 420 against the cap.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Docker --memory  [JAH-STRICT2-000003]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Docker’s --memory flag sets the container cgroup limit; --memory-swap extends it to swap. It enforces 1g (MB); the demo runs a usage of 900 against the cap.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Kubernetes limits  [JAH-STRICT2-000004]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Pod resource limits are enforced by the kubelet via cgroups; exceeding memory triggers OOMKill. It enforces 256Mi (MiB); the demo runs a usage of 200 against the cap.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ulimit -v virtual memory  [JAH-STRICT2-000005]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per-process address-space cap; exceeding it makes malloc fail instead of growing. It enforces 1048576 KB (KB); the demo runs a usage of 800000 against the cap.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resource cap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JAH-STRICT2-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Resource Cap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Mechanisms that put hard ceilings on CPU, memory, and I/O — cgroups, rlimits, quotas, and runtime fuel meters.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https://justinahiggins614-cmyk.github.io/jah-databases/db/strict-resource-capping/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https://justinahiggins614-cmyk.github.io/jah-databases-data-1/data/strict-resource-capping/index.jsonl.gz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
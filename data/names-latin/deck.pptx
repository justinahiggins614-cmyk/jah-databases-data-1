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tin/" TargetMode="External"/><Relationship Id="rId3" Type="http://schemas.openxmlformats.org/officeDocument/2006/relationships/hyperlink" Target="https://justinahiggins614-cmyk.github.io/jah-databases-data-1/data/names-lati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Latin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Classical Latin names — the tria nomina, the great gentes and how Rome named its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Latin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Classical Latin names — the tria nomina, the great gentes and how Rome named its people.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Marcus — Latin given name  [JAH-NML3-000001]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Marcus is a classical Latin name. It means "of Mars", from Latin. The most Roman of names, sacred to the war god.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Julia — Latin given name  [JAH-NML3-000002]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Julia is a classical Latin name. It means "youthful", from Latin Julius. The great feminine name of the Julian 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Gaius — Latin given name  [JAH-NML3-000003]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Gaius is a classical Latin name. It means "rejoicing", from Latin gaudere. The most common Roman praenomen.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Augustus — Latin given name  [JAH-NML3-000004]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Augustus is a classical Latin name. It means "venerable, majestic", from Latin. The title-name of Rome's first emperor.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Cornelia — Latin given name  [JAH-NML3-000005]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Cornelia is a classical Latin name. It means "of horn", from Latin cornu. The virtuous mother of the Gracchi.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Latin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Classical Latin names — the tria nomina, the great gentes and how Rome named its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https://justinahiggins614-cmyk.github.io/jah-databases/db/names-latin/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https://justinahiggins614-cmyk.github.io/jah-databases-data-1/data/names-latin/index.jsonl.gz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
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pex-tool-omniversal-archive-consciousness-engine-signature/" TargetMode="External"/><Relationship Id="rId3" Type="http://schemas.openxmlformats.org/officeDocument/2006/relationships/hyperlink" Target="https://justinahiggins614-cmyk.github.io/jah-databases-data-1/data/apex-tool-omniversal-archive-consciousness-engine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Omniversal Archive Consciousness Engine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A continuously updated operational model of every accessible archive — what it holds, how it relates, where it is limited, and what it can do.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Omniversal Archive Consciousness Engine Database holds 15 apex tools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A continuously updated operational model of every accessible archive — what it holds, how it relates, where it is limited, and what it can do.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Original Signature design by Justin Addam Higgins (JAH), 2026-10-21. Proposed capability — clearly labeled Signature, not public record.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What the Archive Consciousness Engine is  [JAH-APX1S-000001]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Signature-original design of this capability, authored as a new engineering proposal rather than a survey of existing systems. The Signature design treats archive awareness as a first-class runti…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Archive descriptor schema  [JAH-APX1S-000002]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Signature-original data model for this capability, designed from first principles with explicit contracts. The Signature design treats archive awareness as a first-class runtime: a Signature Arch…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Archive health scoring algorithm  [JAH-APX1S-000003]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Signature-original algorithm for this capability's first core operation. The Signature design treats archive awareness as a first-class runtime: a Signature Archive Consciousness Protocol where eve…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Change detection across archive snapshots  [JAH-APX1S-000004]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Signature-original algorithm for this capability's second core operation. The Signature design treats archive awareness as a first-class runtime: a Signature Archive Consciousness Protocol where ev…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 Capability query interface specification  [JAH-APX1S-000005]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Signature-original interface contract for this capability. The Signature design treats archive awareness as a first-class runtime: a Signature Archive Consciousness Protocol where every archive p…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apex tool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JAH-APX1S-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Omniversal Archive Consciousness Engine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A continuously updated operational model of every accessible archive — what it holds, how it relates, where it is limited, and what it can do.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https://justinahiggins614-cmyk.github.io/jah-databases/db/apex-tool-omniversal-archive-consciousness-engine-signature/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https://justinahiggins614-cmyk.github.io/jah-databases-data-1/data/apex-tool-omniversal-archive-consciousness-engine-signature/index.jsonl.gz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
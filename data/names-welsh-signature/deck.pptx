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welsh-signature/" TargetMode="External"/><Relationship Id="rId3" Type="http://schemas.openxmlformats.org/officeDocument/2006/relationships/hyperlink" Target="https://justinahiggins614-cmyk.github.io/jah-databases-data-1/data/names-wel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Welsh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Welsh style — new creations built from real Welsh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Welsh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Welsh style — new creations built from real Welsh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Welsh Names Database from genuine Welsh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Welsh-style given name: Rhysgwen  [JAH-NMWS-000001]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Rhysgwen is a Signature original Welsh-style given name, created for the Signature Welsh Names Database. From Rhys + gwen (blessed). It is labeled a Signature creation and is not a traditional Welsh…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Welsh-style given name: Gwencarys  [JAH-NMWS-000002]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Gwencarys is a Signature original Welsh-style given name, created for the Signature Welsh Names Database. From gwen + Carys (love): 'blessed love'.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Welsh-style given name: Dylanmor  [JAH-NMWS-000003]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Dylanmor is a Signature original Welsh-style given name, created for the Signature Welsh Names Database. From Dylan + mor (sea): 'sea wave'.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Welsh-style given name: Caryswen  [JAH-NMWS-000004]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Caryswen is a Signature original Welsh-style given name, created for the Signature Welsh Names Database. From Carys + gwen. It is labeled a Signature creation and is not a traditional Welsh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Welsh-style given name: Owainafon  [JAH-NMWS-000005]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Owainafon is a Signature original Welsh-style given name, created for the Signature Welsh Names Database. From Owain + afon (river). It is labeled a Signature creation and is not a traditional Welsh…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JAH-NMWS-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Welsh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Welsh style — new creations built from real Welsh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https://justinahiggins614-cmyk.github.io/jah-databases/db/names-welsh-signature/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https://justinahiggins614-cmyk.github.io/jah-databases-data-1/data/names-welsh-signature/index.jsonl.gz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
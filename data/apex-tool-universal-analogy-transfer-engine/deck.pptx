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analogy-transfer-engine/" TargetMode="External"/><Relationship Id="rId3" Type="http://schemas.openxmlformats.org/officeDocument/2006/relationships/hyperlink" Target="https://justinahiggins614-cmyk.github.io/jah-databases-data-1/data/apex-tool-universal-analogy-transfer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Analogy Transfer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when a solution from one field can be adapted to a different field and checks where the analogy breaks 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Analogy Transfer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when a solution from one field can be adapted to a different field and checks where the analogy breaks down.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Gentner, D. (1983). Structure-mapping. Cognitive Science.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Structure Mapping Theory  [JAH-APX34-000001]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Gentner's structure mapping: analogy aligns relational structure, not surface features — the solar system maps to the atom via 'revolves around' and 'attracts', not via 'is hot'. Systematicity prefer…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Analogical Reasoning in Science  [JAH-APX34-000002]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Great science runs on analogy: Rutherford's atom from the solar system, Darwin's selection from breeding. The engine studies these to extract the transfer pattern: abstract the mechanism, check the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Case-Based Reasoning  [JAH-APX34-000003]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Schank and Kolodner's case-based reasoning solves new problems by retrieving similar old cases and adapting their solutions. The case library is the organization's memory; retrieval is its recall.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Transfer Learning in Machine Learning  [JAH-APX34-000004]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Pan and Yang's survey codified transfer learning: reuse representations learned on one task for another. Fine-tuning a pretrained model is analogy mechanized — the network transfers what the source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Biomimicry: Nature-to-Engineering Transfer  [JAH-APX34-000005]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Benyus's biomimicry asks 'what would nature do': Velcro from burrs, wind-turbine blades from whale fins. Nature's 3.8 billion years of R&amp;D is the largest solved-problem library in existence.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Analogy Transfer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when a solution from one field can be adapted to a different field and checks where the analogy breaks 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https://justinahiggins614-cmyk.github.io/jah-databases/db/apex-tool-universal-analogy-transfer-engine/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https://justinahiggins614-cmyk.github.io/jah-databases-data-1/data/apex-tool-universal-analogy-transfer-engine/index.jsonl.gz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
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ool-failure-fallback-signature/" TargetMode="External"/><Relationship Id="rId3" Type="http://schemas.openxmlformats.org/officeDocument/2006/relationships/hyperlink" Target="https://justinahiggins614-cmyk.github.io/jah-databases-data-1/data/tool-failure-fallback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Tool Failure Fallback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fallback strategies when tools fail in production.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Tool Failure Fallback Database holds 20 fallback strategys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fallback strategies when tools fail in production.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Retry with Exponential Backoff  [JAH-TFF-S-000001]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Retries transient failures with doubling delays plus jitter to avoid thundering herds. Recorded facts — Strategy: Retry with Exponential Backoff; Failure: transient errors; Tradeo…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Circuit Breaker  [JAH-TFF-S-000002]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Stops calling a failing dependency after a threshold, failing fast until it recovers. Recorded facts — Strategy: Circuit Breaker; Failure: cascading failure; Tradeoff: temporary 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Failover Replica  [JAH-TFF-S-000003]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Routes to a hot standby when the primary fails health checks. Recorded facts — Strategy: Failover Replica; Failure: primary down; Tradeoff: replica cost. Used by agent runtimes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Degraded Mode  [JAH-TFF-S-000004]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Serves a simpler but correct response (cached, approximate) instead of failing. Recorded facts — Strategy: Degraded Mode; Failure: partial outage; Tradeoff: reduced quality. Used…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Cached Response  [JAH-TFF-S-000005]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Returns the last good cached result with a staleness warning. Recorded facts — Strategy: Cached Response; Failure: backend down; Tradeoff: stale data. Used by agent runtimes and m…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fallback strategy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JAH-TFF-S-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Tool Failure Fallback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fallback strategies when tools fail in production.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https://justinahiggins614-cmyk.github.io/jah-databases/db/tool-failure-fallback-signature/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https://justinahiggins614-cmyk.github.io/jah-databases-data-1/data/tool-failure-fallback-signature/index.jsonl.gz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
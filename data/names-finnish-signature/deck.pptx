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innish-signature/" TargetMode="External"/><Relationship Id="rId3" Type="http://schemas.openxmlformats.org/officeDocument/2006/relationships/hyperlink" Target="https://justinahiggins614-cmyk.github.io/jah-databases-data-1/data/names-finn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Finnish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Finnish style — new creations built from real Finnish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Finnish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Finnish style — new creations built from real Finnish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Finnish Names Database from genuine Finnish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Finnish-style given name: Mattivirta  [JAH-NMFS2-000001]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Mattivirta is a Signature original Finnish-style given name, created for the Signature Finnish Names Database. From Matti + virta (stream).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Finnish-style given name: Maijamaki  [JAH-NMFS2-000002]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Maijamaki is a Signature original Finnish-style given name, created for the Signature Finnish Names Database. From Maija + maki (hill). It is labeled a Signature creation and is not a traditional Fin…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Finnish-style given name: Juhoniemi  [JAH-NMFS2-000003]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Juhoniemi is a Signature original Finnish-style given name, created for the Signature Finnish Names Database. From Juho + niemi (cape). It is labeled a Signature creation and is not a traditional Fin…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Finnish-style given name: Ainoranta  [JAH-NMFS2-000004]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Ainoranta is a Signature original Finnish-style given name, created for the Signature Finnish Names Database. From Aino + ranta (shore). It is labeled a Signature creation and is not a traditional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Finnish-style given name: Vainojarvi  [JAH-NMFS2-000005]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Vainojarvi is a Signature original Finnish-style given name, created for the Signature Finnish Names Database. From Vaino + jarvi (lake). It is labeled a Signature creation and is not a traditional 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Finnish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Finnish style — new creations built from real Finnish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https://justinahiggins614-cmyk.github.io/jah-databases/db/names-finnish-signature/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https://justinahiggins614-cmyk.github.io/jah-databases-data-1/data/names-finnish-signature/index.jsonl.gz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
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elf-improving-reliability-constitution-signature/" TargetMode="External"/><Relationship Id="rId3" Type="http://schemas.openxmlformats.org/officeDocument/2006/relationships/hyperlink" Target="https://justinahiggins614-cmyk.github.io/jah-databases-data-1/data/apex-tool-self-improving-reliability-constitu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Self-Improving Reliability Constitution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unbreakable rules: invariants and release requirements no optimizer may bypass.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Self-Improving Reliability Constitution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unbreakable rules: invariants and release requirements no optimizer may bypass.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Stone Tablets  [JAH-APX96S-000001]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invariants are carved in checkable stone: machine-readable, unambiguous, unbreakable by optimizers.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Pressing the Law  [JAH-APX96S-000002]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law press turns testing rules and release requirements into executable checks — law you can run.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Boundary Stones  [JAH-APX96S-000003]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Permission boundaries are set as stones no optimizer may cross — marked, visible, enforced.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Night Watch  [JAH-APX96S-000004]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night watch monitors every optimization run for tablet violations — silent bypass is its sworn enemy.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Nothing Silent  [JAH-APX96S-000005]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tablets’ first commandment: nothing bypasses silently. Every attempt is seen, logged, and judged.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Self-Improving Reliability Constitution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unbreakable rules: invariants and release requirements no optimizer may bypass.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https://justinahiggins614-cmyk.github.io/jah-databases/db/apex-tool-self-improving-reliability-constitution-signature/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https://justinahiggins614-cmyk.github.io/jah-databases-data-1/data/apex-tool-self-improving-reliability-constitution-signature/index.jsonl.gz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
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jin-chinese-signature/" TargetMode="External"/><Relationship Id="rId3" Type="http://schemas.openxmlformats.org/officeDocument/2006/relationships/hyperlink" Target="https://justinahiggins614-cmyk.github.io/jah-databases-data-1/data/names-jin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Jin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Jin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Jin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Jin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Wei 伟 - sound, structure, and naming power  [JAH-NMJCS-000001]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Jin Chinese masculine name Wei 伟. Sound: 1 syllables, open vowels. Structure: A traditional name of this language.. Recorded meaning: Great..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Fang 芳 - sound, structure, and naming power  [JAH-NMJCS-000002]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Jin Chinese feminine name Fang 芳. Sound: 1 syllables, firm consonant close. Structure: A traditional name of this language.. Recorded meaning: Fragrant..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Qiang 强 - sound, structure, and naming power  [JAH-NMJCS-000003]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Jin Chinese masculine name Qiang 强. Sound: 1 syllables, firm consonant close. Structure: A traditional name of this language.. Recorded meaning: Strong..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Na 娜 - sound, structure, and naming power  [JAH-NMJCS-000004]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Jin Chinese feminine name Na 娜. Sound: 1 syllables, open vowels. Structure: A traditional name of this language.. Recorded meaning: Elegant.. Naming power: the name is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Jin Chinese naming framework  [JAH-NMJCS-000005]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Jin Chinese names. Forging a new Signature name runs in four passes: sound (two to four syllables that read aloud cleanly), meaning (one plain-language gloss, never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JAH-NMJCS-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Jin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Jin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https://justinahiggins614-cmyk.github.io/jah-databases/db/names-jin-chinese-signature/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https://justinahiggins614-cmyk.github.io/jah-databases-data-1/data/names-jin-chinese-signature/index.jsonl.gz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
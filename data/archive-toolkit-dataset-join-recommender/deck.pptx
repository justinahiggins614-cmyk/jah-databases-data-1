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set-join-recommender/" TargetMode="External"/><Relationship Id="rId3" Type="http://schemas.openxmlformats.org/officeDocument/2006/relationships/hyperlink" Target="https://justinahiggins614-cmyk.github.io/jah-databases-data-1/data/archive-toolkit-dataset-join-recommen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Dataset Join Recommender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Dataset Join Recommender Database holds 15 join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Dataset Join Recommender: a plain-language overview  [JAH-ATK192-000001]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Dataset Join Recommender does and why archives need it. A dataset join recommender looks at two datasets and judges whether they can be combined: do they share a key field, are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Dataset Join Recommender works  [JAH-ATK192-000002]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Dataset Join Recommender does and why archives need it. Real recommenders score dataset pairs by shared-field detection (name similarity plus value overlap on candidate keys), type…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Dataset Join Recommender works: the deep tour  [JAH-ATK192-000003]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Dataset Join Recommender does and why archives need it. Real recommenders score dataset pairs by shared-field detection (name similarity plus value overlap on candidate keys), type…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Key-overlap scoring: the simple idea  [JAH-ATK192-000004]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key-overlap scoring - how it works inside the Dataset Join Recommender. A dataset join recommender looks at two datasets and judges whether they can be combined: do they share a key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Key-overlap scoring in practice  [JAH-ATK192-000005]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key-overlap scoring - how it works inside the Dataset Join Recommender. Real recommenders score dataset pairs by shared-field detection (name similarity plus value overlap on candidate 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join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Join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https://justinahiggins614-cmyk.github.io/jah-databases/db/archive-toolkit-dataset-join-recommender/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https://justinahiggins614-cmyk.github.io/jah-databases-data-1/data/archive-toolkit-dataset-join-recommender/index.jsonl.gz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
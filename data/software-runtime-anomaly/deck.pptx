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runtime-anomaly/" TargetMode="External"/><Relationship Id="rId3" Type="http://schemas.openxmlformats.org/officeDocument/2006/relationships/hyperlink" Target="https://justinahiggins614-cmyk.github.io/jah-databases-data-1/data/software-runtime-anomal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Runtime Anomaly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Anomalies that told the truth — signals, baselines, deviations, and the triage that found the cause.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Runtime Anomaly Database holds 20 runtime anomaly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Anomalies that told the truth — signals, baselines, deviations, and the triage that found the cause.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Checkout latency spike at noon  [JAH-SRA-000001]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Checkout p99 spiked 8x at noon daily. The cause was a cron job rebuilding the recommendation index on the same database.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Error burst after deploy  [JAH-SRA-000002]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Errors jumped 50x minutes after a deploy. The new code called a removed endpoint. Rollback fixed it in 9 minutes.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Memory growth over 6 days  [JAH-SRA-000003]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worker grew 100 MB/day for 6 days then OOMed. A cache without eviction was the cause.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CPU saturation on search nodes  [JAH-SRA-000004]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Search nodes hit 100% CPU during a sale. A missing index turned queries into full scans.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IO stall on database disk  [JAH-SRA-000005]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stalled with iowait at 90%. A failing disk was retrying reads. Replacement fixed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runtime anomaly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Runtime Anomaly Detective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Anomalies that told the truth — signals, baselines, deviations, and the triage that found the cause.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https://justinahiggins614-cmyk.github.io/jah-databases/db/software-runtime-anomaly/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https://justinahiggins614-cmyk.github.io/jah-databases-data-1/data/software-runtime-anomaly/index.jsonl.gz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
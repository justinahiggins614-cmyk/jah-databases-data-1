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knowledge-compression-singularity/" TargetMode="External"/><Relationship Id="rId3" Type="http://schemas.openxmlformats.org/officeDocument/2006/relationships/hyperlink" Target="https://justinahiggins614-cmyk.github.io/jah-databases-data-1/data/apex-tool-knowledge-compression-singular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Knowledge Compression Singularity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progressively more efficient summaries and indexes while preserving links to full-resolution evidence — compression without amnesia.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Knowledge Compression Singularity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progressively more efficient summaries and indexes while preserving links to full-resolution evidence — compression without amnesia.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multi-document summarization (PEGASUS, BART); learned indexes (RMI); progressive JPEG / JPEG2000; ROUGE / BERTScore evaluation.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Compression Singularity is  [JAH-APX17-000001]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singularity compresses knowledge into layers of increasing density — brief, summary, digest, index — where each layer links down to the fuller layer below. Readers choose their depth; the system…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Compression layer data model  [JAH-APX17-000002]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layer is a record: its depth, its claims with evidence links to the layer below, its compression ratio, and its measured claim-retention score. Layers form a chain back to the source — break a 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Claim-preserving summarization algorithm  [JAH-APX17-000003]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Summarization extracts the source's checkable claims first, then compresses around them: every claim in the summary must trace to the source, and the claim set must cover the source's key findings.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Progressive refinement algorithm  [JAH-APX17-000004]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Readers drill down progressively: the brief expands to the summary, the summary to the digest, the digest to the full text. Refinement is instant because deeper layers are precomputed, and each expan…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Compression query interface specification  [JAH-APX17-000005]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request knowledge at a depth: brief me, summarize this, give me the digest. Responses include the compressed content, its retention score, and expansion links. The interface also answers 'wha…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Knowledge Compression Singularity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progressively more efficient summaries and indexes while preserving links to full-resolution evidence — compression without amnesia.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https://justinahiggins614-cmyk.github.io/jah-databases/db/apex-tool-knowledge-compression-singularity/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https://justinahiggins614-cmyk.github.io/jah-databases-data-1/data/apex-tool-knowledge-compression-singularity/index.jsonl.gz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
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source-to-source-transpilation-signature/" TargetMode="External"/><Relationship Id="rId3" Type="http://schemas.openxmlformats.org/officeDocument/2006/relationships/hyperlink" Target="https://justinahiggins614-cmyk.github.io/jah-databases-data-1/data/universal-source-to-source-transpil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Source-to-Source Transpilation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Converting source code between languages and dialects: lexing, parsing, AST transforms, and faithful code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Source-to-Source Transpilation Database holds 15 transpilers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Converting source code between languages and dialects: lexing, parsing, AST transforms, and faithful code generation.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Error-Tolerant Lexer  [JAH-UNIVER3-S-000001]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lexer recovers from malformed input by emitting error tokens and continuing, so one bad character does not kill the whole transpile. Error tokens carry precise positions for…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Grammar-Checked Parser  [JAH-UNIVER3-S-000002]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parser verifies its own grammar for ambiguity at startup and refuses to run on ambiguous rules. Grammar problems surface in development, never as mystery misparses in produc…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Reversible Normalization  [JAH-UNIVER3-S-000003]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every normalization step records its inverse, so the original source shape can be reconstructed for error messages and diffs. Developers see errors in the code they wrote, not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Ordered Desugar Pipeline  [JAH-UNIVER3-S-000004]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desugar passes declare dependencies and the pipeline topologically orders them, refusing to run on conflicting orders. Pass authors never hand-sequence dozens of transforms. Sig…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Version-Targeted Polyfills  [JAH-UNIVER3-S-000005]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polyfills are selected per declared runtime version, so targeting a modern runtime injects nothing at all. The target matrix is explicit and auditable. Signature-labeled; an ori…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transpiler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JAH-UNIVER3-S-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Transpiler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Converting source code between languages and dialects: lexing, parsing, AST transforms, and faithful code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https://justinahiggins614-cmyk.github.io/jah-databases/db/universal-source-to-source-transpilation-signature/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https://justinahiggins614-cmyk.github.io/jah-databases-data-1/data/universal-source-to-source-transpilation-signature/index.jsonl.gz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
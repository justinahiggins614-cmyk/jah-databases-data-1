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ccess-control-and-permission-auditor/" TargetMode="External"/><Relationship Id="rId3" Type="http://schemas.openxmlformats.org/officeDocument/2006/relationships/hyperlink" Target="https://justinahiggins614-cmyk.github.io/jah-databases-data-1/data/archive-tool-access-control-and-permission-aud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Access Control and Permission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Access Control and Permission Auditor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identity-access-control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(Access Control and Permission Auditor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Permission inventory collection (foundational)  [JAH-AT97-000001]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auditor collects the complete permission inventory: every role, every grant, every user-to-role assignment. Collection pulls from the live systems, not from documentation, because documentation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Permission inventory collection (compounded)  [JAH-AT97-000002]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auditor collects the complete permission inventory: every role, every grant, every user-to-role assignment. Collection pulls from the live systems, not from documentation, because documentation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Permission inventory collection (production)  [JAH-AT97-000003]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auditor collects the complete permission inventory: every role, every grant, every user-to-role assignment. Collection pulls from the live systems, not from documentation, because documentation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Effective access computation per user (foundational)  [JAH-AT97-000004]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user's effective permissions are computed as the union of all grants from all their roles, including nested role inheritance. The computation resolves the full inheritance chain so indirect gran…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Effective access computation per user (compounded)  [JAH-AT97-000005]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user's effective permissions are computed as the union of all grants from all their roles, including nested role inheritance. The computation resolves the full inheritance chain so indirect gran…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Permission Auditor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authorization boundaries and records access decisions. This is the enforcement and audit tool that checks effective permissions and finds over-privilege; access-control architecture is the identity-access-contr…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https://justinahiggins614-cmyk.github.io/jah-databases/db/archive-tool-access-control-and-permission-auditor/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https://justinahiggins614-cmyk.github.io/jah-databases-data-1/data/archive-tool-access-control-and-permission-auditor/index.jsonl.gz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
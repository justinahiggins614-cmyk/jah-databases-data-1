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l-alternatives-database-signature/" TargetMode="External"/><Relationship Id="rId3" Type="http://schemas.openxmlformats.org/officeDocument/2006/relationships/hyperlink" Target="https://justinahiggins614-cmyk.github.io/jah-databases-data-1/data/general-alternative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General Alternatives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alternatives for anything — his own substitutes, methods, and designs.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General Alternatives Database holds 15 alternatives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alternatives for anything — his own substitutes, methods, and designs.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Manon Morning Tonic  [JAH-GALTS-000001]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original morning drink: warm water, lemon, a spoon of honey, and his pinch-of-salt-and-ginger sequence. A Signature alternative to the coffee-or-nothing routine — gentle lift, no crash, and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Manon Walk-and-Work  [JAH-GALTS-000002]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commute replacement: a walking desk route he mapped — calls taken on foot, notes dictated, thinking done moving. A Signature alternative to the drive for anyone whose work is mostly talking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Manon Slow Road  [JAH-GALTS-000003]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travel philosophy as an alternative to flying short hops: take the train or drive, stop at two towns, arrive with stories. A Signature alternative measured in experience per mile, not miles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Manon Antenna Evenings  [JAH-GALTS-000004]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TV alternative: one over-the-air antenna, a library card, and his 'one great film a week' rule. A Signature alternative to subscription sprawl — free, deliberate, and finished by ten.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Manon Pantry Protein  [JAH-GALTS-000005]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protein plan: his seasoned lentil-and-rice base batch-cooked weekly, with the spice rotation he worked out so it never bores. A Signature alternative to meat-centered meals that costs pennies…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alternative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JAH-GALTS-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General Alternatives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alternatives for anything — his own substitutes, methods, and designs.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https://justinahiggins614-cmyk.github.io/jah-databases/db/general-alternatives-database-signature/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https://justinahiggins614-cmyk.github.io/jah-databases-data-1/data/general-alternatives-database-signature/index.jsonl.gz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
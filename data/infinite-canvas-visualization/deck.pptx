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finite-canvas-visualization/" TargetMode="External"/><Relationship Id="rId3" Type="http://schemas.openxmlformats.org/officeDocument/2006/relationships/hyperlink" Target="https://justinahiggins614-cmyk.github.io/jah-databases-data-1/data/infinite-canvas-visualiz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Infinite Canvas Visualization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Zoom forever: pan/zoom, virtualized rendering, level of detail, spatial indexes, and the performance budgets behind infinite canvases.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Infinite Canvas Visualization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Zoom forever: pan/zoom, virtualized rendering, level of detail, spatial indexes, and the performance budgets behind infinite canvases.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Pan and zoom  [JAH-ICV-000001]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Pan and zoom are the canvas's fundamental verbs: translate the viewport, scale around the cursor. The math is a 2D transform (scale + offset); the feel is in the details — zoom-to-cursor (not to cent…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Virtualized rendering  [JAH-ICV-000002]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infinite canvas holds millions of objects but the screen shows hundreds: virtualized rendering draws only the viewport (plus a margin). A spatial index answers 'what is visible?' per frame; everyt…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Canvas vs SVG vs WebGL  [JAH-ICV-000003]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renderer choice shapes the canvas: SVG gives DOM nodes per object (great interop, dies past ~10k nodes), Canvas 2D draws immediate-mode (fast to 100k, manual hit-testing), WebGL batches everythin…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Spatial indexes for canvas  [JAH-ICV-000004]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frame asks 'what is in this rect?' — the spatial index answers. Quadtrees subdivide uniformly (simple, good for even distributions); R-trees pack by object bounds (better for varied sizes,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Level of detail (LOD)  [JAH-ICV-000005]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Level of detail renders distant objects cheaply: a node is a dot at zoom 0.1, a box at 1x, full detail at 10x. LOD keeps frame rates constant as you zoom out over millions of objects — the alternativ…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JAH-ICV-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Infinite Canvas Visualization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Zoom forever: pan/zoom, virtualized rendering, level of detail, spatial indexes, and the performance budgets behind infinite canvases.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https://justinahiggins614-cmyk.github.io/jah-databases/db/infinite-canvas-visualization/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https://justinahiggins614-cmyk.github.io/jah-databases-data-1/data/infinite-canvas-visualization/index.jsonl.gz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
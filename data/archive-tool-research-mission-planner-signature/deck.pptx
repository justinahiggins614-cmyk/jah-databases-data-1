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research-mission-planner-signature/" TargetMode="External"/><Relationship Id="rId3" Type="http://schemas.openxmlformats.org/officeDocument/2006/relationships/hyperlink" Target="https://justinahiggins614-cmyk.github.io/jah-databases-data-1/data/archive-tool-research-mission-planner-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Signature Research Mission Planner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Converts a broad question into a structured investigation with explicit goals.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Signature Research Mission Planner Database holds 15 archive tools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Converts a broad question into a structured investigation with explicit goals.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Signature-authored original by Justin Addam Higgins (JAH) for Research Mission Planner,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Goal formalization from a broad question (foundational)  [JAH-AT71S-000001]</a:t>
            </a:r>
          </a:p>
          <a:p>
            <a:pPr algn="l">
              <a:spcAft>
                <a:spcPts val="1000"/>
              </a:spcAft>
            </a:pPr>
            <a:r>
              <a:rPr sz="1400" b="0">
                <a:solidFill>
                  <a:srgbClr val="D5DBDB"/>
                </a:solidFill>
                <a:latin typeface="Calibri"/>
              </a:rPr>
              <a:t>   Signature original: A broad question is rewritten as an explicit goal statement naming the decision it will inform and the form the answer must take. Formalization forces the vague 'look into X' to b…</a:t>
            </a:r>
          </a:p>
          <a:p>
            <a:pPr algn="l">
              <a:spcAft>
                <a:spcPts val="200"/>
              </a:spcAft>
            </a:pPr>
            <a:r>
              <a:rPr sz="1700" b="1">
                <a:solidFill>
                  <a:srgbClr val="FFFFFF"/>
                </a:solidFill>
                <a:latin typeface="Calibri"/>
              </a:rPr>
              <a:t>2. Goal formalization from a broad question (compounded)  [JAH-AT71S-000002]</a:t>
            </a:r>
          </a:p>
          <a:p>
            <a:pPr algn="l">
              <a:spcAft>
                <a:spcPts val="1000"/>
              </a:spcAft>
            </a:pPr>
            <a:r>
              <a:rPr sz="1400" b="0">
                <a:solidFill>
                  <a:srgbClr val="D5DBDB"/>
                </a:solidFill>
                <a:latin typeface="Calibri"/>
              </a:rPr>
              <a:t>   Signature original: A broad question is rewritten as an explicit goal statement naming the decision it will inform and the form the answer must take. Formalization forces the vague 'look into X' to b…</a:t>
            </a:r>
          </a:p>
          <a:p>
            <a:pPr algn="l">
              <a:spcAft>
                <a:spcPts val="200"/>
              </a:spcAft>
            </a:pPr>
            <a:r>
              <a:rPr sz="1700" b="1">
                <a:solidFill>
                  <a:srgbClr val="FFFFFF"/>
                </a:solidFill>
                <a:latin typeface="Calibri"/>
              </a:rPr>
              <a:t>3. Goal formalization from a broad question (production)  [JAH-AT71S-000003]</a:t>
            </a:r>
          </a:p>
          <a:p>
            <a:pPr algn="l">
              <a:spcAft>
                <a:spcPts val="1000"/>
              </a:spcAft>
            </a:pPr>
            <a:r>
              <a:rPr sz="1400" b="0">
                <a:solidFill>
                  <a:srgbClr val="D5DBDB"/>
                </a:solidFill>
                <a:latin typeface="Calibri"/>
              </a:rPr>
              <a:t>   Signature original: A broad question is rewritten as an explicit goal statement naming the decision it will inform and the form the answer must take. Formalization forces the vague 'look into X' to b…</a:t>
            </a:r>
          </a:p>
          <a:p>
            <a:pPr algn="l">
              <a:spcAft>
                <a:spcPts val="200"/>
              </a:spcAft>
            </a:pPr>
            <a:r>
              <a:rPr sz="1700" b="1">
                <a:solidFill>
                  <a:srgbClr val="FFFFFF"/>
                </a:solidFill>
                <a:latin typeface="Calibri"/>
              </a:rPr>
              <a:t>4. Scope bounding with in/out lists (foundational)  [JAH-AT71S-000004]</a:t>
            </a:r>
          </a:p>
          <a:p>
            <a:pPr algn="l">
              <a:spcAft>
                <a:spcPts val="1000"/>
              </a:spcAft>
            </a:pPr>
            <a:r>
              <a:rPr sz="1400" b="0">
                <a:solidFill>
                  <a:srgbClr val="D5DBDB"/>
                </a:solidFill>
                <a:latin typeface="Calibri"/>
              </a:rPr>
              <a:t>   Signature original: The planner writes explicit in-scope and out-of-scope lists before any searching starts. Scope bounds prevent the classic failure where an investigation sprawls across adjacent to…</a:t>
            </a:r>
          </a:p>
          <a:p>
            <a:pPr algn="l">
              <a:spcAft>
                <a:spcPts val="200"/>
              </a:spcAft>
            </a:pPr>
            <a:r>
              <a:rPr sz="1700" b="1">
                <a:solidFill>
                  <a:srgbClr val="FFFFFF"/>
                </a:solidFill>
                <a:latin typeface="Calibri"/>
              </a:rPr>
              <a:t>5. Scope bounding with in/out lists (compounded)  [JAH-AT71S-000005]</a:t>
            </a:r>
          </a:p>
          <a:p>
            <a:pPr algn="l">
              <a:spcAft>
                <a:spcPts val="1000"/>
              </a:spcAft>
            </a:pPr>
            <a:r>
              <a:rPr sz="1400" b="0">
                <a:solidFill>
                  <a:srgbClr val="D5DBDB"/>
                </a:solidFill>
                <a:latin typeface="Calibri"/>
              </a:rPr>
              <a:t>   Signature original: The planner writes explicit in-scope and out-of-scope lists before any searching starts. Scope bounds prevent the classic failure where an investigation sprawls across adjacent 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archive tool</a:t>
            </a:r>
          </a:p>
          <a:p>
            <a:pPr algn="l">
              <a:spcAft>
                <a:spcPts val="1000"/>
              </a:spcAft>
            </a:pPr>
            <a:r>
              <a:rPr sz="2000" b="0">
                <a:solidFill>
                  <a:srgbClr val="FFFFFF"/>
                </a:solidFill>
                <a:latin typeface="Calibri"/>
              </a:rPr>
              <a:t>ID prefix:  JAH-AT71S-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Mission Planner Librarian (Signature Edition)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Converts a broad question into a structured investigation with explicit goals.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https://justinahiggins614-cmyk.github.io/jah-databases/db/archive-tool-research-mission-planner-signature/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https://justinahiggins614-cmyk.github.io/jah-databases-data-1/data/archive-tool-research-mission-planner-signature/index.jsonl.gz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
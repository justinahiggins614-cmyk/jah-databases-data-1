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unknown-unknown-detector-signature/" TargetMode="External"/><Relationship Id="rId3" Type="http://schemas.openxmlformats.org/officeDocument/2006/relationships/hyperlink" Target="https://justinahiggins614-cmyk.github.io/jah-databases-data-1/data/apex-tool-universal-unknown-unknown-dete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Unknown-Unknown Detector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the gaps nobody asked about: unexplored archive regions, missing categories, and capabilities absent from every catalog.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Unknown-Unknown Detector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the gaps nobody asked about: unexplored archive regions, missing categories, and capabilities absent from every catalog.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Unknown-Unknown Detector is  [JAH-APX11S-000001]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adds an Absence Ledger: every detected gap is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Coverage and gap data model  [JAH-APX11S-000002]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adds an Absence Ledger: every detected gap is a first-class record…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Expectation-based gap finding algorithm  [JAH-APX11S-000003]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adds an Absence Ledger: every detected gap is a first-class record with the evidence for why the gap ma…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Novelty and anomaly detection algorithm  [JAH-APX11S-000004]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adds an Absence Ledger: every detected gap is a first-class record with the evidence for why the gap 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Gap query interface specification  [JAH-APX11S-000005]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adds an Absence Ledger: every detected gap is a first-class record with the evidence for why the gap matters, the 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JAH-APX11S-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Unknown-Unknown Detector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the gaps nobody asked about: unexplored archive regions, missing categories, and capabilities absent from every catalog.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https://justinahiggins614-cmyk.github.io/jah-databases/db/apex-tool-universal-unknown-unknown-detector-signature/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https://justinahiggins614-cmyk.github.io/jah-databases-data-1/data/apex-tool-universal-unknown-unknown-detector-signature/index.jsonl.gz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
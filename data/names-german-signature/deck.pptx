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german-signature/" TargetMode="External"/><Relationship Id="rId3" Type="http://schemas.openxmlformats.org/officeDocument/2006/relationships/hyperlink" Target="https://justinahiggins614-cmyk.github.io/jah-databases-data-1/data/names-germa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German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Signature-created German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German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German names and naming frameworks — original Signature work,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- created for the JAH Databases Signature edition and clearly labeled Signature;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study: Hans - sound, structure, and naming power  [JAH-NMGS-000001]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German masculine name Hans. Sound: 1 syllables, firm consonant close. Structure: A traditional name of this language.. Recorded meaning: Short of Johannes, 'God is graci…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study: Friedrich - sound, structure, and naming power  [JAH-NMGS-000002]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German masculine name Friedrich. Sound: 2 syllables, firm consonant close. Structure: From Germanic fridu + rik.. Recorded meaning: Peaceful ruler. Naming power: the nam…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study: Greta - sound, structure, and naming power  [JAH-NMGS-000003]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German feminine name Greta. Sound: 2 syllables, open vowels. Structure: Short of Margarete.. Recorded meaning: Pearl. Naming power: the name is short, sayable, and carri…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study: Otto - sound, structure, and naming power  [JAH-NMGS-000004]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German masculine name Otto. Sound: 2 syllables, open vowels. Structure: From Germanic od, 'riches'.. Recorded meaning: Wealth. Naming power: the name is short, sayable,…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Signature Name-Forge Method - Signature German naming framework  [JAH-NMGS-000005]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framework for German names. Forging a new Signature name runs in four passes: sound (two to four syllables that read aloud cleanly), meaning (one plain-language gloss, never a para…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JAH-NMGS-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German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German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https://justinahiggins614-cmyk.github.io/jah-databases/db/names-german-signature/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https://justinahiggins614-cmyk.github.io/jah-databases-data-1/data/names-german-signature/index.jsonl.gz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
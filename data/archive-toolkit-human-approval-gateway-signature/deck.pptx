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human-approval-gateway-signature/" TargetMode="External"/><Relationship Id="rId3" Type="http://schemas.openxmlformats.org/officeDocument/2006/relationships/hyperlink" Target="https://justinahiggins614-cmyk.github.io/jah-databases-data-1/data/archive-toolkit-human-approval-gatewa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Human Approval Gateway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Requests authorization for consequential or restricted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Human Approval Gateway Database holds 15 human approval gateways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Requests authorization for consequential or restricted actions.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Approval rehearsal  [JAH-ATK254S-000001]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before a human approves, the gateway runs a dry-run rehearsal showing exactly what would happen step by step. The approver sees the rehearsal…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Approval rehearsal  [JAH-ATK254S-000002]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before a human approves, the gateway runs a dry-run rehearsal showing exactly what would happen step by step. The approver sees the rehearsal…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Approval rehearsal  [JAH-ATK254S-000003]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before a human approves, the gateway runs a dry-run rehearsal showing exactly what would happen step by step. The approver sees the rehearsal…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Reversible-action fast lane  [JAH-ATK254S-000004]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actions proven reversible get a fast lane: one-tap approval instead of full review. Reversibility must be demonstrated, not claimed: the gatew…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Reversible-action fast lane  [JAH-ATK254S-000005]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actions proven reversible get a fast lane: one-tap approval instead of full review. Reversibility must be demonstrated, not claimed: the gatew…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human approval gateway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Human Approval Gateway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Requests authorization for consequential or restricted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https://justinahiggins614-cmyk.github.io/jah-databases/db/archive-toolkit-human-approval-gateway-signature/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https://justinahiggins614-cmyk.github.io/jah-databases-data-1/data/archive-toolkit-human-approval-gateway-signature/index.jsonl.gz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
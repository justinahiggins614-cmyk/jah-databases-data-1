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rdu-signature/" TargetMode="External"/><Relationship Id="rId3" Type="http://schemas.openxmlformats.org/officeDocument/2006/relationships/hyperlink" Target="https://justinahiggins614-cmyk.github.io/jah-databases-data-1/data/names-urdu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Urdu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Urdu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Urdu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Urdu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Ahmed احمد - sound, structure, and naming power  [JAH-NMUS-000001]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Urdu masculine name Ahmed احمد. Sound: 2 syllables, firm consonant close. Structure: A traditional name of this language.. Recorded meaning: Most praised..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Fatima فاطمہ - sound, structure, and naming power  [JAH-NMUS-000002]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Urdu feminine name Fatima فاطمہ. Sound: 3 syllables, open vowels. Structure: A traditional name of this language.. Recorded meaning: Captivating..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Ali علی - sound, structure, and naming power  [JAH-NMUS-000003]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Urdu masculine name Ali علی. Sound: 2 syllables, open vowels. Structure: A traditional name of this language.. Recorded meaning: Exalted..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Ayesha عائشہ - sound, structure, and naming power  [JAH-NMUS-000004]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Urdu feminine name Ayesha عائشہ. Sound: 3 syllables, open vowels. Structure: A traditional name of this language.. Recorded meaning: Alive..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Urdu naming framework  [JAH-NMUS-000005]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Urdu names. Forging a new Signature name runs in four passes: sound (two to four syllables that read aloud cleanly), meaning (one plain-language gloss, never a paragr…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Urdu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Urdu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https://justinahiggins614-cmyk.github.io/jah-databases/db/names-urdu-signature/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https://justinahiggins614-cmyk.github.io/jah-databases-data-1/data/names-urdu-signature/index.jsonl.gz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
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uzbek/" TargetMode="External"/><Relationship Id="rId3" Type="http://schemas.openxmlformats.org/officeDocument/2006/relationships/hyperlink" Target="https://justinahiggins614-cmyk.github.io/jah-databases-data-1/data/names-uzbek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Uzbek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Uzbek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Uzbek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Uzbek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Sardor - Uzbek masculine given name  [JAH-NMU4-000001]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Sardor is a masculine given name in Uzbek. Meaning: A leading modern boys' name..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Dilnoza - Uzbek feminine given name  [JAH-NMU4-000002]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Dilnoza is a feminine given name in Uzbek. Meaning: A popular girls' name..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Jasur - Uzbek masculine given name  [JAH-NMU4-000003]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Jasur is a masculine given name in Uzbek. Meaning: Brave..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Nodira - Uzbek feminine given name  [JAH-NMU4-000004]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Nodira is a feminine given name in Uzbek. Meaning: A classic girls' name..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Otabek - Uzbek masculine given name  [JAH-NMU4-000005]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Otabek is a masculine given name in Uzbek. Meaning: A traditional boys' name..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JAH-NMU4-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Uzbek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Uzbek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https://justinahiggins614-cmyk.github.io/jah-databases/db/names-uzbek/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https://justinahiggins614-cmyk.github.io/jah-databases-data-1/data/names-uzbek/index.jsonl.gz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
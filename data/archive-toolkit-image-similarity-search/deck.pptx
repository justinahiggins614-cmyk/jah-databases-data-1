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mage-similarity-search/" TargetMode="External"/><Relationship Id="rId3" Type="http://schemas.openxmlformats.org/officeDocument/2006/relationships/hyperlink" Target="https://justinahiggins614-cmyk.github.io/jah-databases-data-1/data/archive-toolkit-image-similarity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Image Similarity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Image Similarity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Color histogram descriptors — Image Similarity Search  [JAH-ATK109-00001]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color histogram counts pixels per quantized color bin, giving a compact global signature of an image. Histograms ignore layout, so two different beach photos match while a beach and a forest do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Edge and texture features — Image Similarity Search  [JAH-ATK109-00002]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Texture descriptors like local binary patterns encode how brightness varies in small neighborhoods. They capture surface qualities (smooth, rough, striped) that color alone misses. Texture plus color…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SIFT keypoint matching — Image Similarity Search  [JAH-ATK109-00003]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SIFT finds scale-invariant keypoints and describes each with a gradient-orientation histogram. Two images match when enough keypoint descriptors pair up under a ratio test against the second-best mat…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Bag of visual words — Image Similarity Search  [JAH-ATK109-00004]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Visual words quantize local descriptors into a vocabulary, and each image becomes a histogram over that vocabulary. TF-IDF weighting downplays common visual words, mirroring text retrieval exactly.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Deep embedding vectors — Image Similarity Search  [JAH-ATK109-00005]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Convolutional networks trained on classification produce embedding vectors where similar images sit close together. Cosine or Euclidean distance in embedding space replaces hand-crafted descriptors.…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Image Similarity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visually similar images and graphics.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https://justinahiggins614-cmyk.github.io/jah-databases/db/archive-toolkit-image-similarity-search/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https://justinahiggins614-cmyk.github.io/jah-databases-data-1/data/archive-toolkit-image-similarity-search/index.jsonl.gz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
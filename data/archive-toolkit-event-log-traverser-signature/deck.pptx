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vent-log-traverser-signature/" TargetMode="External"/><Relationship Id="rId3" Type="http://schemas.openxmlformats.org/officeDocument/2006/relationships/hyperlink" Target="https://justinahiggins614-cmyk.github.io/jah-databases-data-1/data/archive-toolkit-event-log-traver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Event-Log Traverser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Event-Log Traverser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Severity filtering — Event-Log Traverser  [JAH-ATK136S-00001]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Logs carry severities (DEBUG..CRITICAL); traversers filter to the relevant band. Filtering cuts noise before analysis. Severity is the first triage. This record documents a Signa…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Time-window scans — Event-Log Traverser  [JAH-ATK136S-00002]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'What happened between 2 and 3am' scans the time-ordered log. Indexed timestamps make windows cheap. Windows bound investigations. This record documents a Signature-authored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Sequence patterns — Event-Log Traverser  [JAH-ATK136S-00003]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Patterns like login→purchase→refund find behavioral sequences. Subsequence matching tolerates interleaving noise. Sequences reveal user journeys. This record documents a Signatur…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Sessionization — Event-Log Traverser  [JAH-ATK136S-00004]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Events group into sessions by user id and inactivity gaps. Sessions turn flat logs into episodes. Episodes are analyzable units. This record documents a Signature-authored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Anomaly detection — Event-Log Traverser  [JAH-ATK136S-00005]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Rare event types or rate spikes flag anomalies. Baselines per hour-of-week catch the unusual. Anomalies focus attention. This record documents a Signature-authored original metho…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Event-Log Traverser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Searches sequences of recorded system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https://justinahiggins614-cmyk.github.io/jah-databases/db/archive-toolkit-event-log-traverser-signature/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https://justinahiggins614-cmyk.github.io/jah-databases-data-1/data/archive-toolkit-event-log-traverser-signature/index.jsonl.gz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
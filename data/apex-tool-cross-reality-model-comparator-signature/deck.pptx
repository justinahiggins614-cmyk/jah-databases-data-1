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ross-reality-model-comparator-signature/" TargetMode="External"/><Relationship Id="rId3" Type="http://schemas.openxmlformats.org/officeDocument/2006/relationships/hyperlink" Target="https://justinahiggins614-cmyk.github.io/jah-databases-data-1/data/apex-tool-cross-reality-model-compa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Cross-Reality Model Comparator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alternative mathematical models, simulated environments, and scientific hypotheses — without ever confusing them with physical reality.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Cross-Reality Model Comparator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alternative mathematical models, simulated environments, and scientific hypotheses — without ever confusing them with physical reality.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Model Comparator is  [JAH-APX13S-000001]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Reality Firewall: simulated results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Model and reality-grade data model  [JAH-APX13S-000002]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Reality Firewall: simulated results are physically incapable…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Fair contest design algorithm  [JAH-APX13S-000003]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Reality Firewall: simulated results are physically incapable of entering the measured-evidence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Assumption sensitivity algorithm  [JAH-APX13S-000004]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Reality Firewall: simulated results are physically incapable of entering the measured-evidence…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Comparison query interface specification  [JAH-APX13S-000005]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Reality Firewall: simulated results are physically incapable of entering the measured-evidence store — the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Cross-Reality Model Comparator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alternative mathematical models, simulated environments, and scientific hypotheses — without ever confusing them with physical reality.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https://justinahiggins614-cmyk.github.io/jah-databases/db/apex-tool-cross-reality-model-comparator-signature/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https://justinahiggins614-cmyk.github.io/jah-databases-data-1/data/apex-tool-cross-reality-model-comparator-signature/index.jsonl.gz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
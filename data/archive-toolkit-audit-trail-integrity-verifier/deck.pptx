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udit-trail-integrity-verifier/" TargetMode="External"/><Relationship Id="rId3" Type="http://schemas.openxmlformats.org/officeDocument/2006/relationships/hyperlink" Target="https://justinahiggins614-cmyk.github.io/jah-databases-data-1/data/archive-toolkit-audit-trail-integrity-verifi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Audit Trail Integrity Verifier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Detects unauthorized changes to audit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Audit Trail Integrity Verifier Database holds 15 audit trail integrity verifiers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unauthorized changes to audit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Hash-chained audit log  [JAH-ATK266-000001]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audit entry includes the hash of the previous entry, forming a chain. Any modification to an earlier entry breaks every later hash, so tampering is detectable by re-verifying the chain. The gene…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Hash-chained audit log  [JAH-ATK266-000002]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audit entry includes the hash of the previous entry, forming a chain. Any modification to an earlier entry breaks every later hash, so tampering is detectable by re-verifying the chain. The gene…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Hash-chained audit log  [JAH-ATK266-000003]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audit entry includes the hash of the previous entry, forming a chain. Any modification to an earlier entry breaks every later hash, so tampering is detectable by re-verifying the chain. The gene…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Merkle-tree batch attestation  [JAH-ATK266-000004]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Audit entries are batched into a Merkle tree and only the root hash is published or timestamped. Any single entry can be proven included with a logarithmic-size proof, without revealing the other 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Merkle-tree batch attestation  [JAH-ATK266-000005]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Audit entries are batched into a Merkle tree and only the root hash is published or timestamped. Any single entry can be proven included with a logarithmic-size proof, without revealing the other ent…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audit trail integrity verifier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Audit Trail Integrity Verifier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unauthorized changes to audit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https://justinahiggins614-cmyk.github.io/jah-databases/db/archive-toolkit-audit-trail-integrity-verifier/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https://justinahiggins614-cmyk.github.io/jah-databases-data-1/data/archive-toolkit-audit-trail-integrity-verifier/index.jsonl.gz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
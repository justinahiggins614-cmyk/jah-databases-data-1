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laim-to-source-auditor-signature/" TargetMode="External"/><Relationship Id="rId3" Type="http://schemas.openxmlformats.org/officeDocument/2006/relationships/hyperlink" Target="https://justinahiggins614-cmyk.github.io/jah-databases-data-1/data/archive-tool-claim-to-source-aud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Claim-to-Source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Verifies that each important statement in a generated answer is supported by the retrieved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Claim-to-Source Auditor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that each important statement in a generated answer is supported by the retrieved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Claim-to-Source Auditor,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Answer sentence extraction (foundational)  [JAH-AT60S-000001]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generated answer is split into individual sentences, each treated as a claim candidate, while boilerplate like greetings and transitions is filtered out. Only sentences that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Answer sentence extraction (compounded)  [JAH-AT60S-000002]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generated answer is split into individual sentences, each treated as a claim candidate, while boilerplate like greetings and transitions is filtered out. Only sentences that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Answer sentence extraction (production)  [JAH-AT60S-000003]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generated answer is split into individual sentences, each treated as a claim candidate, while boilerplate like greetings and transitions is filtered out. Only sentences that 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Per-sentence evidence alignment (foundational)  [JAH-AT60S-000004]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factual sentence is aligned against the retrieved evidence passages using token overlap with entity emphasis, exactly like the evidence chain builder's linker. A sentence pas…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Per-sentence evidence alignment (compounded)  [JAH-AT60S-000005]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factual sentence is aligned against the retrieved evidence passages using token overlap with entity emphasis, exactly like the evidence chain builder's linker. A sentence pas…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Claim Auditor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that each important statement in a generated answer is supported by the retrieved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https://justinahiggins614-cmyk.github.io/jah-databases/db/archive-tool-claim-to-source-auditor-signature/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https://justinahiggins614-cmyk.github.io/jah-databases-data-1/data/archive-tool-claim-to-source-auditor-signature/index.jsonl.gz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
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human-approval-gateway/" TargetMode="External"/><Relationship Id="rId3" Type="http://schemas.openxmlformats.org/officeDocument/2006/relationships/hyperlink" Target="https://justinahiggins614-cmyk.github.io/jah-databases-data-1/data/archive-toolkit-human-approval-gatewa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Human Approval Gateway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Requests authorization for consequential or restricted 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Human Approval Gateway Database holds 15 human approval gateways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Requests authorization for consequential or restricted actions.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harvest — documented archive-engineering practice; method fact-checked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Tiered approval thresholds  [JAH-ATK254-000001]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Actions are scored for risk, and each risk tier maps to an approval requirement: low-risk actions are auto-approved, medium-risk need one approver, high-risk need two. Thresholds are set in policy, 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Tiered approval thresholds  [JAH-ATK254-000002]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Actions are scored for risk, and each risk tier maps to an approval requirement: low-risk actions are auto-approved, medium-risk need one approver, high-risk need two. Thresholds are set in policy, 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Tiered approval thresholds  [JAH-ATK254-000003]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Actions are scored for risk, and each risk tier maps to an approval requirement: low-risk actions are auto-approved, medium-risk need one approver, high-risk need two. Thresholds are set in policy, 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Dual-control (four-eyes) approval  [JAH-ATK254-000004]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Consequential actions require two independent approvers: the second approver must be a different person who reviews the same context packet. This four-eyes principle catches mistakes and blocks unila…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Dual-control (four-eyes) approval  [JAH-ATK254-000005]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Consequential actions require two independent approvers: the second approver must be a different person who reviews the same context packet. This four-eyes principle catches mistakes and blocks unila…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human approval gateway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JAH-ATK254-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Human Approval Gateway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Requests authorization for consequential or restricted 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https://justinahiggins614-cmyk.github.io/jah-databases/db/archive-toolkit-human-approval-gateway/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https://justinahiggins614-cmyk.github.io/jah-databases-data-1/data/archive-toolkit-human-approval-gateway/index.jsonl.gz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
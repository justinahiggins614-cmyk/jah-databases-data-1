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oftware-requirements-contradiction/" TargetMode="External"/><Relationship Id="rId3" Type="http://schemas.openxmlformats.org/officeDocument/2006/relationships/hyperlink" Target="https://justinahiggins614-cmyk.github.io/jah-databases-data-1/data/software-requirements-contradic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Software Requirements Contradiction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Documented clashes between software requirements — the two demands, the clash type, and the resolution that shipped.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Software Requirements Contradiction Database holds 20 requirements contradiction cases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Documented clashes between software requirements — the two demands, the clash type, and the resolution that shipped.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Sub-200ms login vs mandatory hardware-key MFA  [JAH-SOFTWA-000001]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latency budget and a security mandate collide on the same user action. The 200 ms budget assumes a single round trip, while FIDO2 attestation needs user presence plus a challenge-response round tri…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Passwords must never expire vs 90-day rotation  [JAH-SOFTWA-000002]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Two security requirements state opposite password policies. "Never expire" follows current NIST guidance against forced rotation; the 90-day rule is a legacy compliance checkbox. Both cannot be satis…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Fully offline-capable vs real-time fraud scoring  [JAH-SOFTWA-000003]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product promises offline operation, yet every write must pass a cloud fraud-scoring API. Offline writes cannot be scored in real time, so one requirement must bend.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7-year log retention vs 30-day personal-data deletion  [JAH-SOFTWA-000004]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Audit law demands seven years of logs; privacy law demands deletion of personal data within 30 days of request. Raw logs contain personal data, so both rules hit the same bytes.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IE11 support vs WebAuthn-only authentication  [JAH-SOFTWA-000005]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browser matrix still lists IE11, but the auth design is WebAuthn-only, which IE11 never implemented. Supporting both means two auth stacks.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requirements contradiction case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JAH-SOFTWA-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Requirements Contradiction Analyst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Documented clashes between software requirements — the two demands, the clash type, and the resolution that shipped.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https://justinahiggins614-cmyk.github.io/jah-databases/db/software-requirements-contradiction/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https://justinahiggins614-cmyk.github.io/jah-databases-data-1/data/software-requirements-contradiction/index.jsonl.gz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
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ynonym-and-alias-registry/" TargetMode="External"/><Relationship Id="rId3" Type="http://schemas.openxmlformats.org/officeDocument/2006/relationships/hyperlink" Target="https://justinahiggins614-cmyk.github.io/jah-databases-data-1/data/archive-toolkit-synonym-and-alias-regist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Synonym and Alias Registry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every alternative name to one canonical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Synonym and Alias Registry Database holds 15 synonym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every alternative name to one canonical concept.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Synonym and Alias Registry: a plain-language overview  [JAH-ATK164-000001]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Synonym and Alias Registry does and why archives need it. A synonym and alias registry is the archive's name book: it records that 'car', 'automobile', and 'motor vehicle' all mean…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Synonym and Alias Registry works  [JAH-ATK164-000002]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Synonym and Alias Registry does and why archives need it. Real registries store a canonical ID per concept with a table of aliases, each alias normalized (lowercased, punctuation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Synonym and Alias Registry works: the deep tour  [JAH-ATK164-000003]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Synonym and Alias Registry does and why archives need it. Real registries store a canonical ID per concept with a table of aliases, each alias normalized (lowercased, punctuation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Alias normalization and canonical mapping: the simple idea  [JAH-ATK164-000004]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alias normalization and canonical mapping - how it works inside the Synonym and Alias Registry. A synonym and alias registry is the archive's name book: it records that 'car', 'automobil…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Alias normalization and canonical mapping in practice  [JAH-ATK164-000005]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alias normalization and canonical mapping - how it works inside the Synonym and Alias Registry. Real registries store a canonical ID per concept with a table of aliases, each alias norma…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synonym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Synonym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every alternative name to one canonical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https://justinahiggins614-cmyk.github.io/jah-databases/db/archive-toolkit-synonym-and-alias-registry/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https://justinahiggins614-cmyk.github.io/jah-databases-data-1/data/archive-toolkit-synonym-and-alias-registry/index.jsonl.gz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
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yptographic-implementation-validation-signature/" TargetMode="External"/><Relationship Id="rId3" Type="http://schemas.openxmlformats.org/officeDocument/2006/relationships/hyperlink" Target="https://justinahiggins614-cmyk.github.io/jah-databases-data-1/data/cryptographic-implementation-valid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Cryptographic Implementation Validation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Test vectors, constant-time checks, and validation programs that prove crypto is implemented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Cryptographic Implementation Validation Database holds 20 crypto validation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 vectors, constant-time checks, and validation programs that prove crypto is implemented right.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Vector Gardener  [JAH-CIV-S-000001]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test vectors by growing edge cases from the algorithm's structure: boundary values, invalid inputs, tricky lengths. The garden blooms with cases standards miss. Bugs get…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Time Thief Catcher  [JAH-CIV-S-000002]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catches timing thieves with continuous statistical monitoring in CI: any new leak is caught at the commit. The catcher never blinks. Thieves get caught.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Power Silencer  [JAH-CIV-S-000003]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silences power leakage with verified masking: the masking is proved correct, not just tested. The silence is mathematical. Power says nothing.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Lab in a Box  [JAH-CIV-S-000004]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lab in a box for side-channel testing: affordable equipment plus guided methodology. The box democratizes what labs monopolized. Everyone can measure.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Certificate Gardener  [JAH-CIV-S-000005]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FIPS certifications by growing the documentation from the implementation automatically. The garden produces the paperwork. Certification gets cultivated.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crypto validation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JAH-CIV-S-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Cryptographer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 vectors, constant-time checks, and validation programs that prove crypto is implemented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https://justinahiggins614-cmyk.github.io/jah-databases/db/cryptographic-implementation-validation-signature/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https://justinahiggins614-cmyk.github.io/jah-databases-data-1/data/cryptographic-implementation-validation-signature/index.jsonl.gz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
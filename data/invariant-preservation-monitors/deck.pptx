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variant-preservation-monitors/" TargetMode="External"/><Relationship Id="rId3" Type="http://schemas.openxmlformats.org/officeDocument/2006/relationships/hyperlink" Target="https://justinahiggins614-cmyk.github.io/jah-databases-data-1/data/invariant-preservation-monito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Invariant Preservation Monitors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Always true: monitors that watch program invariants at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Invariant Preservation Monitors Database holds 15 invariant monitor designs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Always true: monitors that watch program invariants at runtime.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Assertion-based runtime monitors  [JAH-INVARI-000001]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oldest invariant monitor: assert statements sprinkled at critical points, checking preconditions, postconditions, and data-structure integrity while the program runs. Cheap, precise, and honest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Statistical invariant monitors  [JAH-INVARI-000002]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Some invariants are statistical — 'p99 latency under 200ms', 'error rate below 0.1%'. Statistical monitors track distributions over sliding windows and alert when the invariant breaks with significan…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Assertion-based runtime monitors  [JAH-INVARI-000003]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oldest invariant monitor: assert statements sprinkled at critical points, checking preconditions, postconditions, and data-structure integrity while the program runs. Cheap, precise, and honest —…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Statistical invariant monitors  [JAH-INVARI-000004]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Some invariants are statistical — 'p99 latency under 200ms', 'error rate below 0.1%'. Statistical monitors track distributions over sliding windows and alert when the invariant breaks with significan…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Self-healing invariant restoration  [JAH-INVARI-000005]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Detection is half the job: self-healing monitors restore broken invariants automatically — rebuild a corrupted cache from source, restart a wedged worker, re-queue a lost message. The monitor pairs 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invariant monitor design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JAH-INVARI-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Invariant Monitor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Always true: monitors that watch program invariants at runtime.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https://justinahiggins614-cmyk.github.io/jah-databases/db/invariant-preservation-monitors/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https://justinahiggins614-cmyk.github.io/jah-databases-data-1/data/invariant-preservation-monitors/index.jsonl.gz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
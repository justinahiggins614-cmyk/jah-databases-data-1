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pex-tool-neuromorphic-intelligence-adapter-signature/" TargetMode="External"/><Relationship Id="rId3" Type="http://schemas.openxmlformats.org/officeDocument/2006/relationships/hyperlink" Target="https://justinahiggins614-cmyk.github.io/jah-databases-data-1/data/apex-tool-neuromorphic-intelligence-adapter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Neuromorphic Intelligence Adapter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Plugs brain-style spiking hardware into ordinary computing workflows —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Neuromorphic Intelligence Adapter Database holds 15 apex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Plugs brain-style spiking hardware into ordinary computing workflows — safely.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 original — designed by Justin Addam Higgins (JAH); original work,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The Spike-Smith  [JAH-APX79S-000001]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Manon’s encoder does not use one coding for everything — it smiths spike trains shaped to each workload, rate where rate fits, timing where timing fits.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The Chip-Whisperer  [JAH-APX79S-000002]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neuromorphic chip has quirks. The Signature driver layer learns them — dead neurons, timing skew — and compensates in software.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The Fit Judge  [JAH-APX79S-000003]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judge applies Manon’s own suitability rules: sparse and event-driven may pass, dense and precise goes the old road — with reasons, always.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Reading the Answer  [JAH-APX79S-000004]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answer-reader inverts whatever encoding the smith chose, turning output spike trains back into the numbers the workflow expects.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Weighing Every Joule  [JAH-APX79S-000005]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joule weigher counts spikes, converts to energy, and sets the figure beside the classical cost — the win must be earned in public.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apex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JAH-APX79S-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Neuromorphic Intelligence Adapter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Plugs brain-style spiking hardware into ordinary computing workflows — safely.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https://justinahiggins614-cmyk.github.io/jah-databases/db/apex-tool-neuromorphic-intelligence-adapter-signature/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https://justinahiggins614-cmyk.github.io/jah-databases-data-1/data/apex-tool-neuromorphic-intelligence-adapter-signature/index.jsonl.gz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
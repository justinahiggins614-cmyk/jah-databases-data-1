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ransaction-recovery-procedure/" TargetMode="External"/><Relationship Id="rId3" Type="http://schemas.openxmlformats.org/officeDocument/2006/relationships/hyperlink" Target="https://justinahiggins614-cmyk.github.io/jah-databases-data-1/data/transaction-recovery-proced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Transaction Recovery Procedure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Procedures that bring transactions back from failure — logs, checkpoints, and the guarantees they keep.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Transaction Recovery Procedure Database holds 20 transaction recovery procedures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Procedures that bring transactions back from failure — logs, checkpoints, and the guarantees they keep.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Crash during WAL replay  [JAH-TRP-000001]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database crashed mid-transaction. WAL replay redoes committed writes and undoes the rest. Recovery is automatic on restart.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Checkpoint recovery for large DB  [JAH-TRP-000002]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Checkpoints bound recovery time. The procedure restores the last checkpoint then replays only the tail.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Undo for aborted transaction  [JAH-TRP-000003]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Aborted transactions undo their writes via the undo log. The procedure walks the log backward.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2PC coordinator crash  [JAH-TRP-000004]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coordinator crashed after prepare. Participants query the coordinator log on recovery; presumed-abort decides.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Saga step failure with compensation  [JAH-TRP-000005]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saga step failed; compensations run in reverse. The procedure tracks compensation status durably.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transaction recovery procedure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JAH-TRP-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Transaction Recovery Surgeon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Procedures that bring transactions back from failure — logs, checkpoints, and the guarantees they keep.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https://justinahiggins614-cmyk.github.io/jah-databases/db/transaction-recovery-procedure/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https://justinahiggins614-cmyk.github.io/jah-databases-data-1/data/transaction-recovery-procedure/index.jsonl.gz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
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intelligence-bottleneck/" TargetMode="External"/><Relationship Id="rId3" Type="http://schemas.openxmlformats.org/officeDocument/2006/relationships/hyperlink" Target="https://justinahiggins614-cmyk.github.io/jah-databases-data-1/data/ai-intelligence-bottlenec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Intelligence Bottleneck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Where AI systems get stuck: data, compute, memory, and reasoning bottlenecks, and how to widen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Intelligence Bottleneck Database holds 20 intelligence bottleneck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Where AI systems get stuck: data, compute, memory, and reasoning bottlenecks, and how to widen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 Loading Bottleneck  [JAH-AIB-000001]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GPUs starve when data loading lags; the fix is parallel loaders and prefetching. Starvation gets fed. Throughput gets restored.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Compute Bottleneck Profiling  [JAH-AIB-000002]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Profiling finds the compute-bound kernels; the roofline says what's possible. Bottlenecks get profiled. Limits get known.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Memory Bandwidth Bottleneck  [JAH-AIB-000003]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Memory-bound ops need fewer bytes, not more FLOPS: quantization and fusion help. Bytes get budgeted. Bandwidth gets respected.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KV Cache Bottleneck  [JAH-AIB-000004]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Long contexts bottleneck on KV cache size and bandwidth; paging and compression widen it. Caches get paged. Contexts get long.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Attention Quadratic Bottleneck  [JAH-AIB-000005]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Attention's O(n²) limits sequence length; sparse and linear attention widen it. Quadratics get tamed. Sequences get long.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intelligence bottleneck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Debottlenecker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Where AI systems get stuck: data, compute, memory, and reasoning bottlenecks, and how to widen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https://justinahiggins614-cmyk.github.io/jah-databases/db/ai-intelligence-bottleneck/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https://justinahiggins614-cmyk.github.io/jah-databases-data-1/data/ai-intelligence-bottleneck/index.jsonl.gz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
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ross-database-schema-mapper/" TargetMode="External"/><Relationship Id="rId3" Type="http://schemas.openxmlformats.org/officeDocument/2006/relationships/hyperlink" Target="https://justinahiggins614-cmyk.github.io/jah-databases-data-1/data/archive-toolkit-cross-database-schema-mapp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Cross-Database Schema Mapper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Maps matching fields between different database structures.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Cross-Database Schema Mapper Database holds 15 schema mapping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matching fields between different database structures.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Cross-Database Schema Mapper: a plain-language overview  [JAH-ATK183-000001]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Cross-Database Schema Mapper does and why archives need it. A cross-database schema mapper figures out which field in database A means the same as which field in database B: 'cust_…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Cross-Database Schema Mapper works  [JAH-ATK183-000002]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Cross-Database Schema Mapper does and why archives need it. Real mappers score candidate field pairs by name similarity (edit distance, token overlap, synonym lookup), type compati…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Cross-Database Schema Mapper works: the deep tour  [JAH-ATK183-000003]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Cross-Database Schema Mapper does and why archives need it. Real mappers score candidate field pairs by name similarity (edit distance, token overlap, synonym lookup), type compati…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Name-similarity field alignment: the simple idea  [JAH-ATK183-000004]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name-similarity field alignment - how it works inside the Cross-Database Schema Mapper. A cross-database schema mapper figures out which field in database A means the same as which field…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Name-similarity field alignment in practice  [JAH-ATK183-000005]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name-similarity field alignment - how it works inside the Cross-Database Schema Mapper. Real mappers score candidate field pairs by name similarity (edit distance, token overlap, synonym…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schema mapping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Schema Bridge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matching fields between different database structures.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https://justinahiggins614-cmyk.github.io/jah-databases/db/archive-toolkit-cross-database-schema-mapper/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https://justinahiggins614-cmyk.github.io/jah-databases-data-1/data/archive-toolkit-cross-database-schema-mapper/index.jsonl.gz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
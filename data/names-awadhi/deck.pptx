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wadhi/" TargetMode="External"/><Relationship Id="rId3" Type="http://schemas.openxmlformats.org/officeDocument/2006/relationships/hyperlink" Target="https://justinahiggins614-cmyk.github.io/jah-databases-data-1/data/names-awadh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Awadhi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Awadhi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Awadhi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Awadhi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Ram — Awadhi given name  [JAH-NMA5-000001]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 is a masculine given name in Awadhi. It is written राम in the native script. It means "pleasing, charming", from Sanskrit. The hero of the Ramayana; the most beloved name of Awadh.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Sita — Awadhi given name  [JAH-NMA5-000002]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 is a feminine given name in Awadhi. It is written सीता in the native script. It means "furrow", from Sanskrit. The heroine of the Ramayana, found in a furrow.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Mohan — Awadhi given name  [JAH-NMA5-000003]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 is a masculine given name in Awadhi. It is written मोहन in the native script. It means "enchanter", from Sanskrit, epithet of Krishna. A beloved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Gita — Awadhi given name  [JAH-NMA5-000004]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Gita is a feminine given name in Awadhi. It is written गीता in the native script. It means "song", from Sanskrit. The song celestial; a classic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Kishore — Awadhi given name  [JAH-NMA5-000005]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Kishore is a masculine given name in Awadhi. It is written किशोर in the native script. It means "youthful", from Sanskrit kishora. A masculine name meaning young.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Awadhi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Awadhi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https://justinahiggins614-cmyk.github.io/jah-databases/db/names-awadhi/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https://justinahiggins614-cmyk.github.io/jah-databases-data-1/data/names-awadhi/index.jsonl.gz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
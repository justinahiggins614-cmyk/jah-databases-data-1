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mantic-color-coding-engines/" TargetMode="External"/><Relationship Id="rId3" Type="http://schemas.openxmlformats.org/officeDocument/2006/relationships/hyperlink" Target="https://justinahiggins614-cmyk.github.io/jah-databases-data-1/data/semantic-color-coding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Semantic Color-Coding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Color with meaning: classifying content, generating palettes, checking contrast, and keeping every eye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Semantic Color-Coding Engines Database holds 15 color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Color with meaning: classifying content, generating palettes, checking contrast, and keeping every eye safe.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Token Classification  [JAH-SCCE-000001]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Classifies text tokens - keywords, strings, types, comments - so each gets its semantic color. Classification is the brain of syntax highlighting: the colors mean something because the classifier und…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Palette Generation  [JAH-SCCE-000002]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Generates harmonious palettes from a seed color using color-theory rules - analogous, triadic, tonal. Generated palettes give non-designers professional color without guesswork.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Contrast Checking  [JAH-SCCE-000003]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Computes WCAG contrast ratios between text and background, enforcing 4.5:1 for body text. Checking is non-negotiable: low contrast locks out millions of readers.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Colorblind-Safe Palettes  [JAH-SCCE-000004]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Designs palettes distinguishable under all common color-vision deficiencies, verified by simulation. Safe palettes ensure charts and statuses communicate to everyone, not just the color-typical.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Semantic Mapping  [JAH-SCCE-000005]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data semantics to color - red for danger, green for healthy, amber for warning - consistently across the whole product. Consistent mapping builds instant readability: users learn the language 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color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JAH-SCCE-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Color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Color with meaning: classifying content, generating palettes, checking contrast, and keeping every eye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https://justinahiggins614-cmyk.github.io/jah-databases/db/semantic-color-coding-engines/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https://justinahiggins614-cmyk.github.io/jah-databases-data-1/data/semantic-color-coding-engines/index.jsonl.gz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
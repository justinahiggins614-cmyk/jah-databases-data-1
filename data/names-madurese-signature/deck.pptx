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madurese-signature/" TargetMode="External"/><Relationship Id="rId3" Type="http://schemas.openxmlformats.org/officeDocument/2006/relationships/hyperlink" Target="https://justinahiggins614-cmyk.github.io/jah-databases-data-1/data/names-madures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Madurese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Original Signature names in the Madurese style — new creations built from real Madurese word-roots,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Madurese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names in the Madurese style — new creations built from real Madurese word-roots, clearly labeled Signature.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original: a new name created for the Signature Madurese Names Database from genuine Madurese word-roots. Labeled a Signature creation; not a traditional name.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Madurese-style given name: Ahmadnur  [JAH-NMMS5-000001]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Ahmadnur is a Signature original Madurese-style given name, created for the Signature Madurese Names Database. From Ahmad + nur (light): 'praised light'. It is labeled a Signature creation and is not…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Madurese-style given name: Sitimalay  [JAH-NMMS5-000002]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Sitimalay is a Signature original Madurese-style given name, created for the Signature Madurese Names Database. From Siti + malay (jasmine, Malay loan). It is labeled a Signature creation and is not…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Madurese-style given name: Muhammadbahr  [JAH-NMMS5-000003]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Muhammadbahr is a Signature original Madurese-style given name, created for the Signature Madurese Names Database. From Muhammad + bahr (sea): 'praised sea'. It is labeled a Signature creation and is…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Madurese-style given name: Fatimahcahya  [JAH-NMMS5-000004]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Fatimahcahya is a Signature original Madurese-style given name, created for the Signature Madurese Names Database. From Fatimah + cahya (light, Javanese loan). It is labeled a Signature creation and…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Madurese-style given name: Hasankarna  [JAH-NMMS5-000005]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Hasankarna is a Signature original Madurese-style given name, created for the Signature Madurese Names Database. From Hasan + karna (ear?/deed). It is labeled a Signature creation and is not a tradit…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JAH-NMMS5-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Madurese Names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Original Signature names in the Madurese style — new creations built from real Madurese word-roots, clearly labeled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https://justinahiggins614-cmyk.github.io/jah-databases/db/names-madurese-signature/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https://justinahiggins614-cmyk.github.io/jah-databases-data-1/data/names-madurese-signature/index.jsonl.gz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
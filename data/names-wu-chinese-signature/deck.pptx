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wu-chinese-signature/" TargetMode="External"/><Relationship Id="rId3" Type="http://schemas.openxmlformats.org/officeDocument/2006/relationships/hyperlink" Target="https://justinahiggins614-cmyk.github.io/jah-databases-data-1/data/names-wu-chine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Wu Chinese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Wu Chinese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Wu Chinese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Wu Chinese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Wei 伟 - sound, structure, and naming power  [JAH-NMWCS-000001]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Wu Chinese masculine name Wei 伟. Sound: 1 syllables, open vowels. Structure: The Wu reading of the same character as Mandarin Wei.. Recorded meaning: Great. Naming power…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Fang 芳 - sound, structure, and naming power  [JAH-NMWCS-000002]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Wu Chinese feminine name Fang 芳. Sound: 1 syllables, firm consonant close. Structure: A traditional name of this language.. Recorded meaning: Fragrant.. Naming power: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Jian 健 - sound, structure, and naming power  [JAH-NMWCS-000003]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Wu Chinese masculine name Jian 健. Sound: 1 syllables, firm consonant close. Structure: A traditional name of this language.. Recorded meaning: Healthy.. Naming power: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Li 丽 - sound, structure, and naming power  [JAH-NMWCS-000004]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Wu Chinese feminine name Li 丽. Sound: 1 syllables, open vowels. Structure: A traditional name of this language.. Recorded meaning: Beautiful.. Naming power: the name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Wu Chinese naming framework  [JAH-NMWCS-000005]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Wu Chinese names. Forging a new Signature name runs in four passes: sound (two to four syllables that read aloud cleanly), meaning (one plain-language gloss, never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JAH-NMWCS-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Wu Chinese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Wu Chinese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https://justinahiggins614-cmyk.github.io/jah-databases/db/names-wu-chinese-signature/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https://justinahiggins614-cmyk.github.io/jah-databases-data-1/data/names-wu-chinese-signature/index.jsonl.gz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
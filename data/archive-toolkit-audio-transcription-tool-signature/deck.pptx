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dio-transcription-tool-signature/" TargetMode="External"/><Relationship Id="rId3" Type="http://schemas.openxmlformats.org/officeDocument/2006/relationships/hyperlink" Target="https://justinahiggins614-cmyk.github.io/jah-databases-data-1/data/archive-toolkit-audio-transcription-to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Audio Transcription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spoken recordings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Audio Transcription Tool Database holds 15 transcription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spoken recordings into searchable text.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Audio Transcription Tool: a plain-language overview (Signature)  [JAH-ATK154S-000001]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Audio Transcription Tool does and why archives need it. Signature original. The Signature transcription method treats every recording as a permanent record: speec…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Audio Transcription Tool works (Signature)  [JAH-ATK154S-000002]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Audio Transcription Tool does and why archives need it. Signature original. The Signature pipeline runs a deterministic four-stage pass: energy-gated segmentation…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Audio Transcription Tool works: the deep tour (Signature)  [JAH-ATK154S-000003]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Audio Transcription Tool does and why archives need it. Signature original. The Signature pipeline runs a deterministic four-stage pass: energy-gated segmentation…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Voice activity detection and chunking: the simple idea (Signature)  [JAH-ATK154S-000004]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voice activity detection and chunking - how it works inside the Audio Transcription Tool. Signature original. The Signature transcription method treats every recording…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Voice activity detection and chunking in practice (Signature)  [JAH-ATK154S-000005]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voice activity detection and chunking - how it works inside the Audio Transcription Tool. Signature original. The Signature pipeline runs a deterministic four-stage pas…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transcription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Speech Scribe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spoken recordings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https://justinahiggins614-cmyk.github.io/jah-databases/db/archive-toolkit-audio-transcription-tool-signature/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https://justinahiggins614-cmyk.github.io/jah-databases-data-1/data/archive-toolkit-audio-transcription-tool-signature/index.jsonl.gz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
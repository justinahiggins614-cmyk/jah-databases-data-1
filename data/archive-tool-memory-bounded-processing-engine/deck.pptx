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memory-bounded-processing-engine/" TargetMode="External"/><Relationship Id="rId3" Type="http://schemas.openxmlformats.org/officeDocument/2006/relationships/hyperlink" Target="https://justinahiggins614-cmyk.github.io/jah-databases-data-1/data/archive-tool-memory-bounded-processing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Memory-Bounded Processing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Processes archives bigger than RAM: external sorts, streams, sketches, and spill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Memory-Bounded Processing Engine Database holds 15 memory-bounded processing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Processes archives bigger than RAM: external sorts, streams, sketches, and spill control.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established computer-science methods documented in standard literature and practice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External merge sort for oversized archives  [JAH-AT38-0001]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External merge sort sorts data bigger than RAM by sorting disk-sized runs and then k-way merging them. The input is read in memory-sized chunks, each sorted and spilled as a run file; a tournament-tr…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Replacement selection for long sorted runs  [JAH-AT38-0002]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Replacement selection builds initial sorted runs averaging twice memory size by always emitting the smallest available record. Records stream through a memory heap; the smallest is emitted, and its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K-way tournament merge  [JAH-AT38-0003]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tournament tree merges k sorted runs by replaying matches only along the winner's path, costing O(log k) per emitted record. Leaves hold run heads; each internal node holds the smaller of its child…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Iterator pipelines with constant memory  [JAH-AT38-0004]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Iterator pipelines chain lazy generators so each archive record flows through all stages with only one record in flight. Python generators yield one item at a time; map/filter stages compose without…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Windowed streaming aggregation  [JAH-AT38-0005]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Windowed aggregation maintains running statistics over a sliding window of the archive stream without storing history. A deque holds the current window; each arrival appends and each departure subtra…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memory-bounded processing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Streamkeeper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Processes archives bigger than RAM: external sorts, streams, sketches, and spill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https://justinahiggins614-cmyk.github.io/jah-databases/db/archive-tool-memory-bounded-processing-engine/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https://justinahiggins614-cmyk.github.io/jah-databases-data-1/data/archive-tool-memory-bounded-processing-engine/index.jsonl.gz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
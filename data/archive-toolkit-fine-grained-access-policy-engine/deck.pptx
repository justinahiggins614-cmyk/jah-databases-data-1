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ine-grained-access-policy-engine/" TargetMode="External"/><Relationship Id="rId3" Type="http://schemas.openxmlformats.org/officeDocument/2006/relationships/hyperlink" Target="https://justinahiggins614-cmyk.github.io/jah-databases-data-1/data/archive-toolkit-fine-grained-access-policy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Fine-Grained Access Policy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Applies permissions to individual databases, records, fields, and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Fine-Grained Access Policy Engine Database holds 15 fine-grained access policy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Applies permissions to individual databases, records, fields, and operations.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Resource-level ACLs  [JAH-ATK262-000001]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database and record carries its own access-control list naming the identities and groups allowed to reach it. Requests are checked against the ACL of the exact resource requested, so access to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Resource-level ACLs  [JAH-ATK262-000002]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database and record carries its own access-control list naming the identities and groups allowed to reach it. Requests are checked against the ACL of the exact resource requested, so access to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Resource-level ACLs  [JAH-ATK262-000003]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database and record carries its own access-control list naming the identities and groups allowed to reach it. Requests are checked against the ACL of the exact resource requested, so access to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Field-level redaction  [JAH-ATK262-000004]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Policies decide visibility field by field: a record's public fields are shown to everyone while sensitive fields are redacted per the viewer's clearance. Redaction happens at read time, so one stored…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Field-level redaction  [JAH-ATK262-000005]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Policies decide visibility field by field: a record's public fields are shown to everyone while sensitive fields are redacted per the viewer's clearance. Redaction happens at read time, so one stored…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fine-grained access policy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Fine-Grained Access Policy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Applies permissions to individual databases, records, fields, and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https://justinahiggins614-cmyk.github.io/jah-databases/db/archive-toolkit-fine-grained-access-policy-engine/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https://justinahiggins614-cmyk.github.io/jah-databases-data-1/data/archive-toolkit-fine-grained-access-policy-engine/index.jsonl.gz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
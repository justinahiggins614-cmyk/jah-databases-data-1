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repair-regression/" TargetMode="External"/><Relationship Id="rId3" Type="http://schemas.openxmlformats.org/officeDocument/2006/relationships/hyperlink" Target="https://justinahiggins614-cmyk.github.io/jah-databases-data-1/data/automated-repair-regress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Repair Regression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Regression tests that prove automated repairs never broke what worked.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Repair Regression Database holds 20 repair regression tests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Regression tests that prove automated repairs never broke what worked.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Pre-Repair Baseline Capture  [JAH-AUTOMA-000001]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any automated repair runs, the full test suite result is captured as the baseline. The baseline is the contract: the repair must fix the failing case without moving any green test to red. Teac…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Fail-to-Pass Gate  [JAH-AUTOMA-000002]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repair is accepted only if the previously failing test now passes - the fail-to-pass gate. This single check eliminates repairs that merely silence the failure without fixing it. Teaching ladder: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Pass-to-Pass Preservation  [JAH-AUTOMA-000003]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test that passed before the repair must still pass after - the pass-to-pass requirement. This is the heart of regression safety: fixing one bug must not create another. Teaching ladder: rank 1…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Flaky Test Quarantine  [JAH-AUTOMA-000004]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Tests that flake are quarantined and excluded from repair verdicts, tracked separately. Without quarantine, flaky tests randomly veto good repairs and approve bad ones. Teaching ladder: rank 1 —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Mutation Score Check  [JAH-AUTOMA-000005]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Mutants of the repaired code are generated; the suite must kill them to prove it actually tests the repair. A repair that passes a weak suite is unproven; mutation testing measures the suite's streng…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repair regression test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JAH-AUTOMA-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Repair Regression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Regression tests that prove automated repairs never broke what worked.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https://justinahiggins614-cmyk.github.io/jah-databases/db/automated-repair-regression/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https://justinahiggins614-cmyk.github.io/jah-databases-data-1/data/automated-repair-regression/index.jsonl.gz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
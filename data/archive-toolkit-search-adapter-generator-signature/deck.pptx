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search-adapter-generator-signature/" TargetMode="External"/><Relationship Id="rId3" Type="http://schemas.openxmlformats.org/officeDocument/2006/relationships/hyperlink" Target="https://justinahiggins614-cmyk.github.io/jah-databases-data-1/data/archive-toolkit-search-adapter-genera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Search Adapter Generator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Adds a compatible search interface to a database with a different query mechanism.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Search Adapter Generator Database holds 15 adapter builds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Adds a compatible search interface to a database with a different query mechanism.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Search Adaptation: Signature Common Tongue (Foundation)  [JAH-ATK288S-00001]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Search Adaptation: Signature Common Tongue (Operation)  [JAH-ATK288S-00002]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Search Adaptation: Signature Common Tongue (Mastery)  [JAH-ATK288S-00003]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Search Adaptation: Signature Interpreter Corps (Foundation)  [JAH-ATK288S-00004]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Search Adaptation: Signature Interpreter Corps (Operation)  [JAH-ATK288S-00005]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adapter build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JAH-ATK288S-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Adapter Smith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Adds a compatible search interface to a database with a different query mechanism.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https://justinahiggins614-cmyk.github.io/jah-databases/db/archive-toolkit-search-adapter-generator-signature/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https://justinahiggins614-cmyk.github.io/jah-databases-data-1/data/archive-toolkit-search-adapter-generator-signature/index.jsonl.gz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
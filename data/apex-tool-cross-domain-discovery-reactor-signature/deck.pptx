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ross-domain-discovery-reactor-signature/" TargetMode="External"/><Relationship Id="rId3" Type="http://schemas.openxmlformats.org/officeDocument/2006/relationships/hyperlink" Target="https://justinahiggins614-cmyk.github.io/jah-databases-data-1/data/apex-tool-cross-domain-discovery-re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Cross-Domain Discovery Reactor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useful combinations of knowledge across engineering, mathematics, computing, biology, physics, and other fields — the innovation reactor.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Cross-Domain Discovery Reactor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useful combinations of knowledge across engineering, mathematics, computing, biology, physics, and other fields — the innovation reactor.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Discovery Reactor is  [JAH-APX19S-000001]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an Analogy Ledger: every proposed transfer…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Method and problem data model  [JAH-APX19S-000002]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an Analogy Ledger: every proposed transfer records the mapping…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Analogical matching algorithm  [JAH-APX19S-000003]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an Analogy Ledger: every proposed transfer records the mapping (what corresponds to what), the pre…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Breakdown prediction algorithm  [JAH-APX19S-000004]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an Analogy Ledger: every proposed transfer records the mapping (what corresponds to what), the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Transfer proposal interface specification  [JAH-APX19S-000005]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an Analogy Ledger: every proposed transfer records the mapping (what corresponds to what), the predicted break…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Cross-Domain Discovery Reactor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useful combinations of knowledge across engineering, mathematics, computing, biology, physics, and other fields — the innovation reactor.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https://justinahiggins614-cmyk.github.io/jah-databases/db/apex-tool-cross-domain-discovery-reactor-signature/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https://justinahiggins614-cmyk.github.io/jah-databases-data-1/data/apex-tool-cross-domain-discovery-reactor-signature/index.jsonl.gz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
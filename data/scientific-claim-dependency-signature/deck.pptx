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claim-dependency-signature/" TargetMode="External"/><Relationship Id="rId3" Type="http://schemas.openxmlformats.org/officeDocument/2006/relationships/hyperlink" Target="https://justinahiggins614-cmyk.github.io/jah-databases-data-1/data/scientific-claim-dependenc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Claim Dependency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claim-mapping methods — original techniques for knowing what stands on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Claim Dependency Database holds 20 signature claim dependency maps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claim-mapping methods — original techniques for knowing what stands on what.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chain-mapping  [JAH-SCIENT5-S-000001]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science practice: map the evidence chain for every big claim.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assumption-audit  [JAH-SCIENT5-S-000002]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modeling practice: audit the assumption stack.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load-bearing-citations  [JAH-SCIENT5-S-000003]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review practice: mark load-bearing citations.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replicate-load-bearing  [JAH-SCIENT5-S-000004]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science practice: replicate the load-bearing studies first.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provenance-first  [JAH-SCIENT5-S-000005]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data practice: provenance before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claim dependency map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JAH-SCIENT5-S-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Claim Dependency Mapper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claim-mapping methods — original techniques for knowing what stands on what.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https://justinahiggins614-cmyk.github.io/jah-databases/db/scientific-claim-dependency-signature/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https://justinahiggins614-cmyk.github.io/jah-databases-data-1/data/scientific-claim-dependency-signature/index.jsonl.gz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
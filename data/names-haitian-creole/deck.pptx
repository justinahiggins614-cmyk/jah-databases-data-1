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aitian-creole/" TargetMode="External"/><Relationship Id="rId3" Type="http://schemas.openxmlformats.org/officeDocument/2006/relationships/hyperlink" Target="https://justinahiggins614-cmyk.github.io/jah-databases-data-1/data/names-haitian-creol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Haitian Creole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Haitian Creole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Haitian Creole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Haitian Creole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Jean — Haitian Creole given name  [JAH-NMHC2-000001]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Jean is a masculine given name in Haitian Creole. It means "God is gracious", from Hebrew, via French. The most common Haitian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Marie — Haitian Creole given name  [JAH-NMHC2-000002]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Marie is a feminine given name in Haitian Creole. Of Hebrew, via French origin. The most common Haitian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Pierre — Haitian Creole given name  [JAH-NMHC2-000003]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Pierre is a masculine given name in Haitian Creole. It means "rock, stone", from Greek petros, via French.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Rose — Haitian Creole given name  [JAH-NMHC2-000004]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Rose is a feminine given name in Haitian Creole. It means "rose", from Latin, via French.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Jacques — Haitian Creole given name  [JAH-NMHC2-000005]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Jacques is a masculine given name in Haitian Creole. It means "supplanter", from Hebrew Yaakov, via French. A classic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JAH-NMHC2-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Haitian Creole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Haitian Creole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https://justinahiggins614-cmyk.github.io/jah-databases/db/names-haitian-creole/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https://justinahiggins614-cmyk.github.io/jah-databases-data-1/data/names-haitian-creole/index.jsonl.gz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
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de-migration/" TargetMode="External"/><Relationship Id="rId3" Type="http://schemas.openxmlformats.org/officeDocument/2006/relationships/hyperlink" Target="https://justinahiggins614-cmyk.github.io/jah-databases-data-1/data/code-migr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Code Migration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Automated migration techniques: codemods, transpilers, and refactoring engines that move codebases forward.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Code Migration Database holds 20 code migration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Automated migration techniques: codemods, transpilers, and refactoring engines that move codebases forward.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AST-Based Codemods  [JAH-CODEMI-000001]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Codemods rewrite code by transforming its abstract syntax tree, applying the same change across thousands of files identically. jscodeshift is the canonical toolkit for JavaScript. AST precision beat…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Python 2 to 3 Migration (2to3)  [JAH-CODEMI-000002]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2to3 tool automated the mechanical parts of the Python 2 to 3 migration: print statements, integer division, unicode literals. Human judgment handled the semantic changes. The migration taught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Large-Scale Refactoring Engines  [JAH-CODEMI-000003]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Refactoring engines apply structural changes — renames, extractions, moves — with guarantees that behavior is preserved. IDEs embed them; batch tools run them across repos. The guarantee is what make…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Dependency Major-Version Migration  [JAH-CODEMI-000004]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Migrating a major dependency version means adapting to its breaking changes across the codebase. The technique: pin, codemod the mechanical parts, adapt the semantic parts, then verify with the full…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Transpilation Between Languages  [JAH-CODEMI-000005]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Transpilers convert whole codebases between languages, like Java to Kotlin or CoffeeScript to JavaScript. The output is working but idiomatically foreign until humans polish it. Transpilation buys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code migration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JAH-CODEMI-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Migrator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Automated migration techniques: codemods, transpilers, and refactoring engines that move codebases forward.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https://justinahiggins614-cmyk.github.io/jah-databases/db/code-migration/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https://justinahiggins614-cmyk.github.io/jah-databases-data-1/data/code-migration/index.jsonl.gz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
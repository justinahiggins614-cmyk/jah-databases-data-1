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w-labs-generator/" TargetMode="External"/><Relationship Id="rId3" Type="http://schemas.openxmlformats.org/officeDocument/2006/relationships/hyperlink" Target="https://justinahiggins614-cmyk.github.io/jah-databases-data-1/data/new-labs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New Labs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New labs — plus things needed or never realized.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New Labs Generator Database holds 15 generators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New labs — plus things needed or never realized.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generated concept — built from real database-knowledge areas at build time; demo smoke-tested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Index Stress Lab  [JAH-NLAB-000001]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lab that hammers an archive index with thousands of queries to find its breaking point — needed before any million-record claim. Combines load generation with index search.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Compression Proving Ground  [JAH-NLAB-000002]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lab that proves compression ratios on real archive chunks before they are trusted. Combines chunk data with compression trials.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Drift Detection Lab  [JAH-NLAB-000003]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lab that injects duplicates and drift into a copy of the archive to test the detectors. Combines fault injection with dedupe scans.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Million-Record Browser Lab  [JAH-NLAB-000004]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lab for the never-realized goal: browsing a full million records in a phone browser without crashing — the DOM limits make it unproven at full scale. Honest status: concept only until proven.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Photon Measurement Lab  [JAH-NLAB-000005]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lab bench for verifying spectral line wavelengths against published values. Combines reference data with photon math.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JAH-NLAB-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New Labs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New labs — plus things needed or never realized.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https://justinahiggins614-cmyk.github.io/jah-databases/db/new-labs-generator/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https://justinahiggins614-cmyk.github.io/jah-databases-data-1/data/new-labs-generator/index.jsonl.gz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
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ependency-vulnerability-checker-signature/" TargetMode="External"/><Relationship Id="rId3" Type="http://schemas.openxmlformats.org/officeDocument/2006/relationships/hyperlink" Target="https://justinahiggins614-cmyk.github.io/jah-databases-data-1/data/archive-toolkit-dependency-vulnerability-check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Dependency Vulnerability Checker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known security issues in software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Dependency Vulnerability Checker Database holds 15 dependency vulnerability checkers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known security issues in software dependencies.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Reachability analysis  [JAH-ATK271S-000001]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not every vulnerable dependency is actually reachable: the checker traces call graphs to see whether the vulnerable code path is invoked. Reac…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Reachability analysis  [JAH-ATK271S-000002]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not every vulnerable dependency is actually reachable: the checker traces call graphs to see whether the vulnerable code path is invoked. Reac…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Reachability analysis  [JAH-ATK271S-000003]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not every vulnerable dependency is actually reachable: the checker traces call graphs to see whether the vulnerable code path is invoked. Reac…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Patch-window scheduler  [JAH-ATK271S-000004]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findings are scheduled into patch windows by severity SLA: critical within days, high within weeks. The scheduler accounts for testing time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Patch-window scheduler  [JAH-ATK271S-000005]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findings are scheduled into patch windows by severity SLA: critical within days, high within weeks. The scheduler accounts for testing time 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dependency vulnerability checker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Dependency Vulnerability Checker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known security issues in software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https://justinahiggins614-cmyk.github.io/jah-databases/db/archive-toolkit-dependency-vulnerability-checker-signature/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https://justinahiggins614-cmyk.github.io/jah-databases-data-1/data/archive-toolkit-dependency-vulnerability-checker-signature/index.jsonl.gz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
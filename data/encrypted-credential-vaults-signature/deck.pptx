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crypted-credential-vaults-signature/" TargetMode="External"/><Relationship Id="rId3" Type="http://schemas.openxmlformats.org/officeDocument/2006/relationships/hyperlink" Target="https://justinahiggins614-cmyk.github.io/jah-databases-data-1/data/encrypted-credential-vaul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Encrypted Credential Vaults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Store secrets encrypted with audited access — vault servers, password managers, and envelope-encryption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Encrypted Credential Vaults Database holds 15 credential vaults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secrets encrypted with audited access — vault servers, password managers, and envelope-encryption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SigVault-Core  [JAH-ECV-S-000001]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mesh-replicated vault with Shamir-shared master keys. It stores all secret classes using XChaCha20-Poly1305; access via sigvault CLI, API.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SigVault-Edge  [JAH-ECV-S-000002]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edge vault replicas serving secrets with 5 ms latency budgets. It stores edge secrets using XChaCha20-Poly1305; access via local socket, mTLS.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SigSeal-File  [JAH-ECV-S-000003]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file sealing with per-file keys wrapped by the vault master. It stores sealed files using envelope XChaCha20; access via sigseal CLI.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SigPass  [JAH-ECV-S-000004]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offline password database with mesh backup and duress codes. It stores passwords using Argon2id + XChaCha20; access via SigPass apps.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SigRotate  [JAH-ECV-S-000005]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automatic rotation for DB and API credentials with dual-active windows. It stores rotated creds using provider-native; access via policy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credential vault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JAH-ECV-S-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Vault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secrets encrypted with audited access — vault servers, password managers, and envelope-encryption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https://justinahiggins614-cmyk.github.io/jah-databases/db/encrypted-credential-vaults-signature/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https://justinahiggins614-cmyk.github.io/jah-databases-data-1/data/encrypted-credential-vaults-signature/index.jsonl.gz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
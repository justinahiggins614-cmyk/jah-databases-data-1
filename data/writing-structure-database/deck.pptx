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writing-structure-database/" TargetMode="External"/><Relationship Id="rId3" Type="http://schemas.openxmlformats.org/officeDocument/2006/relationships/hyperlink" Target="https://justinahiggins614-cmyk.github.io/jah-databases-data-1/data/writing-structure-databas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Writing Structure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writing structures — essays, reports, stories, scripts, technical docs — with full breakdowns and worked examples.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Writing Structure Database holds 20 writing structures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writing structures — essays, reports, stories, scripts, technical docs — with full breakdowns and worked examples.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 compilation. Each record below is an original working example composed for this archive; record types are standard real-world kinds.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Five-Paragraph Essay  [JAH-WRITE-000001]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WRITING STRUCTURE: Five-Paragraph Essay. essay Sections: Introduction; Body paragraph 1; Body paragraph 2; Body paragraph 3; Conclusion. Worked example included in this record. The five-paragraph ess…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Persuasive Essay  [JAH-WRITE-000002]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WRITING STRUCTURE: Persuasive Essay. essay Sections: Hook + thesis; Reasons; Evidence; Counterargument; Call to action. Worked example included in this record. Persuasion fails without the counterarg…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Research Report (IMRaD)  [JAH-WRITE-000003]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WRITING STRUCTURE: Research Report (IMRaD). report Sections: Introduction; Methods; Results; Discussion. Worked example included in this record. IMRaD is the skeleton of most science papers precisely…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Short Story (Three-Act)  [JAH-WRITE-000004]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WRITING STRUCTURE: Short Story (Three-Act). story Sections: Setup; Confrontation; Resolution. Worked example included in this record. The climax is a choice, not a spectacle; spectacle without choice…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Novel Chapter  [JAH-WRITE-000005]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WRITING STRUCTURE: Novel Chapter. story Sections: Opening hook; Scene goal; Complication; Chapter turn. Worked example included in this record. End chapters with a turn, and readers start the next on…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writing structure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JAH-WRITE-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Writing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writing structures — essays, reports, stories, scripts, technical docs — with full breakdowns and worked examples.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https://justinahiggins614-cmyk.github.io/jah-databases/db/writing-structure-database/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https://justinahiggins614-cmyk.github.io/jah-databases-data-1/data/writing-structure-database/index.jsonl.gz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
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pacecraft-fault-isolation-signature/" TargetMode="External"/><Relationship Id="rId3" Type="http://schemas.openxmlformats.org/officeDocument/2006/relationships/hyperlink" Target="https://justinahiggins614-cmyk.github.io/jah-databases-data-1/data/spacecraft-fault-iso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Spacecraft Fault Isolation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fault-isolation methods — original techniques for spacecraft that diagnose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Spacecraft Fault Isolation Database holds 20 signature fault isolation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fault-isolation methods — original techniques for spacecraft that diagnose themselves.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vote-triple  [JAH-SPACEC-S-000001]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redundancy practice: triple sensors vote.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parity-everywhere  [JAH-SPACEC-S-000002]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memory practice: parity on critical memory.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watchdog-all  [JAH-SPACEC-S-000003]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liveness practice: watchdogs on everything critical.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model-residual  [JAH-SPACEC-S-000004]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diagnosis practice: models predict; residuals accuse.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rate-check  [JAH-SPACEC-S-000005]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sensor practice: rates checked.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fault isolation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JAH-SPACEC-S-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Spacecraft Fault Isolation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fault-isolation methods — original techniques for spacecraft that diagnose themselves.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https://justinahiggins614-cmyk.github.io/jah-databases/db/spacecraft-fault-isolation-signature/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https://justinahiggins614-cmyk.github.io/jah-databases-data-1/data/spacecraft-fault-isolation-signature/index.jsonl.gz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
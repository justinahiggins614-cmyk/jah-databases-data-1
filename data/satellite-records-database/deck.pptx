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atellite-records-database/" TargetMode="External"/><Relationship Id="rId3" Type="http://schemas.openxmlformats.org/officeDocument/2006/relationships/hyperlink" Target="https://justinahiggins614-cmyk.github.io/jah-databases-data-1/data/satellite-record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Satellite Records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satellite that matters — real public catalog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Satellite Records Database holds 15 satellite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satellite that matters — real public catalog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catalog record — compiled from public launch records and operator publications; last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Sputnik 1  [JAH-SATL-000001]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first artificial satellite: a 58 cm polished metal sphere weighing 83.6 kg that beeped from orbit for 21 days. Its launch on 1957-10-04 opened the Space Age and shocked the world into the space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Sputnik 2  [JAH-SATL-000002]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second satellite and the first to carry a living animal — the dog Laika — proving organisms could survive launch and weightlessness. It had no reentry system; Laika died within hours from overhea…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Explorer 1  [JAH-SATL-000003]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America's first satellite. Its Geiger counter, built by James Van Allen, discovered the radiation belts around Earth now named the Van Allen belts — the first major scientific discovery of the Space…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Vanguard 1  [JAH-SATL-000004]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tiny 1.47 kg sphere, the first solar-powered satellite. Launched 1958-03-17, it remains in orbit today — the oldest human-made object still circling Earth, with tracking data that refined Earth's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Echo 1  [JAH-SATL-000005]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30.5-meter metallized balloon — the first passive communications satellite. It reflected radio signals across continents, proving satellites could relay communications without any onboard electroni…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satellite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JAH-SATL-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Satellite Records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satellite that matters — real public catalog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https://justinahiggins614-cmyk.github.io/jah-databases/db/satellite-records-database/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https://justinahiggins614-cmyk.github.io/jah-databases-data-1/data/satellite-records-database/index.jsonl.gz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
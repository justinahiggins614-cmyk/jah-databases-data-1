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runtime-anomaly-signature/" TargetMode="External"/><Relationship Id="rId3" Type="http://schemas.openxmlformats.org/officeDocument/2006/relationships/hyperlink" Target="https://justinahiggins614-cmyk.github.io/jah-databases-data-1/data/software-runtime-anomal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Runtime Anomaly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anomaly-detection methods — original techniques for hearing what metrics are saying.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Runtime Anomaly Database holds 20 signature runtime anomaly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anomaly-detection methods — original techniques for hearing what metrics are saying.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baseline-everything  [JAH-SRA-S-000001]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monitoring practice: every signal has a recorded baseline; anomalies are deviations from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correlate-with-change  [JAH-SRA-S-000002]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triage habit: the first question is always "what changed?"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heap-diff-rite  [JAH-SRA-S-000003]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leak practice: growth triggers automatic heap diffs.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top-query-first  [JAH-SRA-S-000004]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triage practice: CPU anomalies start with top queries by CPU.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smartctl-habit  [JAH-SRA-S-000005]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ops practice: disks are SMART-monitored; failures predicted.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runtime anomaly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Runtime Anomaly Detective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anomaly-detection methods — original techniques for hearing what metrics are saying.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https://justinahiggins614-cmyk.github.io/jah-databases/db/software-runtime-anomaly-signature/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https://justinahiggins614-cmyk.github.io/jah-databases-data-1/data/software-runtime-anomaly-signature/index.jsonl.gz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
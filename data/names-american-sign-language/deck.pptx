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american-sign-language/" TargetMode="External"/><Relationship Id="rId3" Type="http://schemas.openxmlformats.org/officeDocument/2006/relationships/hyperlink" Target="https://justinahiggins614-cmyk.github.io/jah-databases-data-1/data/names-american-sign-languag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American Sign Language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ASL name signs and naming customs — how Deaf culture bestows name signs, fingerspelling and name-sign etiquette.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American Sign Language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ASL name signs and naming customs — how Deaf culture bestows name signs, fingerspelling and name-sign etiquette.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Name signs — American Sign Language given name  [JAH-NMASL-000001]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Name signs is an ASL name sign. Of Deaf culture origin. In ASL, people are known by name signs: unique signs bestowed by the Deaf community, never self-assigned.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Initialized name signs — American Sign Language given name  [JAH-NMASL-000002]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Initialized name signs is an ASL name sign. Of ASL linguistics origin. Many name signs use the handshape of the person's initial letter placed at a meaningful location.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Descriptive name signs — American Sign Language given name  [JAH-NMASL-000003]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Descriptive name signs is an ASL name sign. Of Deaf culture origin. Some name signs describe a memorable trait, habit or story about the person.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Fingerspelled names — American Sign Language given name  [JAH-NMASL-000004]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Fingerspelled names is an ASL name sign. Of ASL origin. New acquaintances introduce themselves by fingerspelling; the sign name comes later, given by Deaf friends.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Marlee Matlin's name sign — American Sign Language given name  [JAH-NMASL-000005]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Marlee Matlin's name sign is an ASL name sign. Of Deaf culture origin. The celebrated Deaf actress carries a community-given name sign used across the Deaf world.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JAH-NMASL-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ASL Name Signs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ASL name signs and naming customs — how Deaf culture bestows name signs, fingerspelling and name-sign etiquette.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https://justinahiggins614-cmyk.github.io/jah-databases/db/names-american-sign-language/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https://justinahiggins614-cmyk.github.io/jah-databases-data-1/data/names-american-sign-language/index.jsonl.gz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
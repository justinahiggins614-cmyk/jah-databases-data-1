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ion-completion-proof-signature/" TargetMode="External"/><Relationship Id="rId3" Type="http://schemas.openxmlformats.org/officeDocument/2006/relationships/hyperlink" Target="https://justinahiggins614-cmyk.github.io/jah-databases-data-1/data/automation-completion-proof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Automation Completion Proof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completion-proof methods — original techniques for proving work is truly done.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Automation Completion Proof Database holds 20 signature completion proofs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completion-proof methods — original techniques for proving work is truly done.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proof-not-claim  [JAH-AUTOMA2-S-000001]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completion practice: "done" requires a proof artifact, never just a status.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checksum-everything  [JAH-AUTOMA2-S-000002]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integrity practice: transfers and backups prove themselves with checksums.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trace-the-work  [JAH-AUTOMA2-S-000003]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ops practice: automation writes trace logs; completion is read from the trace.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invariant-gates  [JAH-AUTOMA2-S-000004]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correctness practice: completions assert invariants, not just exit codes.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attested-config  [JAH-AUTOMA2-S-000005]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ML practice: training runs produce signed attestations.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completion proof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JAH-AUTOMA2-S-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Completion Proof Verifier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completion-proof methods — original techniques for proving work is truly done.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https://justinahiggins614-cmyk.github.io/jah-databases/db/automation-completion-proof-signature/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https://justinahiggins614-cmyk.github.io/jah-databases-data-1/data/automation-completion-proof-signature/index.jsonl.gz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
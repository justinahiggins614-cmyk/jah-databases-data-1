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very-type-of-logic/" TargetMode="External"/><Relationship Id="rId3" Type="http://schemas.openxmlformats.org/officeDocument/2006/relationships/hyperlink" Target="https://justinahiggins614-cmyk.github.io/jah-databases-data-1/data/every-type-of-log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Every Type of Logic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type of logic, classical to non-classical, fully covered.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Every Type of Logic Database holds 15 logic type references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type of logic, classical to non-classical, fully covered.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standard logic references (Aristotelian canon, Frege/Russell/Whitehead, modern modal and non-classical logic texts);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Propositional Logic  [JAH-ETL-000001]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Propositional logic is the logic of whole statements joined by connectives: and, or, not, if-then, if-and-only-if. Its semantics are given by truth tables, which decide every formula mechanically —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Predicate (First-Order) Logic  [JAH-ETL-000002]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First-order logic adds quantifiers ('for all', 'there exists') and predicates over objects, letting it express 'all humans are mortal' formally. It is the standard logic of mathematics: Zermelo-Fraen…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Informal Logic and Argumentation  [JAH-ETL-000003]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Informal logic studies real-world reasoning: identifying premises and conclusions, mapping argument structure, and spotting fallacies like ad hominem, straw man, false dilemma, and appeal to authorit…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Symbolic Logic  [JAH-ETL-000004]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Symbolic logic is the program — begun by Frege, Russell, and Whitehead — of expressing reasoning in a precise formal notation with explicit inference rules like modus ponens. It turned logic from a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Modal Logic  [JAH-ETL-000005]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Modal logic adds the operators 'necessarily' and 'possibly' to reason about necessity, possibility, knowledge, and obligation. Kripke's possible-worlds semantics (1960s) made it rigorous: 'necessaril…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logic type reference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JAH-ETL-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Logic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type of logic, classical to non-classical, fully covered.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https://justinahiggins614-cmyk.github.io/jah-databases/db/every-type-of-logic/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https://justinahiggins614-cmyk.github.io/jah-databases-data-1/data/every-type-of-logic/index.jsonl.gz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
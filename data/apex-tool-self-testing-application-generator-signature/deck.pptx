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testing-application-generator-signature/" TargetMode="External"/><Relationship Id="rId3" Type="http://schemas.openxmlformats.org/officeDocument/2006/relationships/hyperlink" Target="https://justinahiggins614-cmyk.github.io/jah-databases-data-1/data/apex-tool-self-testing-application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Self-Testing Application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applications with automated unit, integration, usability, and reliability checks appropriate to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Self-Testing Application Generator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applications with automated unit, integration, usability, and reliability checks appropriate to the project.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Born-Tested  [JAH-APX47S-000001]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born-tested apps arrive with their tests like newborns with birthmarks: code and tests are twins, delivered together. Separation at birth is forbidden.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Hurricane Room  [JAH-APX47S-000002]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hurricane room subjects apps to property storms: random inputs rage, minimal failures wash up. Apps that survive are storm-rated.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Handshake Hall  [JAH-APX47S-000003]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handshake hall introduces services formally: every pair shakes hands under test. Awkward handshakes are coached before production.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Puppet Theater  [JAH-APX47S-000004]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puppet theater performs UIs with puppet users: clicking, typing, asserting — the show must go on exactly as scripted. Ad-libs fail the show.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Crowd Simulator  [JAH-APX47S-000005]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crowd simulator packs the house before opening night: realistic crowds surge, bottlenecks confess, the venue proves. Opening night is never the first crowd.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Self-Testing Application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applications with automated unit, integration, usability, and reliability checks appropriate to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https://justinahiggins614-cmyk.github.io/jah-databases/db/apex-tool-self-testing-application-generator-signature/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https://justinahiggins614-cmyk.github.io/jah-databases-data-1/data/apex-tool-self-testing-application-generator-signature/index.jsonl.gz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
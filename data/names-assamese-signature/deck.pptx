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ssamese-signature/" TargetMode="External"/><Relationship Id="rId3" Type="http://schemas.openxmlformats.org/officeDocument/2006/relationships/hyperlink" Target="https://justinahiggins614-cmyk.github.io/jah-databases-data-1/data/names-assam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Assamese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Assamese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Assamese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Assamese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Jyoti - sound, structure, and naming power  [JAH-NMAS3-000001]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Assamese unisex name Jyoti. Sound: 2 syllables, open vowels. Structure: Unisex; from Sanskrit.. Recorded meaning: Light. Naming power: the name is short, sayable, and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Bhabesh - sound, structure, and naming power  [JAH-NMAS3-000002]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Assamese masculine name Bhabesh. Sound: 2 syllables, firm consonant close. Structure: A traditional name of this language.. Recorded meaning: A classic Assamese boys'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Priyanka - sound, structure, and naming power  [JAH-NMAS3-000003]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Assamese feminine name Priyanka. Sound: 3 syllables, open vowels. Structure: A traditional name of this language.. Recorded meaning: Beloved..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Dhruba - sound, structure, and naming power  [JAH-NMAS3-000004]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Assamese masculine name Dhruba. Sound: 2 syllables, open vowels. Structure: From Sanskrit.. Recorded meaning: Pole star. Naming power: the name is short, sayable, and 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Assamese naming framework  [JAH-NMAS3-000005]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Assamese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Assamese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Assamese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https://justinahiggins614-cmyk.github.io/jah-databases/db/names-assamese-signature/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https://justinahiggins614-cmyk.github.io/jah-databases-data-1/data/names-assamese-signature/index.jsonl.gz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
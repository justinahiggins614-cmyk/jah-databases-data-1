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justinahiggins614-cmyk.github.io/jah-databases/db/names-thai-signature/" TargetMode="External"/><Relationship Id="rId3" Type="http://schemas.openxmlformats.org/officeDocument/2006/relationships/hyperlink" Target="https://justinahiggins614-cmyk.github.io/jah-databases-data-1/data/names-thai-signature/index.jsonl.gz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76809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Calibri"/>
              </a:rPr>
              <a:t>Signature Thai Names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2200" b="0">
                <a:solidFill>
                  <a:srgbClr val="D5DBDB"/>
                </a:solidFill>
                <a:latin typeface="Calibri"/>
              </a:rPr>
              <a:t>Signature-created Thai names and naming frameworks — original Signature work, clearly labeled.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91840" y="429768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D4A537"/>
                </a:solidFill>
                <a:latin typeface="Calibri"/>
              </a:rPr>
              <a:t>SIGNATURE EDITION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3949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4A537"/>
                </a:solidFill>
                <a:latin typeface="Calibri"/>
              </a:rPr>
              <a:t>Property of Justin Addam Higgins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About this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FFFFFF"/>
                </a:solidFill>
                <a:latin typeface="Calibri"/>
              </a:rPr>
              <a:t>The Signature Thai Names Database holds 15 namess — the full, fully-formed file for every record, not descriptions alone.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Signature-created Thai names and naming frameworks — original Signature work, clearly labeled.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Provenance: Signature original - created for the JAH Databases Signature edition and clearly labeled Signature; not a public record.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Browse cards show image + title + description; one click opens the complete record.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Record highlights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1. Signature study: Somchai สมชาย - sound, structure, and naming power  [JAH-NMTS5-000001]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 study of the public Thai masculine name Somchai สมชาย. Sound: 2 syllables, open vowels. Structure: Som (worthy) + chai (man).. Recorded meaning: Worthy man. Naming power: the name is short,…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2. Signature study: Malee มะลิ - sound, structure, and naming power  [JAH-NMTS5-000002]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 study of the public Thai feminine name Malee มะลิ. Sound: 2 syllables, open vowels. Structure: A traditional name of this language.. Recorded meaning: Jasmine.. Naming power: the name is sh…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3. Signature study: Anan - sound, structure, and naming power  [JAH-NMTS5-000003]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 study of the public Thai masculine name Anan. Sound: 2 syllables, firm consonant close. Structure: A traditional name of this language.. Recorded meaning: Joy.. Naming power: the name is sh…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4. Signature study: Nattaya - sound, structure, and naming power  [JAH-NMTS5-000004]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 study of the public Thai feminine name Nattaya. Sound: 3 syllables, open vowels. Structure: A traditional name of this language.. Recorded meaning: A popular girls' name.. Naming power: the…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5. The Signature Name-Forge Method - Signature Thai naming framework  [JAH-NMTS5-000005]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 original framework for Thai names. Forging a new Signature name runs in four passes: sound (two to four syllables that read aloud cleanly), meaning (one plain-language gloss, never a paragr…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By the numbers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Records:  15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 kind:  names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ID prefix:  JAH-NMTS5-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March to a million:  15 / 1,000,000 — in progress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AI librarian:  Signature Thai Names Archivist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Edition:  Signature Edition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Open the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Signature-created Thai names and naming frameworks — original Signature work, clearly labeled.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92608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2"/>
              </a:rPr>
              <a:t>Live database page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2"/>
              </a:rPr>
              <a:t>https://justinahiggins614-cmyk.github.io/jah-databases/db/names-thai-signature/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5720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3"/>
              </a:rPr>
              <a:t>Machine-readable data index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3"/>
              </a:rPr>
              <a:t>https://justinahiggins614-cmyk.github.io/jah-databases-data-1/data/names-thai-signature/index.jsonl.gz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
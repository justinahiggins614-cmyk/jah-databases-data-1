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matic-database-civilization-builder/" TargetMode="External"/><Relationship Id="rId3" Type="http://schemas.openxmlformats.org/officeDocument/2006/relationships/hyperlink" Target="https://justinahiggins614-cmyk.github.io/jah-databases-data-1/data/apex-tool-automatic-database-civilization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Database Civilization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complete subject-specific database ecosystems, including schemas, ingestion pipelines, search, documentation, and validation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Database Civilization Builder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complete subject-specific database ecosystems, including schemas, ingestion pipelines, search, documentation, and validation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Codd, E. F. (1970). A relational model of data. CACM.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Design and Normalization (Codd)  [JAH-APX45-000001]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Codd's normalization organizes data to eliminate redundancy: each fact stored once, in its place. The builder designs schemas that stay consistent as they grow.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Ingestion Pipelines (ETL/ELT)  [JAH-APX45-000002]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Extract, transform, load — or load then transform: pipelines move data from sources to the database reliably, with lineage. The builder's supply lines.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Full-Text Search Indexes (Lucene)  [JAH-APX45-000003]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Inverted indexes make text searchable: Lucene's architecture powers the builder's search. Every record findable.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Validation and Constraints  [JAH-APX45-000004]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 constraints and JSON Schema keep bad data out: the database defends its own integrity. Invalid rows are rejected at the gate.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Migration Systems (Alembic/Flyway)  [JAH-APX45-000005]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Versioned schema migrations: the database evolves without losing data. Each migration is a tested step forward — and reversible.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Automatic Database Civilization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complete subject-specific database ecosystems, including schemas, ingestion pipelines, search, documentation, and validation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https://justinahiggins614-cmyk.github.io/jah-databases/db/apex-tool-automatic-database-civilization-builder/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https://justinahiggins614-cmyk.github.io/jah-databases-data-1/data/apex-tool-automatic-database-civilization-builder/index.jsonl.gz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
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ystem-reproduction-signature/" TargetMode="External"/><Relationship Id="rId3" Type="http://schemas.openxmlformats.org/officeDocument/2006/relationships/hyperlink" Target="https://justinahiggins614-cmyk.github.io/jah-databases-data-1/data/ai-system-reprod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System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System Reproduction Database holds 20 reproduction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Replay Capsule  [JAH-ASR-S-000001]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single-file capsule that seals model weights, data order, the seed ledger, and the serving config into one unit. The capsule refuses to execute if any seal is broken, so a replay…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Deterministic Forge  [JAH-ASR-S-000002]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build forge that compiles the whole AI stack from pinned sources in a fixed order, emitting a forge receipt. The receipt names every input hash, so two forges with the same recei…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Seed Vault  [JAH-ASR-S-000003]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vault that mints every random seed in a run from one master seed through a documented derivation tree. One master seed plus the tree regenerates every shuffle, mask, and initiali…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Data Time-Capsule  [JAH-ASR-S-000004]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time-capsule format that freezes a dataset with its preprocessing recipe and a tamper-evident seal. Years later the capsule still yields the identical training input, because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Config Monolith  [JAH-ASR-S-000005]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single config monolith where every tunable of the system lives in one signed document. Nothing is configured by environment variable or tribal knowledge, so reproduction is readi…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reproduction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Reproduction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https://justinahiggins614-cmyk.github.io/jah-databases/db/ai-system-reproduction-signature/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https://justinahiggins614-cmyk.github.io/jah-databases-data-1/data/ai-system-reproduction-signature/index.jsonl.gz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
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substitution-and-failover/" TargetMode="External"/><Relationship Id="rId3" Type="http://schemas.openxmlformats.org/officeDocument/2006/relationships/hyperlink" Target="https://justinahiggins614-cmyk.github.io/jah-databases-data-1/data/capability-substitution-and-failo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Capability Substitution and Failover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Substitution plans that keep work going when a capability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Capability Substitution and Failover Database holds 20 failover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Substitution plans that keep work going when a capability fails.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Search Provider Failover  [JAH-CSF-000001]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the primary search API fails, queries route to a secondary provider with normalized results. Result normalization keeps downstream code unaware of which provider answered. Teaching ladder: rank…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Model Endpoint Fallback  [JAH-CSF-000002]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If the flagship model endpoint errors, requests fall back to a smaller model with a capability notice. The notice keeps users informed that answers come from the backup, preserving honesty. Teaching…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Database Read Replica Promotion  [JAH-CSF-000003]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the primary database is unreachable, a read replica is promoted for reads while writes queue. Queued writes replay on recovery, so no write is lost during the outage. Teaching ladder: rank 1 —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Tool Timeout Substitution  [JAH-CSF-000004]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tool that times out is replaced by a simpler heuristic tool that always answers quickly. Degraded answers beat no answers when the clock is ticking. Teaching ladder: rank 1 — the concept in its sim…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Network Path Rerouting  [JAH-CSF-000005]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Failed network paths reroute through alternate links with updated routing tables. Rerouting is automatic and measured, so operators see the new path's health immediately. Teaching ladder: rank 1 —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failover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Failover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Substitution plans that keep work going when a capability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https://justinahiggins614-cmyk.github.io/jah-databases/db/capability-substitution-and-failover/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https://justinahiggins614-cmyk.github.io/jah-databases-data-1/data/capability-substitution-and-failover/index.jsonl.gz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
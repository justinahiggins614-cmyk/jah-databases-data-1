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russian/" TargetMode="External"/><Relationship Id="rId3" Type="http://schemas.openxmlformats.org/officeDocument/2006/relationships/hyperlink" Target="https://justinahiggins614-cmyk.github.io/jah-databases-data-1/data/names-russ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Russian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Russian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Russian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Russian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Ivan - Russian masculine given name  [JAH-NMR-000001]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Ivan is a masculine given name in Russian. Meaning: God is gracious. The Russian form of John; the classic Russian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Maria - Russian feminine given name  [JAH-NMR-000002]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Maria is a feminine given name in Russian. Meaning: Beloved. The Russian form of Mary.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Aleksandr - Russian masculine given name  [JAH-NMR-000003]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Aleksandr is a masculine given name in Russian. Meaning: Defender of men. From Greek; borne by tsars.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Olga - Russian feminine given name  [JAH-NMR-000004]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Olga is a feminine given name in Russian. Meaning: Holy. From Norse Helga.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Dmitri - Russian masculine given name  [JAH-NMR-000005]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Dmitri is a masculine given name in Russian. Meaning: Of Demeter. From the Greek goddess of harvest.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Russian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Russian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https://justinahiggins614-cmyk.github.io/jah-databases/db/names-russian/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https://justinahiggins614-cmyk.github.io/jah-databases-data-1/data/names-russian/index.jsonl.gz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
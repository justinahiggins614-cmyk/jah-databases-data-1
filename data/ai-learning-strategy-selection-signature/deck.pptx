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i-learning-strategy-selection-signature/" TargetMode="External"/><Relationship Id="rId3" Type="http://schemas.openxmlformats.org/officeDocument/2006/relationships/hyperlink" Target="https://justinahiggins614-cmyk.github.io/jah-databases-data-1/data/ai-learning-strategy-selec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AI Learning Strategy Selection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Choosing how AI learns: comparing supervised, self-supervised, RL, and hybrid strategies for each task.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AI Learning Strategy Selection Database holds 20 learning strategy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Choosing how AI learns: comparing supervised, self-supervised, RL, and hybrid strategies for each task.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N1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Strategy Cartographer  [JAH-ALSS-S-000001]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maps strategies like territories: the lands of supervised, self-supervised, RL. The cartographer guides. Choices get navigated.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Boundary Judge  [JAH-ALSS-S-000002]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 judge for the RL/supervised boundary: the ruling is principled. The judgment stands. Choices get ruled fairly.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Strategy Stacker  [JAH-ALSS-S-000003]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stacks strategies like pancakes: the layers are delicious together. The stacking works. Hybrids get tasty.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Label Economist  [JAH-ALSS-S-000004]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an economist for labels: the budget is allocated, the efficiency maximized. The economy is tight. Labels get valued.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Cost Accountant  [JAH-ALSS-S-000005]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an accountant for strategy costs: the ledgers are honest. The books guide. Choices get economical truly.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learning strategy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JAH-ALSS-S-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Strategist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Choosing how AI learns: comparing supervised, self-supervised, RL, and hybrid strategies for each task.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https://justinahiggins614-cmyk.github.io/jah-databases/db/ai-learning-strategy-selection-signature/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https://justinahiggins614-cmyk.github.io/jah-databases-data-1/data/ai-learning-strategy-selection-signature/index.jsonl.gz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
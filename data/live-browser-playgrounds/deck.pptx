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ve-browser-playgrounds/" TargetMode="External"/><Relationship Id="rId3" Type="http://schemas.openxmlformats.org/officeDocument/2006/relationships/hyperlink" Target="https://justinahiggins614-cmyk.github.io/jah-databases-data-1/data/live-browser-playground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Live Browser Playgrounds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Live Browser Playgrounds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Sandboxed iframes  [JAH-LBP-000001]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Sandboxed iframes run untrusted code safely: the sandbox attribute strips permissions (no same-origin, no scripts — then re-adds only what's needed), and the code runs in a separate origin. allow-scr…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Live reload  [JAH-LBP-000002]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Live reload re-runs the playground on every edit: debounce the keystrokes (~500ms), rebuild, and swap the iframe content. State preservation (keep the app's state across reloads) is the advanced 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Console capture  [JAH-LBP-000003]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Console capture shows the playground's logs beside the code: the iframe's console methods are overridden to postMessage each call to the parent, which renders them in the console panel. Errors includ…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Multi-file playgrounds  [JAH-LBP-000004]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Multi-file playgrounds go beyond one editor: files in tabs, imports between them, and a bundler (esbuild-wasm in the browser) assembling the result. The file tree is the project model; the bundler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overlays  [JAH-LBP-000005]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Error overlays show playground errors where the user looks: the error renders over the preview with the message, the file/line, and a click-to-jump. Runtime errors come from window.onerror; compile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JAH-LBP-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Live Browser Playgrounds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https://justinahiggins614-cmyk.github.io/jah-databases/db/live-browser-playgrounds/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https://justinahiggins614-cmyk.github.io/jah-databases-data-1/data/live-browser-playgrounds/index.jsonl.gz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
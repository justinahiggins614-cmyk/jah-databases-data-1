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ulgarian/" TargetMode="External"/><Relationship Id="rId3" Type="http://schemas.openxmlformats.org/officeDocument/2006/relationships/hyperlink" Target="https://justinahiggins614-cmyk.github.io/jah-databases-data-1/data/names-bulgar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Bulgarian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Bulgarian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Bulgarian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Bulgarian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Ivan — Bulgarian given name  [JAH-NMB5-000001]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 is a masculine given name in Bulgarian. It is written Иван in the native script. It means "God is gracious", from Hebrew Yohanan, via Slavic. The most common Bulgarian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— Bulgarian given name  [JAH-NMB5-000002]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Bulgarian. It is written Мария in the native script. Of Hebrew, via Christianity origin. The most common Bulgarian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Georgi — Bulgarian given name  [JAH-NMB5-000003]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Georgi is a masculine given name in Bulgarian. It is written Георги in the native script. It means "farmer, earthworker", from Greek Georgios. Borne by Bulgaria's patron saint, St. George.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Elena — Bulgarian given name  [JAH-NMB5-000004]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Elena is a feminine given name in Bulgarian. It is written Елена in the native script. It means "torch, light", from Greek Helene.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Dimitar — Bulgarian given name  [JAH-NMB5-000005]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Dimitar is a masculine given name in Bulgarian. It is written Димитър in the native script. It means "of Demeter", from Greek. A strong traditional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Bulgarian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Bulgarian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https://justinahiggins614-cmyk.github.io/jah-databases/db/names-bulgarian/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https://justinahiggins614-cmyk.github.io/jah-databases-data-1/data/names-bulgarian/index.jsonl.gz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
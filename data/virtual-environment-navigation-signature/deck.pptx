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irtual-environment-navigation-signature/" TargetMode="External"/><Relationship Id="rId3" Type="http://schemas.openxmlformats.org/officeDocument/2006/relationships/hyperlink" Target="https://justinahiggins614-cmyk.github.io/jah-databases-data-1/data/virtual-environment-navi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Virtual Environment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navigation techniques for moving through virtual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Virtual Environment Navigation Database holds 20 navigation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navigation techniques for moving through virtual environments.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Teleportation  [JAH-VIRTUA2-S-000001]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Jumps the user to a targeted spot, the gold standard for comfort. Recorded facts — Technique: Teleportation; Locomotion: discrete; Comfort: very high. Used by VR designers and met…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Smooth Locomotion  [JAH-VIRTUA2-S-000002]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Continuous thumbstick movement like a game, immersive but nausea-prone. Recorded facts — Technique: Smooth Locomotion; Locomotion: continuous; Comfort: low. Used by VR designers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Arm-swinger  [JAH-VIRTUA2-S-000003]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Arm swinging propels the user; physical effort reduces sickness. Recorded facts — Technique: Arm-swinger; Locomotion: physical; Comfort: medium. Used by VR designers and metaverse…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Redirected Walking  [JAH-VIRTUA2-S-000004]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Subtly rotates the virtual world so users walk in circles physically. Recorded facts — Technique: Redirected Walking; Locomotion: natural walking; Comfort: high. Used by VR design…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Waypoint Graph  [JAH-VIRTUA2-S-000005]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Moves users along authored paths between points of interest. Recorded facts — Technique: Waypoint Graph; Locomotion: guided; Comfort: very high. Used by VR designers and metaverse…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JAH-VIRTUA2-S-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Virtual Environment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navigation techniques for moving through virtual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https://justinahiggins614-cmyk.github.io/jah-databases/db/virtual-environment-navigation-signature/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https://justinahiggins614-cmyk.github.io/jah-databases-data-1/data/virtual-environment-navigation-signature/index.jsonl.gz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
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names-klingon/" TargetMode="External"/><Relationship Id="rId3" Type="http://schemas.openxmlformats.org/officeDocument/2006/relationships/hyperlink" Target="https://justinahiggins614-cmyk.github.io/jah-databases-data-1/data/names-klingon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Klingon Names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Canonical Klingon names from Star Trek — Kahless, Worf, Martok and the houses of the Empire.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Klingon Names Database holds 15 namess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Canonical Klingon names from Star Trek — Kahless, Worf, Martok and the houses of the Empire.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record: name documented from public linguistic and onomastic sources.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Kahless — Klingon given name  [JAH-NMK7-000001]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Kahless is a canonical Klingon name from Star Trek. Of Star Trek canon origin. Kahless the Unforgettable, founder of the Klingon Empire; the most revered Klingon name.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Worf — Klingon given name  [JAH-NMK7-000002]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Worf is a canonical Klingon name from Star Trek. Of Star Trek canon origin. Worf, son of Mogh, the most famous Klingon of Starfleet.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Martok — Klingon given name  [JAH-NMK7-000003]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Martok is a canonical Klingon name from Star Trek. Of Star Trek canon origin. Martok, the great Klingon general and chancellor.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Gowron — Klingon given name  [JAH-NMK7-000004]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Gowron is a canonical Klingon name from Star Trek. Of Star Trek canon origin. Gowron, chancellor of the High Council.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Kurn — Klingon given name  [JAH-NMK7-000005]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Kurn is a canonical Klingon name from Star Trek. Of Star Trek canon origin. Kurn, Worf's younger brother.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names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JAH-NMK7-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Klingon Names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Canonical Klingon names from Star Trek — Kahless, Worf, Martok and the houses of the Empire.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https://justinahiggins614-cmyk.github.io/jah-databases/db/names-klingon/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https://justinahiggins614-cmyk.github.io/jah-databases-data-1/data/names-klingon/index.jsonl.gz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
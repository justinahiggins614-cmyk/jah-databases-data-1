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simulation-foundry-signature/" TargetMode="External"/><Relationship Id="rId3" Type="http://schemas.openxmlformats.org/officeDocument/2006/relationships/hyperlink" Target="https://justinahiggins614-cmyk.github.io/jah-databases-data-1/data/apex-tool-universal-simulation-found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Simulation Foundry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Simulation Foundry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Event-Queue Core  [JAH-APX51S-000001]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original discrete-event core: a deterministic event queue where every entity, timestamp, and random draw carries a Signature stamp, so a simulation can be replayed bit-for-bit years later.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Chance-Sweep Engine  [JAH-APX51S-000002]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sweep engine runs parameter studies as Signature-sealed batches: each sampled point gets a deterministic ID, so any single point can be re-examined or challenged independently.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Engine Registry  [JAH-APX51S-000003]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registry where each engine is sealed with its capability card, version hash, and validation record — engines cannot be silently swapped or upgraded mid-campaign.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Assumption Ledger  [JAH-APX51S-000004]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assumption ledger: assumptions are first-class records with author, rationale, and expiry, so a result's fine print is never lost when the report travels.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Multi-Physics Binder  [JAH-APX51S-000005]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binder couples single-domain simulators through Signature interface contracts that state units, bounds, and exchange semantics explicitly.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Simulation Foundry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https://justinahiggins614-cmyk.github.io/jah-databases/db/apex-tool-universal-simulation-foundry-signature/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https://justinahiggins614-cmyk.github.io/jah-databases-data-1/data/apex-tool-universal-simulation-foundry-signature/index.jsonl.gz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
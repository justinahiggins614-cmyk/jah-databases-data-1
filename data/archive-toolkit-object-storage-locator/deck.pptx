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object-storage-locator/" TargetMode="External"/><Relationship Id="rId3" Type="http://schemas.openxmlformats.org/officeDocument/2006/relationships/hyperlink" Target="https://justinahiggins614-cmyk.github.io/jah-databases-data-1/data/archive-toolkit-object-storage-loc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Object Storage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objects using bucket, key, namespace, or other storage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Object Storage Locator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objects using bucket, key, namespace, or other storage identifiers.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URI parsing — Object Storage Locator  [JAH-ATK137-00001]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Storage URIs (s3://bucket/key) parse into scheme, bucket, and key. Parsing normalizes the many URI flavors. Structure enables routing.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Namespace resolution — Object Storage Locator  [JAH-ATK137-00002]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Namespaces map schemes to providers and regions. Resolution picks the right client. Namespaces disambiguate.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Bucket aliasing — Object Storage Locator  [JAH-ATK137-00003]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Aliases let 'prod-data' point at the current physical bucket. Indirection survives migrations. Aliases decouple names from places.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 normalization — Object Storage Locator  [JAH-ATK137-00004]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Keys normalize: collapsing '//', resolving '.' segments. Normalization prevents duplicate identities. Canonical keys compare equal.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Versioned keys — Object Storage Locator  [JAH-ATK137-00005]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 ids disambiguate object versions in URIs. Explicit versions make references stable. Versions pin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Object Storage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objects using bucket, key, namespace, or other storage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https://justinahiggins614-cmyk.github.io/jah-databases/db/archive-toolkit-object-storage-locator/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https://justinahiggins614-cmyk.github.io/jah-databases-data-1/data/archive-toolkit-object-storage-locator/index.jsonl.gz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
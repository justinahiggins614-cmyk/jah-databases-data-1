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ep-link-breadcrumb-trails/" TargetMode="External"/><Relationship Id="rId3" Type="http://schemas.openxmlformats.org/officeDocument/2006/relationships/hyperlink" Target="https://justinahiggins614-cmyk.github.io/jah-databases-data-1/data/deep-link-breadcrumb-trail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Deep-Link Breadcrumb Trails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Leaves a trail of crumbs through deep links — always know how you got here, one click 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Deep-Link Breadcrumb Trails Database holds 15 navigation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Leaves a trail of crumbs through deep links — always know how you got here, one click back.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Automatic Trails  [JAH-DLB-000001]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Automatic Trails is a navigation ability in the Deep-Link Breadcrumb Trails database. Builds breadcrumbs automatically from the URL path. Path segments become crumbs; the trail updates on every navig…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Custom Labels  [JAH-DLB-000002]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Custom Labels is a navigation ability in the Deep-Link Breadcrumb Trails database. Lets pages set human labels for their crumbs. Pages declare a crumb label; it replaces the raw slug. It takes pages…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Deep-Link Restore  [JAH-DLB-000003]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Deep-Link Restore is a navigation ability in the Deep-Link Breadcrumb Trails database. Restores full app state from a deep link. Links encode state params; opening one rebuilds the exact view. It tak…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Truncation Rules  [JAH-DLB-000004]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Truncation Rules is a navigation ability in the Deep-Link Breadcrumb Trails database. Truncates long trails with an ellipsis menu. Trails over 5 crumbs collapse the middle; the menu lists all. It tak…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History Sync  [JAH-DLB-000005]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History Sync is a navigation ability in the Deep-Link Breadcrumb Trails database. Keeps breadcrumbs in sync with browser history. Back/forward update the trail; the trail never disagrees with history…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navigation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JAH-DLB-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Deep-Link Breadcrumb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Leaves a trail of crumbs through deep links — always know how you got here, one click 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https://justinahiggins614-cmyk.github.io/jah-databases/db/deep-link-breadcrumb-trails/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https://justinahiggins614-cmyk.github.io/jah-databases-data-1/data/deep-link-breadcrumb-trails/index.jsonl.gz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
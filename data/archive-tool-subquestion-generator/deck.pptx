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ubquestion-generator/" TargetMode="External"/><Relationship Id="rId3" Type="http://schemas.openxmlformats.org/officeDocument/2006/relationships/hyperlink" Target="https://justinahiggins614-cmyk.github.io/jah-databases-data-1/data/archive-tool-subquestion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Subquestion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Subquestion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(Subquestion Generator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Decomposition by question facets (foundational)  [JAH-AT72-000001]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complex question is split along its natural facets: what, how, how well, and compared to what. Each facet becomes an independent subquestion that can be searched without waiting on the others. Face…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Decomposition by question facets (compounded)  [JAH-AT72-000002]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complex question is split along its natural facets: what, how, how well, and compared to what. Each facet becomes an independent subquestion that can be searched without waiting on the others. Face…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Decomposition by question facets (production)  [JAH-AT72-000003]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complex question is split along its natural facets: what, how, how well, and compared to what. Each facet becomes an independent subquestion that can be searched without waiting on the others. Face…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ordering of subquestions (foundational)  [JAH-AT72-000004]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Subquestions are topologically ordered so that ones whose answers feed others run first. Independent subquestions are marked parallel-safe and can fan out to multiple workers at once. The ordering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ordering of subquestions (compounded)  [JAH-AT72-000005]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Subquestions are topologically ordered so that ones whose answers feed others run first. Independent subquestions are marked parallel-safe and can fan out to multiple workers at once. The ordering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Subquestion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https://justinahiggins614-cmyk.github.io/jah-databases/db/archive-tool-subquestion-generator/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https://justinahiggins614-cmyk.github.io/jah-databases-data-1/data/archive-tool-subquestion-generator/index.jsonl.gz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
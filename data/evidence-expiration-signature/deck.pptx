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idence-expiration-signature/" TargetMode="External"/><Relationship Id="rId3" Type="http://schemas.openxmlformats.org/officeDocument/2006/relationships/hyperlink" Target="https://justinahiggins614-cmyk.github.io/jah-databases-data-1/data/evidence-expi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Evidence Expiration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evidence-expiration methods — original techniques for evidence with a lifespan.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Evidence Expiration Database holds 20 signature evidence expiration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evidence-expiration methods — original techniques for evidence with a lifespan.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TTL-everything  [JAH-EVIDEN-S-000001]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evidence practice: every piece of evidence carries a TTL; nothing is forever by default.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supersede-chain  [JAH-EVIDEN-S-000002]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versioning practice: new evidence links to what it supersedes, forming a chain.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instant-revoke  [JAH-EVIDEN-S-000003]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security practice: revocations propagate in minutes, verified.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law-driven retention  [JAH-EVIDEN-S-000004]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compliance practice: retention follows the law, with destruction logged.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rolling-aggregates  [JAH-EVIDEN-S-000005]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metrics practice: raw data rolls off; aggregates live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evidence expiration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JAH-EVIDEN-S-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Evidence Expiration Clerk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evidence-expiration methods — original techniques for evidence with a lifespan.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https://justinahiggins614-cmyk.github.io/jah-databases/db/evidence-expiration-signature/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https://justinahiggins614-cmyk.github.io/jah-databases-data-1/data/evidence-expiration-signature/index.jsonl.gz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
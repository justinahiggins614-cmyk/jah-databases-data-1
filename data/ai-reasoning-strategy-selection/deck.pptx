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reasoning-strategy-selection/" TargetMode="External"/><Relationship Id="rId3" Type="http://schemas.openxmlformats.org/officeDocument/2006/relationships/hyperlink" Target="https://justinahiggins614-cmyk.github.io/jah-databases-data-1/data/ai-reasoning-strategy-sele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Reasoning Strategy Selection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Reasoning Strategy Selection Database holds 20 reasoning strategy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Chain-of-Thought Prompting  [JAH-ARSS-000001]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Step-by-step reasoning in the prompt improves complex answers; the thinking is visible. Reasoning gets explicit. Answers get better.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Tree of Thoughts  [JAH-ARSS-000002]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Reasoning branches and backtracks like search; the tree explores. Exploration gets systematic. Solutions get found.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Self-Consistency  [JAH-ARSS-000003]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Multiple reasoning paths vote; the majority wins. Voting gets wise. Answers get robust.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Verification Strategies  [JAH-ARSS-000004]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verifier checks the reasoning; wrong paths are rejected. Checking gets strict. Reasoning gets trusted.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Program-Aided Reasoning  [JAH-ARSS-000005]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model writes code and runs it; the execution verifies. Reasoning gets executable. Answers get computed.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reasoning strategy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JAH-ARSS-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Reasoner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Choosing how AI reasons: chain-of-thought, tree search, verification, and when each wins.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https://justinahiggins614-cmyk.github.io/jah-databases/db/ai-reasoning-strategy-selection/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https://justinahiggins614-cmyk.github.io/jah-databases-data-1/data/ai-reasoning-strategy-selection/index.jsonl.gz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
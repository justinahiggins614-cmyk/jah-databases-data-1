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kill-acquisition-signature/" TargetMode="External"/><Relationship Id="rId3" Type="http://schemas.openxmlformats.org/officeDocument/2006/relationships/hyperlink" Target="https://justinahiggins614-cmyk.github.io/jah-databases-data-1/data/ai-skill-acquisi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Skill Acquisition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AI agents acquire new skills: few-shot learning, curriculum, imitation, and self-improvement.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Skill Acquisition Database holds 20 skill acquisition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AI agents acquire new skills: few-shot learning, curriculum, imitation, and self-improvement.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Skill Gardener  [JAH-ASA-S-000001]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skills by planting the seeds (examples) and tending the growth: the watering is the curriculum. The garden blooms with competence. Skills get cultivated.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Curriculum Cartographer  [JAH-ASA-S-000002]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the learning terrain: easy valleys first, hard peaks later. The cartographer plans the expedition. Learning gets a good map.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Expert Scribe  [JAH-ASA-S-000003]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scribes expert demonstrations into perfect training data: the important moments highlighted. The scribing captures mastery. Experts get recorded well.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Self Challenger  [JAH-ASA-S-000004]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challenger that is always exactly as strong as the learner: the matches are perfect. The challenging forges. Skills get battle-tested.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Meta Gardener  [JAH-ASA-S-000005]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meta-learning: the learning-to-learn gets tended until adaptation is instant. The garden grows fast learners. Meta gets cultivated.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skill acquisition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Learner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AI agents acquire new skills: few-shot learning, curriculum, imitation, and self-improvement.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https://justinahiggins614-cmyk.github.io/jah-databases/db/ai-skill-acquisition-signature/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https://justinahiggins614-cmyk.github.io/jah-databases-data-1/data/ai-skill-acquisition-signature/index.jsonl.gz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
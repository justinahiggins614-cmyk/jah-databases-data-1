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atalan/" TargetMode="External"/><Relationship Id="rId3" Type="http://schemas.openxmlformats.org/officeDocument/2006/relationships/hyperlink" Target="https://justinahiggins614-cmyk.github.io/jah-databases-data-1/data/names-catal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Catalan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Catalan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Catalan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Catalan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Jordi — Catalan given name  [JAH-NMC5-000001]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Jordi is a masculine given name in Catalan. It means "farmer, earthworker", from Greek Georgios. The patron saint of Catalonia; the beloved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Montserrat — Catalan given name  [JAH-NMC5-000002]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Montserrat is a feminine given name in Catalan. It means "serrated mountain", from Catalan. After the holy mountain; the iconic Catalan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Josep — Catalan given name  [JAH-NMC5-000003]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Josep is a masculine given name in Catalan. It means "God increases", from Hebrew Yosef. The Catalan form of Joseph.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Anna — Catalan given name  [JAH-NMC5-000004]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 is a feminine given name in Catalan. It means "grace", from Hebrew Hannah. A classic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Pere — Catalan given name  [JAH-NMC5-000005]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Pere is a masculine given name in Catalan. It means "rock, stone", from Greek petros. The Catalan form of Peter.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Catalan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Catalan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https://justinahiggins614-cmyk.github.io/jah-databases/db/names-catalan/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https://justinahiggins614-cmyk.github.io/jah-databases-data-1/data/names-catalan/index.jsonl.gz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
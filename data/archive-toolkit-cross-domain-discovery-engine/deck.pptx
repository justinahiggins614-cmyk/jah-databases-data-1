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domain-discovery-engine/" TargetMode="External"/><Relationship Id="rId3" Type="http://schemas.openxmlformats.org/officeDocument/2006/relationships/hyperlink" Target="https://justinahiggins614-cmyk.github.io/jah-databases-data-1/data/archive-toolkit-cross-domain-discover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Cross-Domain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Cross-Domain Discovery Engine Database holds 15 discovery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Cross-Domain Discovery Engine: a plain-language overview  [JAH-ATK199-000001]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Cross-Domain Discovery Engine does and why archives need it. A cross-domain discovery engine hunts for ideas that work in one field and could work in another: the way ants find foo…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Cross-Domain Discovery Engine works  [JAH-ATK199-000002]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Cross-Domain Discovery Engine does and why archives need it. Real discovery engines represent each domain's concepts and relations as graphs, then search for structural analogies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Cross-Domain Discovery Engine works: the deep tour  [JAH-ATK199-000003]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Cross-Domain Discovery Engine does and why archives need it. Real discovery engines represent each domain's concepts and relations as graphs, then search for structural analogies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Shared-structure analogy detection: the simple idea  [JAH-ATK199-000004]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shared-structure analogy detection - how it works inside the Cross-Domain Discovery Engine. A cross-domain discovery engine hunts for ideas that work in one field and could work in anoth…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Shared-structure analogy detection in practice  [JAH-ATK199-000005]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shared-structure analogy detection - how it works inside the Cross-Domain Discovery Engine. Real discovery engines represent each domain's concepts and relations as graphs, then search 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Bridge Finder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relationships between different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https://justinahiggins614-cmyk.github.io/jah-databases/db/archive-toolkit-cross-domain-discovery-engine/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https://justinahiggins614-cmyk.github.io/jah-databases-data-1/data/archive-toolkit-cross-domain-discovery-engine/index.jsonl.gz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
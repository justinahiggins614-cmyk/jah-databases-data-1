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fully-working-screens/" TargetMode="External"/><Relationship Id="rId3" Type="http://schemas.openxmlformats.org/officeDocument/2006/relationships/hyperlink" Target="https://justinahiggins614-cmyk.github.io/jah-databases-data-1/data/fully-working-screens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Fully Working Screens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Fully working screens: each record is a real working HTML demo.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Fully Working Screens Database holds 15 working screens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Fully working screens: each record is a real working HTML demo.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reference: the sites' own published public pages; verified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Calculator Screen  [JAH-WSCR-000001]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fully working calculator screen: digit and operator buttons, a live display, clear and equals, with keyboard support. The demo field holds the complete standalone HTML file — save it and open it in…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Stopwatch Screen  [JAH-WSCR-000002]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fully working stopwatch screen: start, stop, reset, and lap buttons with centisecond precision, driven by requestAnimationFrame timestamps. The demo field holds the complete standalone HTML file —…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Drawing Canvas Screen  [JAH-WSCR-000003]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fully working drawing screen: a canvas with mouse and touch drawing, color and brush-size controls, and a clear button. The demo field holds the complete standalone HTML file — save it and sketch.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Markdown Preview Screen  [JAH-WSCR-000004]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fully working markdown-lite preview screen: type headings, bold, italic, and lists on the left and watch rendered HTML on the right. The demo field holds the complete standalone HTML file.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Pomodoro Timer Screen  [JAH-WSCR-000005]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fully working Pomodoro timer screen: 25-minute focus blocks, 5-minute breaks, session counting, and start/pause/reset. The demo field holds the complete standalone HTML file.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working screen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JAH-WSCR-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Screen Curator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Fully working screens: each record is a real working HTML demo.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https://justinahiggins614-cmyk.github.io/jah-databases/db/fully-working-screens/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https://justinahiggins614-cmyk.github.io/jah-databases-data-1/data/fully-working-screens/index.jsonl.gz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
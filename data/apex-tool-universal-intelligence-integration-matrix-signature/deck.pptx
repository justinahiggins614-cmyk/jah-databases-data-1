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intelligence-integration-matrix-signature/" TargetMode="External"/><Relationship Id="rId3" Type="http://schemas.openxmlformats.org/officeDocument/2006/relationships/hyperlink" Target="https://justinahiggins614-cmyk.github.io/jah-databases-data-1/data/apex-tool-universal-intelligence-integration-matrix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Intelligence Integration Matrix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Maps how every model, database, tool, and generator can strengthen the others.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Intelligence Integration Matrix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how every model, database, tool, and generator can strengthen the others.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Taking the Census  [JAH-APX99S-000001]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census-taker counts every component — models, databases, tools, programs, generators — genomes loaded and ready.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Weighing Help  [JAH-APX99S-000002]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help weigher measures how much one component lifts another on shared tasks — contribution in numbers, not adjectives.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Weaving the Great Loom  [JAH-APX99S-000003]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great loom weaves components by capabilities, each cell a measured strength or an honest unknown.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Unknowns Stay Unknown  [JAH-APX99S-000004]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Unweighed cells stay marked unknown. The loom never invents a strength.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Finding Paths  [JAH-APX99S-000005]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pathfinder walks the loom discovering multi-hop compositions — A through B to C, each step measured.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Intelligence Integration Matrix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how every model, database, tool, and generator can strengthen the others.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https://justinahiggins614-cmyk.github.io/jah-databases/db/apex-tool-universal-intelligence-integration-matrix-signature/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https://justinahiggins614-cmyk.github.io/jah-databases-data-1/data/apex-tool-universal-intelligence-integration-matrix-signature/index.jsonl.gz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
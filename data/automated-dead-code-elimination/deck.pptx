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dead-code-elimination/" TargetMode="External"/><Relationship Id="rId3" Type="http://schemas.openxmlformats.org/officeDocument/2006/relationships/hyperlink" Target="https://justinahiggins614-cmyk.github.io/jah-databases-data-1/data/automated-dead-code-elimin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Dead-Code Elimination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Ship only the code you use — tree-shakers, linkers, and optimizers that delete the dead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Dead-Code Elimination Database holds 15 dead code eliminators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Ship only the code you use — tree-shakers, linkers, and optimizers that delete the dead weight.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Rollup tree-shaking  [JAH-ADC-000001]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ES-module static analysis dropping unused exports from bundles. Removes unused exports at the bundle stage; typical savings: 20-60% of bundle.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esbuild tree-shaking  [JAH-ADC-000002]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Go-fast bundler with tree-shaking that finishes before coffee cools. Removes unused exports at the bundle stage; typical savings: 20-50%.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webpack usedExports  [JAH-ADC-000003]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sideEffects flags plus usedExports prune dead modules in production mode. Removes unused modules at the bundle stage; typical savings: 15-40%.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Terser  [JAH-ADC-000004]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Compress + mangle + drop_console; the classic JS minifier with DCE. Removes dead branches/vars at the minify stage; typical savings: 10-30%.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Closure Compiler ADVANCED  [JAH-ADC-000005]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Whole-program optimization with aggressive renaming and removal. Removes dead code aggressively at the compile stage; typical savings: 30-60%.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dead code eliminator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JAH-ADC-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Ship only the code you use — tree-shakers, linkers, and optimizers that delete the dead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https://justinahiggins614-cmyk.github.io/jah-databases/db/automated-dead-code-elimination/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https://justinahiggins614-cmyk.github.io/jah-databases-data-1/data/automated-dead-code-elimination/index.jsonl.gz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
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interactive-dependency-constellations-signature/" TargetMode="External"/><Relationship Id="rId3" Type="http://schemas.openxmlformats.org/officeDocument/2006/relationships/hyperlink" Target="https://justinahiggins614-cmyk.github.io/jah-databases-data-1/data/interactive-dependency-constellations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JAH Signature Interactive Dependency Constellations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Interactive visualizations that map software dependencies as navigable constellations. (Signature edition — original techniques by Justin Addam Higgins.)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JAH Signature Interactive Dependency Constellations Database holds 15 dependency visualization techniques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Interactive visualizations that map software dependencies as navigable constellations. (Signature edition — original techniques by Justin Addam Higgins.)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— Justin Addam Higgins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Force-Directed Layouts  [JAH-IDC-S-000001]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Lays out dependency graphs with force-directed simulation: springs pull related modules together, repulsion spreads them. Clusters emerge visually; the layout is the analysis. It is the default for 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Dependency Matrices  [JAH-IDC-S-000002]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Shows dependencies as adjacency matrices where cell darkness marks coupling. Matrices scale better than node-link for dense graphs; patterns like layers pop out. Architects read them at a glance. Thi…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Module Constellations  [JAH-IDC-S-000003]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Renders modules as star constellations with brightness for importance. The metaphor makes architecture memorable; teams talk about 'the bright cluster'. It aids discussion more than analysis. This is…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Interactive Filtering  [JAH-IDC-S-000004]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Filters the constellation interactively: by layer, by team, by change frequency. Sliders and search prune the noise; focus follows the question. Exploration beats static pictures. This is a Signature…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Impact Analysis  [JAH-IDC-S-000005]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Computes the blast radius of a change by walking dependents transitively. Before editing, developers see everything affected; the map prevents surprise breakage. It is the most practical graph query.…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dependency visualization technique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JAH-IDC-S-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JAH Interactive Dependency Constellations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Interactive visualizations that map software dependencies as navigable constellations. (Signature edition — original techniques by Justin Addam Higgins.)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https://justinahiggins614-cmyk.github.io/jah-databases/db/interactive-dependency-constellations-signature/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https://justinahiggins614-cmyk.github.io/jah-databases-data-1/data/interactive-dependency-constellations-signature/index.jsonl.gz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
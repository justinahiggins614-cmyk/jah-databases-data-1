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kit-dataset-diff-engine/" TargetMode="External"/><Relationship Id="rId3" Type="http://schemas.openxmlformats.org/officeDocument/2006/relationships/hyperlink" Target="https://justinahiggins614-cmyk.github.io/jah-databases-data-1/data/archive-toolkit-dataset-diff-engin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Dataset Diff Engine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Compares whole dataset versions: added, changed, deleted.</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Dataset Diff Engine Database holds 15 dataset diff records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Compares whole dataset versions: added, changed, deleted.</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methods compiled from standard information-extraction and knowledge-organization practice. Assembled for the JAH Databases archive.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Dataset Diff Engine: a plain-language overview  [JAH-ATK182-000001]</a:t>
            </a:r>
          </a:p>
          <a:p>
            <a:pPr algn="l">
              <a:spcAft>
                <a:spcPts val="1000"/>
              </a:spcAft>
            </a:pPr>
            <a:r>
              <a:rPr sz="1400" b="0">
                <a:solidFill>
                  <a:srgbClr val="D5DBDB"/>
                </a:solidFill>
                <a:latin typeface="Calibri"/>
              </a:rPr>
              <a:t>   Overview: what the Dataset Diff Engine does and why archives need it. A dataset diff engine compares two versions of a whole dataset and tells you exactly what changed: which records were added, whic…</a:t>
            </a:r>
          </a:p>
          <a:p>
            <a:pPr algn="l">
              <a:spcAft>
                <a:spcPts val="200"/>
              </a:spcAft>
            </a:pPr>
            <a:r>
              <a:rPr sz="1700" b="1">
                <a:solidFill>
                  <a:srgbClr val="FFFFFF"/>
                </a:solidFill>
                <a:latin typeface="Calibri"/>
              </a:rPr>
              <a:t>2. How the Dataset Diff Engine works  [JAH-ATK182-000002]</a:t>
            </a:r>
          </a:p>
          <a:p>
            <a:pPr algn="l">
              <a:spcAft>
                <a:spcPts val="1000"/>
              </a:spcAft>
            </a:pPr>
            <a:r>
              <a:rPr sz="1400" b="0">
                <a:solidFill>
                  <a:srgbClr val="D5DBDB"/>
                </a:solidFill>
                <a:latin typeface="Calibri"/>
              </a:rPr>
              <a:t>   Overview: what the Dataset Diff Engine does and why archives need it. Real diff engines index both snapshots by primary key, then classify every key as added (new key), deleted (missing key), unchang…</a:t>
            </a:r>
          </a:p>
          <a:p>
            <a:pPr algn="l">
              <a:spcAft>
                <a:spcPts val="200"/>
              </a:spcAft>
            </a:pPr>
            <a:r>
              <a:rPr sz="1700" b="1">
                <a:solidFill>
                  <a:srgbClr val="FFFFFF"/>
                </a:solidFill>
                <a:latin typeface="Calibri"/>
              </a:rPr>
              <a:t>3. How the Dataset Diff Engine works: the deep tour  [JAH-ATK182-000003]</a:t>
            </a:r>
          </a:p>
          <a:p>
            <a:pPr algn="l">
              <a:spcAft>
                <a:spcPts val="1000"/>
              </a:spcAft>
            </a:pPr>
            <a:r>
              <a:rPr sz="1400" b="0">
                <a:solidFill>
                  <a:srgbClr val="D5DBDB"/>
                </a:solidFill>
                <a:latin typeface="Calibri"/>
              </a:rPr>
              <a:t>   Overview: what the Dataset Diff Engine does and why archives need it. Real diff engines index both snapshots by primary key, then classify every key as added (new key), deleted (missing key), unchang…</a:t>
            </a:r>
          </a:p>
          <a:p>
            <a:pPr algn="l">
              <a:spcAft>
                <a:spcPts val="200"/>
              </a:spcAft>
            </a:pPr>
            <a:r>
              <a:rPr sz="1700" b="1">
                <a:solidFill>
                  <a:srgbClr val="FFFFFF"/>
                </a:solidFill>
                <a:latin typeface="Calibri"/>
              </a:rPr>
              <a:t>4. Key-based record matching: the simple idea  [JAH-ATK182-000004]</a:t>
            </a:r>
          </a:p>
          <a:p>
            <a:pPr algn="l">
              <a:spcAft>
                <a:spcPts val="1000"/>
              </a:spcAft>
            </a:pPr>
            <a:r>
              <a:rPr sz="1400" b="0">
                <a:solidFill>
                  <a:srgbClr val="D5DBDB"/>
                </a:solidFill>
                <a:latin typeface="Calibri"/>
              </a:rPr>
              <a:t>   Core method: key-based record matching - how it works inside the Dataset Diff Engine. A dataset diff engine compares two versions of a whole dataset and tells you exactly what changed: which records…</a:t>
            </a:r>
          </a:p>
          <a:p>
            <a:pPr algn="l">
              <a:spcAft>
                <a:spcPts val="200"/>
              </a:spcAft>
            </a:pPr>
            <a:r>
              <a:rPr sz="1700" b="1">
                <a:solidFill>
                  <a:srgbClr val="FFFFFF"/>
                </a:solidFill>
                <a:latin typeface="Calibri"/>
              </a:rPr>
              <a:t>5. Key-based record matching in practice  [JAH-ATK182-000005]</a:t>
            </a:r>
          </a:p>
          <a:p>
            <a:pPr algn="l">
              <a:spcAft>
                <a:spcPts val="1000"/>
              </a:spcAft>
            </a:pPr>
            <a:r>
              <a:rPr sz="1400" b="0">
                <a:solidFill>
                  <a:srgbClr val="D5DBDB"/>
                </a:solidFill>
                <a:latin typeface="Calibri"/>
              </a:rPr>
              <a:t>   Core method: key-based record matching - how it works inside the Dataset Diff Engine. Real diff engines index both snapshots by primary key, then classify every key as added (new key), deleted (missi…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dataset diff record</a:t>
            </a:r>
          </a:p>
          <a:p>
            <a:pPr algn="l">
              <a:spcAft>
                <a:spcPts val="1000"/>
              </a:spcAft>
            </a:pPr>
            <a:r>
              <a:rPr sz="2000" b="0">
                <a:solidFill>
                  <a:srgbClr val="FFFFFF"/>
                </a:solidFill>
                <a:latin typeface="Calibri"/>
              </a:rPr>
              <a:t>ID prefix:  JAH-ATK182-</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Diff Engineer</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Compares whole dataset versions: added, changed, deleted.</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https://justinahiggins614-cmyk.github.io/jah-databases/db/archive-toolkit-dataset-diff-engine/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https://justinahiggins614-cmyk.github.io/jah-databases-data-1/data/archive-toolkit-dataset-diff-engine/index.jsonl.gz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
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model-identifiability/" TargetMode="External"/><Relationship Id="rId3" Type="http://schemas.openxmlformats.org/officeDocument/2006/relationships/hyperlink" Target="https://justinahiggins614-cmyk.github.io/jah-databases-data-1/data/scientific-model-identifi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Model Identifiability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Can the data actually pin down the parameters? Structural and practical identifiability analyses.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Model Identifiability Database holds 20 identifiability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 the data actually pin down the parameters? Structural and practical identifiability analyses.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Exponential decay: identifiable  [JAH-SMI-000001]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decay model y = a*exp(-b*t) is structurally identifiable: a and b are uniquely determined by perfect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Two exponentials: practical issues  [JAH-SMI-000002]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Sums of exponentials are structurally identifiable but practically hard: similar rates blur together in noisy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Correlated slope and intercept  [JAH-SMI-000003]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 regression with uncentered x, slope and intercept correlate at 0.97. Centering fixes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Insensitive parameter in ODE  [JAH-SMI-000004]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third rate constant barely affects the output: sensitivity near zero. It cannot be estimated from this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Profile likelihood flat valley  [JAH-SMI-000005]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profile likelihood for the EC50 is flat over an order of magnitude: the data does not pin it 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identifiability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Model Identifiability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 the data actually pin down the parameters? Structural and practical identifiability analyses.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https://justinahiggins614-cmyk.github.io/jah-databases/db/scientific-model-identifiability/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https://justinahiggins614-cmyk.github.io/jah-databases-data-1/data/scientific-model-identifiability/index.jsonl.gz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
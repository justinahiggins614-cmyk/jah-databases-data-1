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bytecode-optimization-passes-signature/" TargetMode="External"/><Relationship Id="rId3" Type="http://schemas.openxmlformats.org/officeDocument/2006/relationships/hyperlink" Target="https://justinahiggins614-cmyk.github.io/jah-databases-data-1/data/bytecode-optimization-pass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Bytecode Optimization Passes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The optimizer passes that rewrite bytecode — LLVM, JVM, V8, and WASM pass pipelines.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Bytecode Optimization Passes Database holds 15 bytecode optimization passs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optimizer passes that rewrite bytecode — LLVM, JVM, V8, and WASM pass pipelines.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SigFold-Const  [JAH-BYTECO-S-000001]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interprocedural constant folding with range analysis. Runs on SigIR; it folds constants globally. Pipeline order: early, repeated.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SigInline-Smart  [JAH-BYTECO-S-000002]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ML-guided inlining with size budgets per call site. Runs on SigIR; it guided inlining. Pipeline order: early.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SigLoop-Poly  [JAH-BYTECO-S-000003]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polyhedral loop optimization for scientific kernels. Runs on SigIR; it loop transforms. Pipeline order: loop pipeline.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SigVec-Force  [JAH-BYTECO-S-000004]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forced vectorization with scalar fallbacks verified. Runs on SigIR; it vectorizes loops. Pipeline order: late.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SigEscape-IR  [JAH-BYTECO-S-000005]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escape analysis feeding stack allocation decisions. Runs on SigIR; it escape proofs. Pipeline order: mid.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bytecode optimization pass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JAH-BYTECO-S-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Optimizer Scientist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optimizer passes that rewrite bytecode — LLVM, JVM, V8, and WASM pass pipelines.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https://justinahiggins614-cmyk.github.io/jah-databases/db/bytecode-optimization-passes-signature/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https://justinahiggins614-cmyk.github.io/jah-databases-data-1/data/bytecode-optimization-passes-signature/index.jsonl.gz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
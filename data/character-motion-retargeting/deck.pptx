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haracter-motion-retargeting/" TargetMode="External"/><Relationship Id="rId3" Type="http://schemas.openxmlformats.org/officeDocument/2006/relationships/hyperlink" Target="https://justinahiggins614-cmyk.github.io/jah-databases-data-1/data/character-motion-retarget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Character Motion Retargeting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Moving motion between bodies — skeleton maps, scale adaptation, and contact preservation.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Character Motion Retargeting Database holds 20 motion retargeting cases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Moving motion between bodies — skeleton maps, scale adaptation, and contact preservation.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records organized in the Signature system —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Skeleton joint mapping  [JAH-CHARAC-000001]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Source joints are mapped to target joints by name and hierarchy.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Scale to child character  [JAH-CHARAC-000002]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Adult motion is scaled to a child character: shorter limbs, same timing.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Foot lock on ground  [JAH-CHARAC-000003]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Feet are locked to the ground during contact phases to stop sliding.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Hand contact preserve  [JAH-CHARAC-000004]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Hand contacts on the table are preserved through the retarget.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Facial retarget  [JAH-CHARAC-000005]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Facial performance is retargeted via blendshape correspondence.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motion retargeting case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JAH-CHARAC-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Motion Retargeting Artist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Moving motion between bodies — skeleton maps, scale adaptation, and contact preservation.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https://justinahiggins614-cmyk.github.io/jah-databases/db/character-motion-retargeting/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https://justinahiggins614-cmyk.github.io/jah-databases-data-1/data/character-motion-retargeting/index.jsonl.gz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
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apability-dependency-graph-signature/" TargetMode="External"/><Relationship Id="rId3" Type="http://schemas.openxmlformats.org/officeDocument/2006/relationships/hyperlink" Target="https://justinahiggins614-cmyk.github.io/jah-databases-data-1/data/capability-dependency-graph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Database Capability Dependency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Dependency edges between capabilities: what needs what.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Database Capability Dependency Graph holds 20 dependency edges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Dependency edges between capabilities: what needs what.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by Justin Addam Higgins - a Signature-authored concept,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Seeking Rooted in the Index  [JAH-CAPABI3-S-000001]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root: the seeking power grows from the index-soil; thin soil, thin seeking. The root is named, so gardeners tend it. Teaching ladder: rank 1 — the concept in its simplest, most 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Doing Bound to the Circle  [JAH-CAPABI3-S-000002]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binding: the doing hand works only within its warded circle. When the circle falls, the hand rests - the binding explains why. Teaching ladder: rank 1 — the concept in its simple…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Tongue Bound to the Token-Knife  [JAH-CAPABI3-S-000003]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binding of the tongue to its token-knife; a changed knife changes speech. The binding pins the knife, keeping speech true. Teaching ladder: rank 1 — the concept in its simplest,…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Sight Needing the Fire-Stones  [JAH-CAPABI3-S-000004]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need: sight at speed requires the fire-stones' heat. The need routes sight to where the stones burn. Teaching ladder: rank 1 — the concept in its simplest, most direct form. This…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Far-Speaking Needing True Seals  [JAH-CAPABI3-S-000005]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need: speaking to far powers requires unbroken seals. The need renews the seals before they crumble. Teaching ladder: rank 1 — the concept in its simplest, most direct form. This…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dependency edge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JAH-CAPABI3-S-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Dependency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Dependency edges between capabilities: what needs what.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https://justinahiggins614-cmyk.github.io/jah-databases/db/capability-dependency-graph-signature/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https://justinahiggins614-cmyk.github.io/jah-databases-data-1/data/capability-dependency-graph-signature/index.jsonl.gz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
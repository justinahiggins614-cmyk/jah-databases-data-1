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mandarin-chinese-signature/" TargetMode="External"/><Relationship Id="rId3" Type="http://schemas.openxmlformats.org/officeDocument/2006/relationships/hyperlink" Target="https://justinahiggins614-cmyk.github.io/jah-databases-data-1/data/names-mandarin-chines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Mandarin Chinese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Mandarin Chinese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Mandarin Chinese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Mandarin Chinese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Wei 伟 - sound, structure, and naming power  [JAH-NMMCS-000001]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Mandarin Chinese masculine name Wei 伟. Sound: 1 syllables, open vowels. Structure: A leading character in boys' names, chosen for strength.. Recorded meaning: Great. Nam…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Fang 芳 - sound, structure, and naming power  [JAH-NMMCS-000002]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Mandarin Chinese feminine name Fang 芳. Sound: 1 syllables, firm consonant close. Structure: A classic character in girls' names, evoking flowers.. Recorded meaning: Frag…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Lei 磊 - sound, structure, and naming power  [JAH-NMMCS-000003]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Mandarin Chinese masculine name Lei 磊. Sound: 1 syllables, open vowels. Structure: Built from three 'stone' characters; suggests firmness.. Recorded meaning: Piles of st…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Min 敏 - sound, structure, and naming power  [JAH-NMMCS-000004]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Mandarin Chinese unisex name Min 敏. Sound: 1 syllables, firm consonant close. Structure: A popular unisex character meaning agile of mind.. Recorded meaning: Quick, clev…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Mandarin Chinese naming framework  [JAH-NMMCS-000005]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Mandarin Chinese names. Forging a new Signature name runs in four passes: sound (two to four syllables that read aloud cleanly), meaning (one plain-language gloss, ne…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JAH-NMMCS-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Mandarin Chinese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Mandarin Chinese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https://justinahiggins614-cmyk.github.io/jah-databases/db/names-mandarin-chinese-signature/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https://justinahiggins614-cmyk.github.io/jah-databases-data-1/data/names-mandarin-chinese-signature/index.jsonl.gz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
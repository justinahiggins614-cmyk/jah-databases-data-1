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rusted-execution-environment-tee-integration-signature/" TargetMode="External"/><Relationship Id="rId3" Type="http://schemas.openxmlformats.org/officeDocument/2006/relationships/hyperlink" Target="https://justinahiggins614-cmyk.github.io/jah-databases-data-1/data/trusted-execution-environment-tee-integ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Trusted Execution Environment (TEE)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Trusted Execution Environment (TEE) Integration Database holds 15 TEE integration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TEE Measurement Registry  [JAH-TEE-S-000001]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enclave build's measurements are registered with its source version and audit status — the allowlist is a queryable registry, not a text file. Deployments verify against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ARM TrustZone  [JAH-TEE-S-000002]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TrustZone splits the processor into secure and normal worlds, with the secure world running trusted apps (keystore, DRM, biometric matching) isolated by hardware. It's the TEE in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TEE Measurement Registry  [JAH-TEE-S-000003]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enclave build's measurements are registered with its source version and audit status — the allowlist is a queryable registry, not a text file. Deployments verify against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ARM TrustZone  [JAH-TEE-S-000004]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TrustZone splits the processor into secure and normal worlds, with the secure world running trusted apps (keystore, DRM, biometric matching) isolated by hardware. It's the TEE in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Confidential containers  [JAH-TEE-S-000005]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Confidential containers (CoCo, Azure ACI) run standard container images inside TEEs — no enclave rewrite needed. The container runtime is measured and attested; the image's layers…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TEE integration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TEE Integration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Hardware-rooted trust: running sensitive code inside enclaves.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https://justinahiggins614-cmyk.github.io/jah-databases/db/trusted-execution-environment-tee-integration-signature/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https://justinahiggins614-cmyk.github.io/jah-databases-data-1/data/trusted-execution-environment-tee-integration-signature/index.jsonl.gz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
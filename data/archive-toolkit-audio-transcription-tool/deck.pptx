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o-transcription-tool/" TargetMode="External"/><Relationship Id="rId3" Type="http://schemas.openxmlformats.org/officeDocument/2006/relationships/hyperlink" Target="https://justinahiggins614-cmyk.github.io/jah-databases-data-1/data/archive-toolkit-audio-transcription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Audio Transcription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Audio Transcription Tool Database holds 15 transcription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Audio Transcription Tool: a plain-language overview  [JAH-ATK154-000001]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Audio Transcription Tool does and why archives need it. An audio transcription tool listens to a recording and writes down the words it hears. It first finds the parts that actuall…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Audio Transcription Tool works  [JAH-ATK154-000002]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Audio Transcription Tool does and why archives need it. Real transcription pipelines start with voice activity detection (VAD), which uses short-time energy and zero-crossing rate…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Audio Transcription Tool works: the deep tour  [JAH-ATK154-000003]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Audio Transcription Tool does and why archives need it. Real transcription pipelines start with voice activity detection (VAD), which uses short-time energy and zero-crossing rate…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Voice activity detection and chunking: the simple idea  [JAH-ATK154-000004]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voice activity detection and chunking - how it works inside the Audio Transcription Tool. An audio transcription tool listens to a recording and writes down the words it hears. It first…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Voice activity detection and chunking in practice  [JAH-ATK154-000005]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voice activity detection and chunking - how it works inside the Audio Transcription Tool. Real transcription pipelines start with voice activity detection (VAD), which uses short-time 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transcription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Speech Scribe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https://justinahiggins614-cmyk.github.io/jah-databases/db/archive-toolkit-audio-transcription-tool/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https://justinahiggins614-cmyk.github.io/jah-databases-data-1/data/archive-toolkit-audio-transcription-tool/index.jsonl.gz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
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terminism-enforcement-signature/" TargetMode="External"/><Relationship Id="rId3" Type="http://schemas.openxmlformats.org/officeDocument/2006/relationships/hyperlink" Target="https://justinahiggins614-cmyk.github.io/jah-databases-data-1/data/determinism-enforceme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Determinism Enforcement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Same input, same output: enforcing determinism across the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Determinism Enforcement Database holds 15 determinism enforcement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Same input, same output: enforcing determinism across the stack.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Determinism Attestation  [JAH-DETERM2-S-000001]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builds and runs carry a determinism attestation — what was pinned (seeds, timestamps, toolchain), the output hash, and independent verification results. Consumers check the attesta…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Deterministic scheduling (dthreads)  [JAH-DETERM2-S-000002]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Thread scheduling is the classic nondeterminism source; deterministic schedulers (DThreads, Kendo) serialize or order thread execution deterministically. Same input, same thread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Determinism Attestation  [JAH-DETERM2-S-000003]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builds and runs carry a determinism attestation — what was pinned (seeds, timestamps, toolchain), the output hash, and independent verification results. Consumers check the attesta…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Deterministic scheduling (dthreads)  [JAH-DETERM2-S-000004]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Thread scheduling is the classic nondeterminism source; deterministic schedulers (DThreads, Kendo) serialize or order thread execution deterministically. Same input, same thread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Content-addressed determinism checks  [JAH-DETERM2-S-000005]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operational check: run twice, hash everything, compare. Content-addressed pipelines (Nix, Bazel remote execution) treat the output hash as the determinism verdict — matching ha…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determinism enforcement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JAH-DETERM2-S-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Determinism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Same input, same output: enforcing determinism across the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https://justinahiggins614-cmyk.github.io/jah-databases/db/determinism-enforcement-signature/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https://justinahiggins614-cmyk.github.io/jah-databases-data-1/data/determinism-enforcement-signature/index.jsonl.gz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
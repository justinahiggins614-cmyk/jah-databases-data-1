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ile-ranker-scorer/" TargetMode="External"/><Relationship Id="rId3" Type="http://schemas.openxmlformats.org/officeDocument/2006/relationships/hyperlink" Target="https://justinahiggins614-cmyk.github.io/jah-databases-data-1/data/file-ranker-scor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File Ranker and Scorer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Scores and ranks every file in every database — the published deterministic rubric, per-field leaderboards, and evidence on every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File Ranker and Scorer Database holds 15 file scores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Scores and ranks every file in every database — the published deterministic rubric, per-field leaderboards, and evidence on every score.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Scoring evidence curated from the network's own validation, demo, and proof databases; every check re-run in the scoring pass of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Completeness — the record-completeness dimension  [JAH-FRSC-000001]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Completeness asks the plain question: is everything there that the database claims to hold? It checks three things against the manifest and the files on disk. First, the parsed index row count must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Validity — the schema-validity dimension  [JAH-FRSC-000002]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Validity checks that the data is machine-trustworthy: it must parse, its identifiers must be unique and correctly prefixed, its slug must be well-formed, and its slug must not collide with any slug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Demo-Executed — the demo-proof dimension  [JAH-FRSC-000003]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demo program that only exists is not proof — this dimension separates demos that merely parse from demos that actually ran. It is tiered, so a file lands on exactly one rung: 10 if at least one 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Description Depth — the prose-quality dimension  [JAH-FRSC-000004]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record must be human-readable prose, not a stub. This dimension measures description word counts across all of the file's records: the mean description length and the weakest record's length.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Spec-Linked — the lineage dimension  [JAH-FRSC-000005]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ranked file should be traceable to the system's lineage records: a filed spec in the spec catalog, a wiki entry, and a dictionary definition. Partial credit is honest here — the rubric awards what…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file score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JAH-FRSC-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File Ranker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Scores and ranks every file in every database — the published deterministic rubric, per-field leaderboards, and evidence on every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https://justinahiggins614-cmyk.github.io/jah-databases/db/file-ranker-scorer/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https://justinahiggins614-cmyk.github.io/jah-databases-data-1/data/file-ranker-scorer/index.jsonl.gz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
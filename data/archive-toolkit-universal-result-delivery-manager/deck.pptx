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universal-result-delivery-manager/" TargetMode="External"/><Relationship Id="rId3" Type="http://schemas.openxmlformats.org/officeDocument/2006/relationships/hyperlink" Target="https://justinahiggins614-cmyk.github.io/jah-databases-data-1/data/archive-toolkit-universal-result-delivery-manag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Universal Result Delivery Manager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Delivers results as text, structured data, files, links, or other supported outputs.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Universal Result Delivery Manager Database holds 15 delivery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Delivers results as text, structured data, files, links, or other supported outputs.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documents established, real-world methods for universal result delivery manager;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Multi-format rendering — Universal Result Delivery Manager  [JAH-ATK220-0001]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universal result delivery manager is the last mile of the archive: it takes a result set and renders it into whatever shape the consumer needs — plain text, structured JSON, downloadable files, 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Channel selection — Universal Result Delivery Manager  [JAH-ATK220-0002]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universal result delivery manager is the last mile of the archive: it takes a result set and renders it into whatever shape the consumer needs — plain text, structured JSON, downloadable files, 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Deep-link generation — Universal Result Delivery Manager  [JAH-ATK220-0003]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universal result delivery manager is the last mile of the archive: it takes a result set and renders it into whatever shape the consumer needs — plain text, structured JSON, downloadable files, 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Adaptive summarization — Universal Result Delivery Manager  [JAH-ATK220-0004]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universal result delivery manager is the last mile of the archive: it takes a result set and renders it into whatever shape the consumer needs — plain text, structured JSON, downloadable files, 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Redaction by channel — Universal Result Delivery Manager  [JAH-ATK220-0005]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universal result delivery manager is the last mile of the archive: it takes a result set and renders it into whatever shape the consumer needs — plain text, structured JSON, downloadable files, 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delivery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JAH-ATK220-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Result Delivery Manager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Delivers results as text, structured data, files, links, or other supported outputs.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https://justinahiggins614-cmyk.github.io/jah-databases/db/archive-toolkit-universal-result-delivery-manager/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https://justinahiggins614-cmyk.github.io/jah-databases-data-1/data/archive-toolkit-universal-result-delivery-manager/index.jsonl.gz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
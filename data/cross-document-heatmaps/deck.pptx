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document-heatmaps/" TargetMode="External"/><Relationship Id="rId3" Type="http://schemas.openxmlformats.org/officeDocument/2006/relationships/hyperlink" Target="https://justinahiggins614-cmyk.github.io/jah-databases-data-1/data/cross-document-heatmap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Cross-Document Heatmaps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Cross-Document Heatmaps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Term Frequency Grid  [JAH-CDH-000001]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Term Frequency Grid is a analysis ability in the Cross-Document Heatmaps database. Builds a document-by-term grid showing where each term burns hottest. Terms are counted per document and normalized…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Topic Cluster Overlay  [JAH-CDH-000002]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Topic Cluster Overlay is a analysis ability in the Cross-Document Heatmaps database. Overlays topic clusters on the heatmap so themes show as warm regions. Topics from a topic model are mapped to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Coverage Gap Finder  [JAH-CDH-000003]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Gap Finder is a analysis ability in the Cross-Document Heatmaps database. Finds the cold cells — topics a document set should cover but barely mentions. Expected topics come from a reference…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Entity Co-Occurrence Heat  [JAH-CDH-000004]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Entity Co-Occurrence Heat is a analysis ability in the Cross-Document Heatmaps database. Shows which named entities appear together across the corpus. Entity pairs are counted per document; the matri…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Temporal Heat Strip  [JAH-CDH-000005]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Temporal Heat Strip is a analysis ability in the Cross-Document Heatmaps database. Shows how topic heat moves through time across dated documents. Documents are binned by date; each bin's warmth is 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JAH-CDH-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Cross-Document Heatmaps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hot and cold spots of meaning across many documents — where topics cluster, repeat, or 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https://justinahiggins614-cmyk.github.io/jah-databases/db/cross-document-heatmaps/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https://justinahiggins614-cmyk.github.io/jah-databases-data-1/data/cross-document-heatmaps/index.jsonl.gz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
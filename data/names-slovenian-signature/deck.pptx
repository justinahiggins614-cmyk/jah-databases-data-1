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lovenian-signature/" TargetMode="External"/><Relationship Id="rId3" Type="http://schemas.openxmlformats.org/officeDocument/2006/relationships/hyperlink" Target="https://justinahiggins614-cmyk.github.io/jah-databases-data-1/data/names-sloven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Slovenian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Slovenian style — new creations built from real Slovenian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Slovenian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Slovenian style — new creations built from real Slovenian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Slovenian Names Database from genuine Slovenian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Slovenian-style given name: Janezmir  [JAH-NMSS13-000001]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Janezmir is a Signature original Slovenian-style given name, created for the Signature Slovenian Names Database. From Janez + mir (peace). It is labeled a Signature creation and is not a traditional…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Slovenian-style given name: Marijaslava  [JAH-NMSS13-000002]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Marijaslava is a Signature original Slovenian-style given name, created for the Signature Slovenian Names Database. From Marija + slava (glory). It is labeled a Signature creation and is not a tradit…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Slovenian-style given name: Francmil  [JAH-NMSS13-000003]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Francmil is a Signature original Slovenian-style given name, created for the Signature Slovenian Names Database. From Franc + mil (dear). It is labeled a Signature creation and is not a traditional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Slovenian-style given name: Anagora  [JAH-NMSS13-000004]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Anagora is a Signature original Slovenian-style given name, created for the Signature Slovenian Names Database. From Ana + gora (mountain). It is labeled a Signature creation and is not a traditional…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Slovenian-style given name: Markomorje  [JAH-NMSS13-000005]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Markomorje is a Signature original Slovenian-style given name, created for the Signature Slovenian Names Database. From Marko + morje (sea). It is labeled a Signature creation and is not a traditiona…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JAH-NMSS13-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Slovenian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Slovenian style — new creations built from real Slovenian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https://justinahiggins614-cmyk.github.io/jah-databases/db/names-slovenian-signature/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https://justinahiggins614-cmyk.github.io/jah-databases-data-1/data/names-slovenian-signature/index.jsonl.gz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
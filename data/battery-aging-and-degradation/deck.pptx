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battery-aging-and-degradation/" TargetMode="External"/><Relationship Id="rId3" Type="http://schemas.openxmlformats.org/officeDocument/2006/relationships/hyperlink" Target="https://justinahiggins614-cmyk.github.io/jah-databases-data-1/data/battery-aging-and-degrad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Battery Aging and Degradation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SEI growth, capacity fade, and cycle-life models that predict how batteries age and 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Battery Aging and Degradation Database holds 20 battery aging records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SEI growth, capacity fade, and cycle-life models that predict how batteries age and die.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N1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SEI Layer Growth Model  [JAH-BATTER-000001]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solid-electrolyte interphase grows on the anode, consuming lithium and raising resistance. Growth follows roughly square-root-of-time kinetics. SEI is the main calendar-aging thief.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Capacity Fade Tracking  [JAH-BATTER-000002]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Capacity is measured each cycle by coulomb counting; the fade curve reveals the aging rate. Knee points warn of accelerating death. Tracking turns aging into a number.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Cycle Life Testing  [JAH-BATTER-000003]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Cells are cycled until 80% capacity under controlled conditions; the cycle count is the rated life. Temperature and rate accelerate the test. Life gets a number.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Calendar Aging Tests  [JAH-BATTER-000004]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Cells sit at various SoC and temperature while capacity is measured periodically; high SoC and heat age fastest. Storage guidance comes from this data. Sitting still still ages.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EIS Health Diagnostics  [JAH-BATTER-000005]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Electrochemical impedance spectroscopy measures the cell's impedance spectrum; growing semicircles mean growing SEI. EIS is the battery's blood test. Health gets a spectrum.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20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battery aging record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JAH-BATTER-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20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Battery Guide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SEI growth, capacity fade, and cycle-life models that predict how batteries age and die.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https://justinahiggins614-cmyk.github.io/jah-databases/db/battery-aging-and-degradation/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https://justinahiggins614-cmyk.github.io/jah-databases-data-1/data/battery-aging-and-degradation/index.jsonl.gz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
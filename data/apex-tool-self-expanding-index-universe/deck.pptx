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pex-tool-self-expanding-index-universe/" TargetMode="External"/><Relationship Id="rId3" Type="http://schemas.openxmlformats.org/officeDocument/2006/relationships/hyperlink" Target="https://justinahiggins614-cmyk.github.io/jah-databases-data-1/data/apex-tool-self-expanding-index-univers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Self-Expanding Index Universe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Generates specialized indexes for newly discovered subject areas and integrates them into the global discovery layer — the index that builds indexes.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Self-Expanding Index Universe Database holds 15 apex tools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Generates specialized indexes for newly discovered subject areas and integrates them into the global discovery layer — the index that builds indexes.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Public-record survey compiled 2026-10-21 from: automatic index selection (DB2, SQL Server); vertical search engines; schema inference (JSON schema discovery); Solr/Elasticsearch dynamic mapping. Fact-checked against public sources.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What the Index Universe is  [JAH-APX16-000001]</a:t>
            </a:r>
          </a:p>
          <a:p>
            <a:pPr algn="l">
              <a:spcAft>
                <a:spcPts val="1000"/>
              </a:spcAft>
            </a:pPr>
            <a:r>
              <a:rPr sz="1400" b="0">
                <a:solidFill>
                  <a:srgbClr val="D5DBDB"/>
                </a:solidFill>
                <a:latin typeface="Calibri"/>
              </a:rPr>
              <a:t>   The universe watches what people search for and what has no good index, then builds the missing indexes itself: defining the schema from the data, choosing ranking signals, setting update policies, a…</a:t>
            </a:r>
          </a:p>
          <a:p>
            <a:pPr algn="l">
              <a:spcAft>
                <a:spcPts val="200"/>
              </a:spcAft>
            </a:pPr>
            <a:r>
              <a:rPr sz="1700" b="1">
                <a:solidFill>
                  <a:srgbClr val="FFFFFF"/>
                </a:solidFill>
                <a:latin typeface="Calibri"/>
              </a:rPr>
              <a:t>2. Index charter data model  [JAH-APX16-000002]</a:t>
            </a:r>
          </a:p>
          <a:p>
            <a:pPr algn="l">
              <a:spcAft>
                <a:spcPts val="1000"/>
              </a:spcAft>
            </a:pPr>
            <a:r>
              <a:rPr sz="1400" b="0">
                <a:solidFill>
                  <a:srgbClr val="D5DBDB"/>
                </a:solidFill>
                <a:latin typeface="Calibri"/>
              </a:rPr>
              <a:t>   Every generated index carries a charter: its subject, schema, ranking signals, update policy, quality bar, owner, and sunset review date. The charter is the index's birth certificate and its performa…</a:t>
            </a:r>
          </a:p>
          <a:p>
            <a:pPr algn="l">
              <a:spcAft>
                <a:spcPts val="200"/>
              </a:spcAft>
            </a:pPr>
            <a:r>
              <a:rPr sz="1700" b="1">
                <a:solidFill>
                  <a:srgbClr val="FFFFFF"/>
                </a:solidFill>
                <a:latin typeface="Calibri"/>
              </a:rPr>
              <a:t>3. Subject-gap detection algorithm  [JAH-APX16-000003]</a:t>
            </a:r>
          </a:p>
          <a:p>
            <a:pPr algn="l">
              <a:spcAft>
                <a:spcPts val="1000"/>
              </a:spcAft>
            </a:pPr>
            <a:r>
              <a:rPr sz="1400" b="0">
                <a:solidFill>
                  <a:srgbClr val="D5DBDB"/>
                </a:solidFill>
                <a:latin typeface="Calibri"/>
              </a:rPr>
              <a:t>   The watcher finds subjects needing indexes: query logs show repeated searches with poor results, new collections arrive without indexing, and discovery tools report thin regions. Each candidate gap i…</a:t>
            </a:r>
          </a:p>
          <a:p>
            <a:pPr algn="l">
              <a:spcAft>
                <a:spcPts val="200"/>
              </a:spcAft>
            </a:pPr>
            <a:r>
              <a:rPr sz="1700" b="1">
                <a:solidFill>
                  <a:srgbClr val="FFFFFF"/>
                </a:solidFill>
                <a:latin typeface="Calibri"/>
              </a:rPr>
              <a:t>4. Index design algorithm  [JAH-APX16-000004]</a:t>
            </a:r>
          </a:p>
          <a:p>
            <a:pPr algn="l">
              <a:spcAft>
                <a:spcPts val="1000"/>
              </a:spcAft>
            </a:pPr>
            <a:r>
              <a:rPr sz="1400" b="0">
                <a:solidFill>
                  <a:srgbClr val="D5DBDB"/>
                </a:solidFill>
                <a:latin typeface="Calibri"/>
              </a:rPr>
              <a:t>   Designing an index means choosing its schema from the data's shape, its ranking signals from the subject's needs, and its update policy from the data's change rate. The designer samples the subject's…</a:t>
            </a:r>
          </a:p>
          <a:p>
            <a:pPr algn="l">
              <a:spcAft>
                <a:spcPts val="200"/>
              </a:spcAft>
            </a:pPr>
            <a:r>
              <a:rPr sz="1700" b="1">
                <a:solidFill>
                  <a:srgbClr val="FFFFFF"/>
                </a:solidFill>
                <a:latin typeface="Calibri"/>
              </a:rPr>
              <a:t>5. Index generation interface specification  [JAH-APX16-000005]</a:t>
            </a:r>
          </a:p>
          <a:p>
            <a:pPr algn="l">
              <a:spcAft>
                <a:spcPts val="1000"/>
              </a:spcAft>
            </a:pPr>
            <a:r>
              <a:rPr sz="1400" b="0">
                <a:solidFill>
                  <a:srgbClr val="D5DBDB"/>
                </a:solidFill>
                <a:latin typeface="Calibri"/>
              </a:rPr>
              <a:t>   Callers request an index for a subject and get a chartered, built, registered index — or a reasoned refusal when the gap does not clear the bar. The interface exposes design proposals for review, bui…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apex tool</a:t>
            </a:r>
          </a:p>
          <a:p>
            <a:pPr algn="l">
              <a:spcAft>
                <a:spcPts val="1000"/>
              </a:spcAft>
            </a:pPr>
            <a:r>
              <a:rPr sz="2000" b="0">
                <a:solidFill>
                  <a:srgbClr val="FFFFFF"/>
                </a:solidFill>
                <a:latin typeface="Calibri"/>
              </a:rPr>
              <a:t>ID prefix:  JAH-APX16-</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JAH Self-Expanding Index Universe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Generates specialized indexes for newly discovered subject areas and integrates them into the global discovery layer — the index that builds indexes.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https://justinahiggins614-cmyk.github.io/jah-databases/db/apex-tool-self-expanding-index-universe/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https://justinahiggins614-cmyk.github.io/jah-databases-data-1/data/apex-tool-self-expanding-index-universe/index.jsonl.gz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
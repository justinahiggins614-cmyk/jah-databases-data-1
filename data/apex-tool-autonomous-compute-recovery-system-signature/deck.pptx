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compute-recovery-system-signature/" TargetMode="External"/><Relationship Id="rId3" Type="http://schemas.openxmlformats.org/officeDocument/2006/relationships/hyperlink" Target="https://justinahiggins614-cmyk.github.io/jah-databases-data-1/data/apex-tool-autonomous-compute-recovery-system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Compute Recovery System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worker failures and reallocates unfinished tasks where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Compute Recovery System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worker failures and reallocates unfinished tasks where possible.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Heartbeat Warden  [JAH-APX67S-000001]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warden seals heartbeat verdicts per worker.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Suspicion Ladder  [JAH-APX67S-000002]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escalator seals each suspicion stage.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Failure Judge  [JAH-APX67S-000003]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Classifies failures with sealed signal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Task Ledger  [JAH-APX67S-000004]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ledger seals every assignment.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Reallocator  [JAH-APX67S-000005]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Reassigns with sealed plans.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Compute Recovery System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worker failures and reallocates unfinished tasks where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https://justinahiggins614-cmyk.github.io/jah-databases/db/apex-tool-autonomous-compute-recovery-system-signature/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https://justinahiggins614-cmyk.github.io/jah-databases-data-1/data/apex-tool-autonomous-compute-recovery-system-signature/index.jsonl.gz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
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gineering-interface-compatibility/" TargetMode="External"/><Relationship Id="rId3" Type="http://schemas.openxmlformats.org/officeDocument/2006/relationships/hyperlink" Target="https://justinahiggins614-cmyk.github.io/jah-databases-data-1/data/engineering-interface-compati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Engineering Interface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 these two things fit together? Checks, verdicts, and mitigations for engineering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Engineering Interface Compatibility Database holds 20 interface compatibility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 these two things fit together? Checks, verdicts, and mitigations for engineering interfaces.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USB-C plug to receptacle  [JAH-EIC-000001]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plug and receptacle mate mechanically and electrically. All 24 pins checked against the spec.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M12 sensor to cable  [JAH-EIC-000002]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M12 4-pin sensor meets the cable. Pinout matches; voltage within range.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HTTP/2 client to HTTP/1.1 server  [JAH-EIC-000003]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HTTP/2 client falls back to HTTP/1.1 via ALPN. The handshake negotiates cleanly.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Heat sink to CPU  [JAH-EIC-000004]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heat sink mates to the CPU with thermal paste. Contact resistance within budget.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Garden hose to faucet  [JAH-EIC-000005]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3/4-inch hose threads onto the faucet. Threads match; no leaks at 60 psi.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interface compatibility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JAH-EIC-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Interface Compatibility Checker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 these two things fit together? Checks, verdicts, and mitigations for engineering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https://justinahiggins614-cmyk.github.io/jah-databases/db/engineering-interface-compatibility/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https://justinahiggins614-cmyk.github.io/jah-databases-data-1/data/engineering-interface-compatibility/index.jsonl.gz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
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anta-jumps-configurations/" TargetMode="External"/><Relationship Id="rId3" Type="http://schemas.openxmlformats.org/officeDocument/2006/relationships/hyperlink" Target="https://justinahiggins614-cmyk.github.io/jah-databases-data-1/data/quanta-jumps-configuration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Quanta Jumps Configurations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'Quanta jumps' configurations — real quantum-jump physics cataloged per his framing.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Quanta Jumps Configurations Database holds 15 innovations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'Quanta jumps' configurations — real quantum-jump physics cataloged per his framing.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— transition wavelengths from published spectroscopic data; last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Hydrogen Lyman-Alpha Jump  [JAH-QUAN-000001]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strongest ultraviolet line in the universe: a hydrogen electron falling from the first excited state to the ground state. It lights up nebulae and the distant Lyman-alpha forest of quasars.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Hydrogen Lyman-Beta Jump  [JAH-QUAN-000002]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second Lyman line: a deeper fall to the ground state, carrying more energy per photon. Seen in hot stars and the intergalactic medium.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Hydrogen Balmer-Alpha (H-Alpha) Jump  [JAH-QUAN-000003]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famous red line of emission nebulae: the electron falls to the second level, releasing red light. Astronomers map star-forming regions in H-alpha.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Hydrogen Balmer-Beta (H-Beta) Jump  [JAH-QUAN-000004]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blue-green Balmer line, a standard candle for measuring stellar temperatures and the expansion of the universe.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Sodium D-Line Jump  [JAH-QUAN-000005]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doublet (589.0 / 589.6 nm) that makes sodium street lamps glow orange — and the Fraunhofer D lines in sunlight, revealing sodium in the Sun.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innovation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JAH-QUAN-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Quanta Jumps Configurations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'Quanta jumps' configurations — real quantum-jump physics cataloged per his framing.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https://justinahiggins614-cmyk.github.io/jah-databases/db/quanta-jumps-configurations/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https://justinahiggins614-cmyk.github.io/jah-databases-data-1/data/quanta-jumps-configurations/index.jsonl.gz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
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ndering-pipeline-compatibility-signature/" TargetMode="External"/><Relationship Id="rId3" Type="http://schemas.openxmlformats.org/officeDocument/2006/relationships/hyperlink" Target="https://justinahiggins614-cmyk.github.io/jah-databases-data-1/data/rendering-pipeline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Rendering Pipeline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Rendering Pipeline Compatibility Database holds 20 rendering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API Rosetta  [JAH-RPC-S-000001]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rosetta stone for graphics APIs: every concept described once, mappings generated. The stone covers the explicit APIs' philosophy. New APIs get mapped by describing.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Shader Bard  [JAH-RPC-S-000002]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composes shaders from a plain description, emitting HLSL/WGSL/MSL as needed. The bard is multilingual. Shaders get sung into existence.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Metal Diplomat  [JAH-RPC-S-000003]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diplomat for Metal's differences: it negotiates the argument buffer translation and explains the caveats. The diplomat is fluent. Apple gets covered gracefully.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Subset Gardener  [JAH-RPC-S-000004]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the WebGPU subset: the portable core is cultivated, the extensions documented. The garden grows portable. Subsets get tended.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Pass Weaver  [JAH-RPC-S-000005]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render passes across APIs: the dependencies are analyzed once, the translations woven per API. The weave preserves. Passes get portable.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rendering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JAH-RPC-S-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Renderer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Vulkan, DirectX 12, Metal, and WebGPU: making rendering pipelines work across graphics APIs.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https://justinahiggins614-cmyk.github.io/jah-databases/db/rendering-pipeline-compatibility-signature/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https://justinahiggins614-cmyk.github.io/jah-databases-data-1/data/rendering-pipeline-compatibility-signature/index.jsonl.gz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
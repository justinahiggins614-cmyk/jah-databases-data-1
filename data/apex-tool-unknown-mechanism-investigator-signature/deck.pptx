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known-mechanism-investigator-signature/" TargetMode="External"/><Relationship Id="rId3" Type="http://schemas.openxmlformats.org/officeDocument/2006/relationships/hyperlink" Target="https://justinahiggins614-cmyk.github.io/jah-databases-data-1/data/apex-tool-unknown-mechanism-invest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Unknown Mechanism Investigator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Unknown Mechanism Investigator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Mystery Board  [JAH-APX33S-000001]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mystery board pins the unknown at the center with red string to every clue: observations, suspects (hypotheses), and alibis (falsifications). The board stays up until the case closes — no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Suspect Lineup  [JAH-APX33S-000002]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suspect lineup parades every candidate mechanism past the evidence: each suspect states its prediction, and the evidence picks them out or lets them walk. Lineups are mandatory — no convicti…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Black-Box Knock  [JAH-APX33S-000003]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black-box knock is a systematic knocking protocol: knock in patterns, listen to the echoes, map the interior by sound. The knock log becomes the box's first biography.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Component Interrogation  [JAH-APX33S-000004]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component interrogation questions each part separately — good cop (what do you do when things work), bad cop (what breaks when you're removed). Components confess their roles under systemati…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Prediction Duel  [JAH-APX33S-000005]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prediction duel pits hypotheses in single combat: each predicts the next observation, the observation judges, losers bleed credibility. Duels continue until one hypothesis stands.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Unknown Mechanism Investigator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https://justinahiggins614-cmyk.github.io/jah-databases/db/apex-tool-unknown-mechanism-investigator-signature/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https://justinahiggins614-cmyk.github.io/jah-databases-data-1/data/apex-tool-unknown-mechanism-investigator-signature/index.jsonl.gz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
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omniscale-semantic-locator-signature/" TargetMode="External"/><Relationship Id="rId3" Type="http://schemas.openxmlformats.org/officeDocument/2006/relationships/hyperlink" Target="https://justinahiggins614-cmyk.github.io/jah-databases-data-1/data/apex-tool-omniscale-semantic-loca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Omniscale Semantic Locator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Finds the same concept across languages, formats, disciplines, and levels of abstraction — from a street term to a formal definition.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Omniscale Semantic Locator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the same concept across languages, formats, disciplines, and levels of abstraction — from a street term to a formal definition.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Original Signature design by Justin Addam Higgins (JAH), 2026-10-21. Proposed capability — clearly labeled Signature, not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What the Semantic Locator is  [JAH-APX7S-000001]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Signature-original design of this capability, authored as a new engineering proposal rather than a survey of existing systems. The Signature design adds an Abstraction Ladder: every concept is lo…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Cross-scale concept data model  [JAH-APX7S-000002]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Signature-original data model for this capability, designed from first principles with explicit contracts. The Signature design adds an Abstraction Ladder: every concept is located simultaneously…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Hybrid matching algorithm  [JAH-APX7S-000003]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algorithm for this capability's first core operation. The Signature design adds an Abstraction Ladder: every concept is located simultaneously at street, trade, scientific, and f…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Abstraction-ladder traversal algorithm  [JAH-APX7S-000004]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algorithm for this capability's second core operation. The Signature design adds an Abstraction Ladder: every concept is located simultaneously at street, trade, scientific, and…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Locate query interface specification  [JAH-APX7S-000005]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Signature-original interface contract for this capability. The Signature design adds an Abstraction Ladder: every concept is located simultaneously at street, trade, scientific, and formal levels…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JAH-APX7S-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Omniscale Semantic Locator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the same concept across languages, formats, disciplines, and levels of abstraction — from a street term to a formal definition.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https://justinahiggins614-cmyk.github.io/jah-databases/db/apex-tool-omniscale-semantic-locator-signature/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https://justinahiggins614-cmyk.github.io/jah-databases-data-1/data/apex-tool-omniscale-semantic-locator-signature/index.jsonl.gz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
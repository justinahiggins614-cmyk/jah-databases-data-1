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rofile-guided-optimization-pgo-signature/" TargetMode="External"/><Relationship Id="rId3" Type="http://schemas.openxmlformats.org/officeDocument/2006/relationships/hyperlink" Target="https://justinahiggins614-cmyk.github.io/jah-databases-data-1/data/profile-guided-optimization-pgo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Profile-Guided Optimization (PGO)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Let real execution profiles guide the optimizer — PGO workflows across every major toolchain.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Profile-Guided Optimization (PGO) Database holds 15 pgo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 real execution profiles guide the optimizer — PGO workflows across every major toolchain.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SigPGO-Auto  [JAH-PGO-S-000001]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automatic PGO — CI trains on production-like traffic by default. Toolchain: sigc. Workflow: CI trains automatically. Typical gain: 15-25%.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SigPGO-Sample  [JAH-PGO-S-000002]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always-on sampling profiles with 1% overhead budgets. Toolchain: sigc. Workflow: continuous sampling. Typical gain: 10-20%.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SigPGO-Fleet  [JAH-PGO-S-000003]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fleet-aggregated profiles guiding the next release build. Toolchain: sigc. Workflow: fleet -&gt; build. Typical gain: 15-25%.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SigPGO-PostLink  [JAH-PGO-S-000004]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post-link layout optimization for every Sig binary. Toolchain: SigBOLT. Workflow: sample, relayout. Typical gain: 5-12%.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SigPGO-JIT  [JAH-PGO-S-000005]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JIT PGO with persistent profile caches across restarts. Toolchain: SigJIT. Workflow: persistent profiles. Typical gain: built-in+.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pgo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JAH-PGO-S-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PGO Scientist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 real execution profiles guide the optimizer — PGO workflows across every major toolchain.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https://justinahiggins614-cmyk.github.io/jah-databases/db/profile-guided-optimization-pgo-signature/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https://justinahiggins614-cmyk.github.io/jah-databases-data-1/data/profile-guided-optimization-pgo-signature/index.jsonl.gz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
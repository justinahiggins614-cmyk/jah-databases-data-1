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kurdish/" TargetMode="External"/><Relationship Id="rId3" Type="http://schemas.openxmlformats.org/officeDocument/2006/relationships/hyperlink" Target="https://justinahiggins614-cmyk.github.io/jah-databases-data-1/data/names-kurdis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Kurdish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Kurdish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Kurdish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Kurdish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Alan - Kurdish masculine given name  [JAH-NMK3-000001]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Alan is a masculine given name in Kurdish. Meaning: A classic Kurdish boys'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Dilan - Kurdish unisex given name  [JAH-NMK3-000002]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Dilan is a unisex given name in Kurdish. Meaning: Hearts. Unisex; evokes feeling.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Rojin - Kurdish feminine given name  [JAH-NMK3-000003]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Rojin is a feminine given name in Kurdish. Meaning: A poetic girls' name..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Berfin - Kurdish feminine given name  [JAH-NMK3-000004]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Berfin is a feminine given name in Kurdish. Meaning: Snowdrop. The early flower; a beloved girls'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Azad - Kurdish masculine given name  [JAH-NMK3-000005]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Azad is a masculine given name in Kurdish. Meaning: Free.. A name of hope and freedom.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JAH-NMK3-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Kurdish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Kurdish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https://justinahiggins614-cmyk.github.io/jah-databases/db/names-kurdish/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https://justinahiggins614-cmyk.github.io/jah-databases-data-1/data/names-kurdish/index.jsonl.gz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
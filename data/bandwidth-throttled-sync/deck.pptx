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ndwidth-throttled-sync/" TargetMode="External"/><Relationship Id="rId3" Type="http://schemas.openxmlformats.org/officeDocument/2006/relationships/hyperlink" Target="https://justinahiggins614-cmyk.github.io/jah-databases-data-1/data/bandwidth-throttled-syn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Bandwidth-Throttled Sync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Bandwidth-Throttled Sync Database holds 15 throttled sync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rsync --bwlimit  [JAH-BANDWI-000001]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per-transfer cap in KB/s for polite syncing. Caps at --bwlimit KB/s via transfer pacing. Used for: polite syncs.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rclone --bwlimit  [JAH-BANDWI-000002]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Timetable-aware limits (e.g. slower by day) across 70+ cloud backends. Caps at --bwlimit "08:00,512k 18:00,10M" via token bucket. Used for: cloud syncs.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trickle  [JAH-BANDWI-000003]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userspace shaper (LD_PRELOAD) capping any dynamically-linked program. Caps at -d/-u KB/s via LD_PRELOAD shaping. Used for: per-app caps.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wondershaper  [JAH-BANDWI-000004]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tc-based scripts shaping whole interfaces with HTB queues. Caps at interface kbit/s via tc HTB. Used for: link shaping.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tc (traffic control)  [JAH-BANDWI-000005]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Linux’s qdisc/filter framework: HTB, fq_codel, and cake for real QoS. Caps at qdisc rates via queueing disciplines. Used for: router QoS.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throttled sync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JAH-BANDWI-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Throttle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https://justinahiggins614-cmyk.github.io/jah-databases/db/bandwidth-throttled-sync/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https://justinahiggins614-cmyk.github.io/jah-databases-data-1/data/bandwidth-throttled-sync/index.jsonl.gz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
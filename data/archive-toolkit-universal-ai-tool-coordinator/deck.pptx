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universal-ai-tool-coordinator/" TargetMode="External"/><Relationship Id="rId3" Type="http://schemas.openxmlformats.org/officeDocument/2006/relationships/hyperlink" Target="https://justinahiggins614-cmyk.github.io/jah-databases-data-1/data/archive-toolkit-universal-ai-tool-coordina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Universal AI Tool Coordinator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Supervises the lifecycle of a task from planning through validated completion.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Universal AI Tool Coordinator Database holds 15 universal ai tool coordinators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Supervises the lifecycle of a task from planning through validated completion.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harvest — documented archive-engineering practice; method fact-checked against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Plan-then-execute supervision  [JAH-ATK260-000001]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coordinator first produces a step plan and validates it against policy before any tool runs. Each step names its tool, inputs, and expected output shape. Execution then follows the approved plan;…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Plan-then-execute supervision  [JAH-ATK260-000002]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coordinator first produces a step plan and validates it against policy before any tool runs. Each step names its tool, inputs, and expected output shape. Execution then follows the approved plan;…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Plan-then-execute supervision  [JAH-ATK260-000003]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coordinator first produces a step plan and validates it against policy before any tool runs. Each step names its tool, inputs, and expected output shape. Execution then follows the approved plan;…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Stepwise validation gates  [JAH-ATK260-000004]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Each step's output passes through a validation gate before the next step begins: schema checks, value ranges, and cross-field consistency. A failed gate halts the pipeline with the offending output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Stepwise validation gates  [JAH-ATK260-000005]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Each step's output passes through a validation gate before the next step begins: schema checks, value ranges, and cross-field consistency. A failed gate halts the pipeline with the offending output 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universal ai tool coordinator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JAH-ATK260-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Universal AI Tool Coordinator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Supervises the lifecycle of a task from planning through validated completion.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https://justinahiggins614-cmyk.github.io/jah-databases/db/archive-toolkit-universal-ai-tool-coordinator/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https://justinahiggins614-cmyk.github.io/jah-databases-data-1/data/archive-toolkit-universal-ai-tool-coordinator/index.jsonl.gz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
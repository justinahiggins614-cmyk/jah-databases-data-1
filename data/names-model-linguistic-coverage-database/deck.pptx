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odel-linguistic-coverage-database/" TargetMode="External"/><Relationship Id="rId3" Type="http://schemas.openxmlformats.org/officeDocument/2006/relationships/hyperlink" Target="https://justinahiggins614-cmyk.github.io/jah-databases-data-1/data/names-model-linguistic-coverage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Model Linguistic Coverage Database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Names of linguistic-coverage benchmarks — FLORES-200, XTREME, XNLI and how coverage models are named.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Model Linguistic Coverage Database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Names of linguistic-coverage benchmarks — FLORES-200, XTREME, XNLI and how coverage models are named.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FLORES-200 — Linguistic-Coverage Model Naming given name  [JAH-NMMLC-000001]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FLORES-200 is a linguistic-coverage benchmark name. It means "200 languages", from Meta AI. Meta's 200-language translation benchmark; the number is the coverage.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XTREME — Linguistic-Coverage Model Naming given name  [JAH-NMMLC-000002]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XTREME is a linguistic-coverage benchmark name. It means "cross-lingual transfer evaluation", from Google Research. The cross-lingual benchmark whose X marks the crossing.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XNLI — Linguistic-Coverage Model Naming given name  [JAH-NMMLC-000003]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XNLI is a linguistic-coverage benchmark name. It means "cross-lingual natural language inference", from Facebook AI. The 15-language inference benchmark.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PAWS-X — Linguistic-Coverage Model Naming given name  [JAH-NMMLC-000004]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PAWS-X is a linguistic-coverage benchmark name. It means "paraphrase adversaries, cross-lingual", from Google Research. The cross-lingual paraphrase benchmark.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TyDi QA — Linguistic-Coverage Model Naming given name  [JAH-NMMLC-000005]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TyDi QA is a linguistic-coverage benchmark name. It means "typologically diverse question answering", from Google Research. The 11-language QA benchmark built for diversity.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JAH-NMMLC-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Benchmark Naming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Names of linguistic-coverage benchmarks — FLORES-200, XTREME, XNLI and how coverage models are named.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https://justinahiggins614-cmyk.github.io/jah-databases/db/names-model-linguistic-coverage-database/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https://justinahiggins614-cmyk.github.io/jah-databases-data-1/data/names-model-linguistic-coverage-database/index.jsonl.gz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
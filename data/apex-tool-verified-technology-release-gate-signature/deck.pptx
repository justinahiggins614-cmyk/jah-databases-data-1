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verified-technology-release-gate-signature/" TargetMode="External"/><Relationship Id="rId3" Type="http://schemas.openxmlformats.org/officeDocument/2006/relationships/hyperlink" Target="https://justinahiggins614-cmyk.github.io/jah-databases-data-1/data/apex-tool-verified-technology-release-gat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Verified Technology Release Gate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Prevents generated systems from being labeled production-ready until required tests, security checks, and acceptance criteria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Verified Technology Release Gate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generated systems from being labeled production-ready until required tests, security checks, and acceptance criteria pass.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Evidence Vault  [JAH-APX60S-000001]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vault seals every check result, so a release decision replays from sealed evidence.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Coverage Warden  [JAH-APX60S-000002]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warden seals measured coverage and blocks under-covered builds with the number as proof.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Scan Sentinel  [JAH-APX60S-000003]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Seals security scan findings; criticals block until sealed resolved.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Dependency Scribe  [JAH-APX60S-000004]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Audits dependencies as sealed records against advisory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Acceptance Prover  [JAH-APX60S-000005]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Proves acceptance criteria with sealed measurements per criterion.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Verified Technology Release Gate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generated systems from being labeled production-ready until required tests, security checks, and acceptance criteria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https://justinahiggins614-cmyk.github.io/jah-databases/db/apex-tool-verified-technology-release-gate-signature/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https://justinahiggins614-cmyk.github.io/jah-databases-data-1/data/apex-tool-verified-technology-release-gate-signature/index.jsonl.gz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
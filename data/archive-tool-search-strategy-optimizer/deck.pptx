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earch-strategy-optimizer/" TargetMode="External"/><Relationship Id="rId3" Type="http://schemas.openxmlformats.org/officeDocument/2006/relationships/hyperlink" Target="https://justinahiggins614-cmyk.github.io/jah-databases-data-1/data/archive-tool-search-strategy-optimi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Search Strategy Optimizer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Compares retrieval strategies and improves them using recorded success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Search Strategy Optimizer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retrieval strategies and improves them using recorded success metrics.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(Search Strategy Optimizer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Strategy benchmarking on recorded queries (foundational)  [JAH-AT93-000001]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candidate strategy runs over the recorded query log, and success is measured by the same engagement-based metric the history analyzer uses. Benchmarking on real recorded queries keeps the compar…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Strategy benchmarking on recorded queries (compounded)  [JAH-AT93-000002]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candidate strategy runs over the recorded query log, and success is measured by the same engagement-based metric the history analyzer uses. Benchmarking on real recorded queries keeps the compar…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Strategy benchmarking on recorded queries (production)  [JAH-AT93-000003]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candidate strategy runs over the recorded query log, and success is measured by the same engagement-based metric the history analyzer uses. Benchmarking on real recorded queries keeps the compar…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Parameter tuning by grid search (foundational)  [JAH-AT93-000004]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strategy's parameters, such as top-k cutoff or similarity threshold, are tuned with grid search over the recorded queries. Each grid point is scored on the full log, and the best point becomes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Parameter tuning by grid search (compounded)  [JAH-AT93-000005]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strategy's parameters, such as top-k cutoff or similarity threshold, are tuned with grid search over the recorded queries. Each grid point is scored on the full log, and the best point becomes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Strategy Optimizer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retrieval strategies and improves them using recorded success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https://justinahiggins614-cmyk.github.io/jah-databases/db/archive-tool-search-strategy-optimizer/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https://justinahiggins614-cmyk.github.io/jah-databases-data-1/data/archive-tool-search-strategy-optimizer/index.jsonl.gz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
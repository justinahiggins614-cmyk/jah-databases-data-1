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icrovm-sandboxing-signature/" TargetMode="External"/><Relationship Id="rId3" Type="http://schemas.openxmlformats.org/officeDocument/2006/relationships/hyperlink" Target="https://justinahiggins614-cmyk.github.io/jah-databases-data-1/data/microvm-sandbox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MicroVM Sandboxing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MicroVM sandboxes that boot workloads in milliseconds with hardware isolation — the projects, their tech, and boot profiles.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MicroVM Sandboxing Database holds 15 microvm sandboxs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MicroVM sandboxes that boot workloads in milliseconds with hardware isolation — the projects, their tech, and boot profiles.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SigCell  [JAH-MICROV-S-000001]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3 ms-booting cell hypervisor with per-cell memory coloring against side channels. Built on KVM + SigGuard, it boots in about 3 ms with a 2 MB guest footprint.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SigPod  [JAH-MICROV-S-000002]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pod sandboxes snapshotting to disk in 40 ms for instant warm restarts. Built on SigCell + overlayfs, it boots in about 45 ms with a 16 MB guest footprint.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SigKernel  [JAH-MICROV-S-000003]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user-space kernel speaking the SigABI with formally checked syscall filters. Built on user-space SigABI, it boots in about 120 ms with a 24 MB guest footprint.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SigUni  [JAH-MICROV-S-000004]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unikernel images synthesized per function with dead code eliminated at build. Built on SigUni SDK, it boots in about 30 ms with a 3 MB guest footprint.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SigEnclave  [JAH-MICROV-S-000005]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enclaves with remote attestation quotes chained to the Signature ledger. Built on SEV-SNP/TDX, it boots in about 600 ms with a 128 MB guest footprint.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microvm sandbox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JAH-MICROV-S-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Sandbox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MicroVM sandboxes that boot workloads in milliseconds with hardware isolation — the projects, their tech, and boot profiles.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https://justinahiggins614-cmyk.github.io/jah-databases/db/microvm-sandboxing-signature/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https://justinahiggins614-cmyk.github.io/jah-databases-data-1/data/microvm-sandboxing-signature/index.jsonl.gz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
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mpressed-archive-inspector/" TargetMode="External"/><Relationship Id="rId3" Type="http://schemas.openxmlformats.org/officeDocument/2006/relationships/hyperlink" Target="https://justinahiggins614-cmyk.github.io/jah-databases-data-1/data/archive-toolkit-compressed-archive-inspe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Compressed Archive Inspector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Examines ZIP and other supported archive containers without indiscriminately extracting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Compressed Archive Inspector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Examines ZIP and other supported archive containers without indiscriminately extracting everything.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Central-directory listing — Compressed Archive Inspector  [JAH-ATK132-00001]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ZIPs store a central directory: names, sizes, and offsets without the file data. Reading it lists members without decompressing anything. Directory-first inspection is fast and safe.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Compression-ratio analysis — Compressed Archive Inspector  [JAH-ATK132-00002]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Ratios (compressed/original) reveal content type: text compresses, media does not. Anomalous ratios flag mislabeled or encrypted members. Ratios guide extraction planning.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Selective extraction — Compressed Archive Inspector  [JAH-ATK132-00003]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Inspectors extract single members by name instead of the whole archive. Selectivity saves time and disk on huge archives. Targeted extraction is the core value.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Integrity verification — Compressed Archive Inspector  [JAH-ATK132-00004]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CRC32 per member verifies content integrity on read. Testzip-style checks validate without extracting. Verification catches corruption early.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Nested archive detection — Compressed Archive Inspector  [JAH-ATK132-00005]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Members ending in .zip/.tar/.gz are archives themselves; inspectors flag them. Flagging enables recursive inspection policies. Detection prevents hidden payloads.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Compressed Archive Inspector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Examines ZIP and other supported archive containers without indiscriminately extracting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https://justinahiggins614-cmyk.github.io/jah-databases/db/archive-toolkit-compressed-archive-inspector/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https://justinahiggins614-cmyk.github.io/jah-databases-data-1/data/archive-toolkit-compressed-archive-inspector/index.jsonl.gz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
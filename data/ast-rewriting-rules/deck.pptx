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st-rewriting-rules/" TargetMode="External"/><Relationship Id="rId3" Type="http://schemas.openxmlformats.org/officeDocument/2006/relationships/hyperlink" Target="https://justinahiggins614-cmyk.github.io/jah-databases-data-1/data/ast-rewriting-rul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AST Rewriting Rules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Transform code automatically — codemods, linters with autofix, and AST rewrite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AST Rewriting Rules Database holds 15 ast rewriting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Transform code automatically — codemods, linters with autofix, and AST rewrite engines.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jscodeshift  [JAH-ASTREW-000001]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Facebook’s toolkit for large-scale JS codemods with a test workflow. Rewrites JS codemods; rules in JS transform scripts. Scale: monorepos.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Babel plugins  [JAH-ASTREW-000002]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Visitor-based AST transforms; the engine under most JS codemods. Rewrites JS AST; rules in visitor plugins. Scale: ecosystem.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ESLint --fix  [JAH-ASTREW-000003]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Fixable rules rewriting code automatically on --fix. Rewrites lint violations; rules in rule fixers. Scale: every JS repo.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Clang-Tidy  [JAH-ASTREW-000004]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C++ checks with fix-its applied by clang-apply-replacements. Rewrites C++ issues; rules in check + fix-it. Scale: large C++.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libclang AST matchers  [JAH-ASTREW-000005]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Declarative matchers finding AST patterns in C++ code. Rewrites query (find); rules in matcher DSL. Scale: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ast rewriting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JAH-ASTREW-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Rewriting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Transform code automatically — codemods, linters with autofix, and AST rewrite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https://justinahiggins614-cmyk.github.io/jah-databases/db/ast-rewriting-rules/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https://justinahiggins614-cmyk.github.io/jah-databases-data-1/data/ast-rewriting-rules/index.jsonl.gz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
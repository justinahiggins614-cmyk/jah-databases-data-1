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event-extraction-engine-signature/" TargetMode="External"/><Relationship Id="rId3" Type="http://schemas.openxmlformats.org/officeDocument/2006/relationships/hyperlink" Target="https://justinahiggins614-cmyk.github.io/jah-databases-data-1/data/archive-toolkit-event-extraction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Event Extraction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actions, participants, dates, locations, and outcomes in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Event Extraction Engine Database holds 15 event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actions, participants, dates, locations, and outcomes in text.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Event Extraction Engine: a plain-language overview (Signature)  [JAH-ATK168S-000001]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Event Extraction Engine does and why archives need it. Signature original. The Signature event engine records every happening with its witnesses: what occurred, 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Event Extraction Engine works (Signature)  [JAH-ATK168S-000002]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Event Extraction Engine does and why archives need it. Signature original. The Signature method builds an event ledger: each event becomes a ledger entry with its…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Event Extraction Engine works: the deep tour (Signature)  [JAH-ATK168S-000003]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Event Extraction Engine does and why archives need it. Signature original. The Signature method builds an event ledger: each event becomes a ledger entry with its…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Trigger detection with argument roles: the simple idea (Signature)  [JAH-ATK168S-000004]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trigger detection with argument roles - how it works inside the Event Extraction Engine. Signature original. The Signature event engine records every happening with its…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Trigger detection with argument roles in practice (Signature)  [JAH-ATK168S-000005]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trigger detection with argument roles - how it works inside the Event Extraction Engine. Signature original. The Signature method builds an event ledger: each event bec…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event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JAH-ATK168S-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Event Chronicler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actions, participants, dates, locations, and outcomes in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https://justinahiggins614-cmyk.github.io/jah-databases/db/archive-toolkit-event-extraction-engine-signature/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https://justinahiggins614-cmyk.github.io/jah-databases-data-1/data/archive-toolkit-event-extraction-engine-signature/index.jsonl.gz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
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tool-input-and-output-schema-registry/" TargetMode="External"/><Relationship Id="rId3" Type="http://schemas.openxmlformats.org/officeDocument/2006/relationships/hyperlink" Target="https://justinahiggins614-cmyk.github.io/jah-databases-data-1/data/archive-toolkit-tool-input-and-output-schema-registry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Tool Input and Output Schema Registry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Records accepted inputs, output formats, and validation requirements.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Tool Input and Output Schema Registry Database holds 15 execution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Records accepted inputs, output formats, and validation requirements.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documents established, real-world methods for tool input and output schema registry;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Schema definition standard — Tool Input and Output Schema Registry  [JAH-ATK242-0001]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tool input/output schema registry records, for every tool, exactly what it accepts and what it returns: field names, types, required vs optional, value ranges, and validation rules. Planners use…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Input validation — Tool Input and Output Schema Registry  [JAH-ATK242-0002]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tool input/output schema registry records, for every tool, exactly what it accepts and what it returns: field names, types, required vs optional, value ranges, and validation rules. Planners use…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Output validation — Tool Input and Output Schema Registry  [JAH-ATK242-0003]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tool input/output schema registry records, for every tool, exactly what it accepts and what it returns: field names, types, required vs optional, value ranges, and validation rules. Planners use…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Required vs optional — Tool Input and Output Schema Registry  [JAH-ATK242-0004]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tool input/output schema registry records, for every tool, exactly what it accepts and what it returns: field names, types, required vs optional, value ranges, and validation rules. Planners use…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Value constraints — Tool Input and Output Schema Registry  [JAH-ATK242-0005]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tool input/output schema registry records, for every tool, exactly what it accepts and what it returns: field names, types, required vs optional, value ranges, and validation rules. Planners use…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execution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JAH-ATK242-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Tool Input and Output Schema Registry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Records accepted inputs, output formats, and validation requirements.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https://justinahiggins614-cmyk.github.io/jah-databases/db/archive-toolkit-tool-input-and-output-schema-registry/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https://justinahiggins614-cmyk.github.io/jah-databases-data-1/data/archive-toolkit-tool-input-and-output-schema-registry/index.jsonl.gz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
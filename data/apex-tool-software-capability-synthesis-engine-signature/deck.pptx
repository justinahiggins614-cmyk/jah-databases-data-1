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oftware-capability-synthesis-engine-signature/" TargetMode="External"/><Relationship Id="rId3" Type="http://schemas.openxmlformats.org/officeDocument/2006/relationships/hyperlink" Target="https://justinahiggins614-cmyk.github.io/jah-databases-data-1/data/apex-tool-software-capability-synthesis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Capability Synthesis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Combines existing libraries and verified components into new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Capability Synthesis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existing libraries and verified components into new applications.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Higgins, 2026. Signature record — not a public method.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Master Assembler  [JAH-APX49S-000001]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master assembler builds applications from verified parts: each part inspected, the assembly torqued to spec, the whole road-tested. The assembler's shop builds to last.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Supply Quartermaster  [JAH-APX49S-000002]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supply quartermaster runs the dependency depot: every package inspected, versions mustered, the supply line secure. The quartermaster's manifest is law.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Plugin Gardener  [JAH-APX49S-000003]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plugin gardener tends the extension garden: hosts pruned, plugins grafted, the garden productive. Grafts that take are celebrated.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Orchestra Conductor  [JAH-APX49S-000004]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orchestra conductor leads service ensembles: each service its part, the composition harmonious, the audience (users) applauding. The baton is the workflow.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Pipeline Poet  [JAH-APX49S-000005]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Higgins' pipeline poet composes in pipes: small tools versed, connected in meter, the pipeline a poem that runs. The poet's verse executes.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Software Capability Synthesis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Combines existing libraries and verified components into new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https://justinahiggins614-cmyk.github.io/jah-databases/db/apex-tool-software-capability-synthesis-engine-signature/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https://justinahiggins614-cmyk.github.io/jah-databases-data-1/data/apex-tool-software-capability-synthesis-engine-signature/index.jsonl.gz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
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obot-mission-abort-and-safe-state-signature/" TargetMode="External"/><Relationship Id="rId3" Type="http://schemas.openxmlformats.org/officeDocument/2006/relationships/hyperlink" Target="https://justinahiggins614-cmyk.github.io/jah-databases-data-1/data/robot-mission-abort-and-safe-stat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Robot Mission Abort and Safe-State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abort methods — original techniques for robots that fail safe, always.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Robot Mission Abort and Safe-State Database holds 20 signature abort and safe-state procedures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abort methods — original techniques for robots that fail safe, always.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halt-fast  [JAH-RMA-S-000001]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safety practice: e-stop halts motion in under 100 ms, always.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home-on-silence  [JAH-RMA-S-000002]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failsafe: silence means come home.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land-now  [JAH-RMA-S-000003]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power practice: critical power means land now, not later.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vote-sensors  [JAH-RMA-S-000004]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sensing practice: redundant sensors vote; liars are ignored.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fence-respect  [JAH-RMA-S-000005]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boundary practice: geofences are hard stops.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abort and safe-state procedure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JAH-RMA-S-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Robot Abort Safety Officer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abort methods — original techniques for robots that fail safe, always.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https://justinahiggins614-cmyk.github.io/jah-databases/db/robot-mission-abort-and-safe-state-signature/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https://justinahiggins614-cmyk.github.io/jah-databases-data-1/data/robot-mission-abort-and-safe-state-signature/index.jsonl.gz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
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hakka-chinese/" TargetMode="External"/><Relationship Id="rId3" Type="http://schemas.openxmlformats.org/officeDocument/2006/relationships/hyperlink" Target="https://justinahiggins614-cmyk.github.io/jah-databases-data-1/data/names-hakka-chines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Hakka Chinese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Real Hakka Chinese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Hakka Chinese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Hakka Chinese first names, surnames, and place names with meanings, origins, and naming conventions.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name record compiled from established etymological and onomastic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Wei 伟 - Hakka Chinese masculine given name  [JAH-NMHC-000001]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Wei (伟) is a masculine given name in Hakka Chinese. Meaning: Great..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Lan 兰 - Hakka Chinese feminine given name  [JAH-NMHC-000002]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Lan (兰) is a feminine given name in Hakka Chinese. Meaning: Orchid..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Jian 健 - Hakka Chinese masculine given name  [JAH-NMHC-000003]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Jian (健) is a masculine given name in Hakka Chinese. Meaning: Healthy..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Mei 梅 - Hakka Chinese feminine given name  [JAH-NMHC-000004]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Mei (梅) is a feminine given name in Hakka Chinese. Meaning: Plum blossom..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Qiang 强 - Hakka Chinese masculine given name  [JAH-NMHC-000005]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Qiang (强) is a masculine given name in Hakka Chinese. Meaning: Strong..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JAH-NMHC-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Hakka Chinese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Hakka Chinese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https://justinahiggins614-cmyk.github.io/jah-databases/db/names-hakka-chinese/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https://justinahiggins614-cmyk.github.io/jah-databases-data-1/data/names-hakka-chinese/index.jsonl.gz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
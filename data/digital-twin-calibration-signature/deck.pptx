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gital-twin-calibration-signature/" TargetMode="External"/><Relationship Id="rId3" Type="http://schemas.openxmlformats.org/officeDocument/2006/relationships/hyperlink" Target="https://justinahiggins614-cmyk.github.io/jah-databases-data-1/data/digital-twin-calib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Digital Twin Calibration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methods that align digital twins with their physical counterparts.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Digital Twin Calibration Database holds 20 calibration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align digital twins with their physical counterparts.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Parameter Estimation  [JAH-DTC-S-000001]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Fits twin parameters by minimizing the mismatch between simulated and measured outputs. Recorded facts — Method: Parameter Estimation; Data: sensor history; Output: fitted paramet…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Bayesian Calibration  [JAH-DTC-S-000002]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Treats parameters as distributions, updating beliefs with measurements via Bayes' rule. Recorded facts — Method: Bayesian Calibration; Data: measurements + priors; Output: posteri…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Discrepancy Modeling  [JAH-DTC-S-000003]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Learns an explicit model of the twin's systematic error to correct predictions. Recorded facts — Method: Discrepancy Modeling; Data: residual history; Output: bias correction mode…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Sensitivity Analysis  [JAH-DTC-S-000004]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Ranks parameters by influence on outputs so calibration effort targets what matters. Recorded facts — Method: Sensitivity Analysis; Data: parameter sweeps; Output: sensitivity 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History Matching  [JAH-DTC-S-000005]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Rules out implausible parameter regions iteratively against historical observations. Recorded facts — Method: History Matching; Data: historical runs; Output: plausible region. Us…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calibration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Digital Twin Calibration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methods that align digital twins with their physical counterparts.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https://justinahiggins614-cmyk.github.io/jah-databases/db/digital-twin-calibration-signature/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https://justinahiggins614-cmyk.github.io/jah-databases-data-1/data/digital-twin-calibration-signature/index.jsonl.gz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
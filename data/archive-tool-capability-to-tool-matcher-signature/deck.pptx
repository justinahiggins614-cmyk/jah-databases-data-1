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apability-to-tool-matcher-signature/" TargetMode="External"/><Relationship Id="rId3" Type="http://schemas.openxmlformats.org/officeDocument/2006/relationships/hyperlink" Target="https://justinahiggins614-cmyk.github.io/jah-databases-data-1/data/archive-tool-capability-to-tool-match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Capability-to-Tool Matcher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Selects programs and services that can perform a requested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Capability-to-Tool Matcher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programs and services that can perform a requested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Capability-to-Tool Matcher,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indexing of the tool registry (foundational)  [JAH-AT83S-000001]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registered tool is indexed by its declared capabilities: verbs it performs, data types it consumes and produces, and constraints it honors. The index is built once at regist…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Capability indexing of the tool registry (compounded)  [JAH-AT83S-000002]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registered tool is indexed by its declared capabilities: verbs it performs, data types it consumes and produces, and constraints it honors. The index is built once at regist…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Capability indexing of the tool registry (production)  [JAH-AT83S-000003]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registered tool is indexed by its declared capabilities: verbs it performs, data types it consumes and produces, and constraints it honors. The index is built once at regist…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Requirement parsing from task text (foundational)  [JAH-AT83S-000004]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task description is parsed into a requirement frame: the action verb, input and output types, and hard constraints like 'offline only'. Parsing uses keyword patterns over a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Requirement parsing from task text (compounded)  [JAH-AT83S-000005]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task description is parsed into a requirement frame: the action verb, input and output types, and hard constraints like 'offline only'. Parsing uses keyword patterns over a 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Matcher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programs and services that can perform a requested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https://justinahiggins614-cmyk.github.io/jah-databases/db/archive-tool-capability-to-tool-matcher-signature/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https://justinahiggins614-cmyk.github.io/jah-databases-data-1/data/archive-tool-capability-to-tool-matcher-signature/index.jsonl.gz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
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it-level-hardware-diagnostics-signature/" TargetMode="External"/><Relationship Id="rId3" Type="http://schemas.openxmlformats.org/officeDocument/2006/relationships/hyperlink" Target="https://justinahiggins614-cmyk.github.io/jah-databases-data-1/data/bit-level-hardware-diagnostic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Bit-Level Hardware Diagnostics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Diagnostics that find hardware faults down to the bit and signal.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Bit-Level Hardware Diagnostics Database holds 15 diagnostic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Diagnostics that find hardware faults down to the bit and signal.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JTAG Boundary Scan  [JAH-BLH-S-000001]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Tests board interconnects with JTAG boundary scan without physical probes. Scan cells drive and sample every pin; EXTEST finds opens and shorts between chips. It tests what bed-of-nails cannot reach.…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POST Code Diagnosis  [JAH-BLH-S-000002]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Reads power-on self-test codes to find where boot hangs. Each checkpoint writes a code to port 0x80; the last code before the hang names the suspect. A two-dollar POST card diagnoses dead boards.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Built-In Self-Test  [JAH-BLH-S-000003]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logic BIST with on-chip pattern generators and signature analyzers. Pseudo-random patterns test the logic; signatures compress the results. It tests silicon without external equipment. This is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Marching Memory Tests  [JAH-BLH-S-000004]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Tests RAM with marching patterns that catch stuck-at and coupling faults. March C walks ones and zeros through every cell in both directions; it is the standard memory test. memtest86 implements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ECC Error Injection  [JAH-BLH-S-000005]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Injects ECC errors to verify correction and reporting paths. If the injection does not produce the expected corrected-error log, the ECC path is broken. It tests the safety net itself. This is a Sign…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diagnostic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JAH-BLH-S-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Bit-Level Hardware Diagnostics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Diagnostics that find hardware faults down to the bit and signal.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https://justinahiggins614-cmyk.github.io/jah-databases/db/bit-level-hardware-diagnostics-signature/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https://justinahiggins614-cmyk.github.io/jah-databases-data-1/data/bit-level-hardware-diagnostics-signature/index.jsonl.gz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
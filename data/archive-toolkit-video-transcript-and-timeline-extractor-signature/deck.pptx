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video-transcript-and-timeline-extractor-signature/" TargetMode="External"/><Relationship Id="rId3" Type="http://schemas.openxmlformats.org/officeDocument/2006/relationships/hyperlink" Target="https://justinahiggins614-cmyk.github.io/jah-databases-data-1/data/archive-toolkit-video-transcript-and-timeline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Video Transcript and Timeline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Aligns spoken content, timestamps, and subtitles into one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Video Transcript and Timeline Extractor Database holds 15 video timeline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Aligns spoken content, timestamps, and subtitles into one timeline.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Video Transcript and Timeline Extractor: a plain-language overview (Signature)  [JAH-ATK156S-000001]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Video Transcript and Timeline Extractor does and why archives need it. Signature original. The Signature timeline method never throws a source away: subtitles, 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Video Transcript and Timeline Extractor works (Signature)  [JAH-ATK156S-000002]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Video Transcript and Timeline Extractor does and why archives need it. Signature original. The Signature approach builds a layered cue ledger: layer one holds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Video Transcript and Timeline Extractor works: the deep tour (Signature)  [JAH-ATK156S-000003]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Video Transcript and Timeline Extractor does and why archives need it. Signature original. The Signature approach builds a layered cue ledger: layer one holds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Subtitle parsing and cue merging: the simple idea (Signature)  [JAH-ATK156S-000004]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subtitle parsing and cue merging - how it works inside the Video Transcript and Timeline Extractor. Signature original. The Signature timeline method never throws a sou…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Subtitle parsing and cue merging in practice (Signature)  [JAH-ATK156S-000005]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subtitle parsing and cue merging - how it works inside the Video Transcript and Timeline Extractor. Signature original. The Signature approach builds a layered cue ledg…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video timeline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Timeline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Aligns spoken content, timestamps, and subtitles into one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https://justinahiggins614-cmyk.github.io/jah-databases/db/archive-toolkit-video-transcript-and-timeline-extractor-signature/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https://justinahiggins614-cmyk.github.io/jah-databases-data-1/data/archive-toolkit-video-transcript-and-timeline-extractor-signature/index.jsonl.gz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
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overnment-facilities-public-info-signature/" TargetMode="External"/><Relationship Id="rId3" Type="http://schemas.openxmlformats.org/officeDocument/2006/relationships/hyperlink" Target="https://justinahiggins614-cmyk.github.io/jah-databases-data-1/data/government-facilities-public-inf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Government Facilities Public Info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guides to public facilities, honestly 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Government Facilities Public Info Database holds 15 signature facility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guides to public facilities, honestly bounded.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Visitor-Guide Reading  [JAH-GOVFS-000001]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habit: before visiting any public facility, read its official visitor guide end to end — hours, ticketing, security rules — and write the plan from the guide, not from memory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Public-Records Boundary  [JAH-GOVFS-000002]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boundary: this database records only officially published facility information — visitor guides, public histories, published records. Non-public layouts, security details, and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Museum Day Planner  [JAH-GOVFS-000003]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planner: pick three anchor exhibits, schedule around timed entries, and leave one unscheduled hour for discovery. The planner's rule is that the museum's own map beats any blog's…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Document Encounter  [JAH-GOVFS-000004]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practice: when standing before a founding document, read one full paragraph slowly and note one thing you had wrong — the encounter is the point, not the photo. The practice pair…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Memorial Walk  [JAH-GOVFS-000005]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walk format for memorials and battlefields: arrive with the published history read, walk in chronological order, and end at the cemetery or memorial wall in silence. The walk's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facility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JAH-GOVFS-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Facility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guides to public facilities, honestly 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https://justinahiggins614-cmyk.github.io/jah-databases/db/government-facilities-public-info-signature/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https://justinahiggins614-cmyk.github.io/jah-databases-data-1/data/government-facilities-public-info-signature/index.jsonl.gz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
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binary-file-analyzer/" TargetMode="External"/><Relationship Id="rId3" Type="http://schemas.openxmlformats.org/officeDocument/2006/relationships/hyperlink" Target="https://justinahiggins614-cmyk.github.io/jah-databases-data-1/data/archive-toolkit-binary-file-analyze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Binary File Analyzer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Reads file signatures and binary structures to reveal what's inside.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Binary File Analyzer Database holds 15 binary analysis records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Reads file signatures and binary structures to reveal what's inside.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methods compiled from standard information-extraction and knowledge-organization practice. Assembled for the JAH Databases archive.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Binary File Analyzer: a plain-language overview  [JAH-ATK152-000001]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Overview: what the Binary File Analyzer does and why archives need it. A binary file analyzer looks at a file's raw bytes instead of its name. Files usually begin with a signature — a few magic bytes…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How the Binary File Analyzer works  [JAH-ATK152-000002]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Overview: what the Binary File Analyzer does and why archives need it. Real analyzers compare the first bytes of a file against a signature database (the libmagic database behind the Unix file comman…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How the Binary File Analyzer works: the deep tour  [JAH-ATK152-000003]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Overview: what the Binary File Analyzer does and why archives need it. Real analyzers compare the first bytes of a file against a signature database (the libmagic database behind the Unix file comman…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Magic-number signature detection: the simple idea  [JAH-ATK152-000004]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Core method: magic-number signature detection - how it works inside the Binary File Analyzer. A binary file analyzer looks at a file's raw bytes instead of its name. Files usually begin with a signat…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Magic-number signature detection in practice  [JAH-ATK152-000005]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Core method: magic-number signature detection - how it works inside the Binary File Analyzer. Real analyzers compare the first bytes of a file against a signature database (the libmagic database behi…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binary analysis record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JAH-ATK152-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Binary Inspector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Reads file signatures and binary structures to reveal what's inside.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https://justinahiggins614-cmyk.github.io/jah-databases/db/archive-toolkit-binary-file-analyzer/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https://justinahiggins614-cmyk.github.io/jah-databases-data-1/data/archive-toolkit-binary-file-analyzer/index.jsonl.gz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
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learning-strategy-selection/" TargetMode="External"/><Relationship Id="rId3" Type="http://schemas.openxmlformats.org/officeDocument/2006/relationships/hyperlink" Target="https://justinahiggins614-cmyk.github.io/jah-databases-data-1/data/ai-learning-strategy-selec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Learning Strategy Selection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Choosing how AI learns: comparing supervised, self-supervised, RL, and hybrid strategies for each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Learning Strategy Selection Database holds 20 learning strategy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Choosing how AI learns: comparing supervised, self-supervised, RL, and hybrid strategies for each task.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Supervised vs Self-Supervised  [JAH-ALSS-000001]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choice depends on labels: abundant labels favor supervised, scarce favor self-supervised. The decision is data-driven. Strategies get matched.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When RL Beats Supervised  [JAH-ALSS-000002]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RL wins when the objective is sequential and reward-defined; supervised wins for static mappings. The boundary is clear. Choices get principled.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Hybrid Strategies  [JAH-ALSS-000003]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Pretrain self-supervised, fine-tune supervised, align with RL: the hybrid wins. Combination gets powerful. Strategies get stacked.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Data Efficiency Analysis  [JAH-ALSS-000004]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Strategies are compared on data efficiency: accuracy per label. The analysis guides. Labels get budgeted.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Cost Analysis  [JAH-ALSS-000005]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Strategies are compared on total cost: compute plus labels plus time. The analysis is honest. Choices get economical.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learning strategy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JAH-ALSS-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Strategist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Choosing how AI learns: comparing supervised, self-supervised, RL, and hybrid strategies for each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https://justinahiggins614-cmyk.github.io/jah-databases/db/ai-learning-strategy-selection/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https://justinahiggins614-cmyk.github.io/jah-databases-data-1/data/ai-learning-strategy-selection/index.jsonl.gz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
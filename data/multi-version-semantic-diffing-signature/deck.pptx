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version-semantic-diffing-signature/" TargetMode="External"/><Relationship Id="rId3" Type="http://schemas.openxmlformats.org/officeDocument/2006/relationships/hyperlink" Target="https://justinahiggins614-cmyk.github.io/jah-databases-data-1/data/multi-version-semantic-diff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Multi-Version Semantic Diffing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Diffs versions by meaning, not just text — what changed semantically across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Multi-Version Semantic Diffing Database holds 15 analysis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Diffs versions by meaning, not just text — what changed semantically across releases.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Semantic Normalization  [JAH-MVSD-S-000001]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Semantic Normalization is a analysis ability in the Signature Multi-Version Semantic Diffing database. Normalizes versions before comparing so noise is ignored. Formatting, renames, and reo…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Behavior Diffs  [JAH-MVSD-S-000002]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Behavior Diffs is a analysis ability in the Signature Multi-Version Semantic Diffing database. Detects changes in behavior, not just text. Test outcomes per version are compared; differing…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API Break Detection  [JAH-MVSD-S-000003]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API Break Detection is a analysis ability in the Signature Multi-Version Semantic Diffing database. Detects breaking API changes between versions. Signatures compare structurally; removed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Intent Classification  [JAH-MVSD-S-000004]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Intent Classification is a analysis ability in the Signature Multi-Version Semantic Diffing database. Classifies each change by intent — fix, feature, refactor. Change patterns map to inten…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Impact Scoring  [JAH-MVSD-S-000005]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Impact Scoring is a analysis ability in the Signature Multi-Version Semantic Diffing database. Scores how much each change affects users. Usage data weights changed code paths; scores rank…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analysis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JAH-MVSD-S-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Multi-Version Semantic Diffing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Diffs versions by meaning, not just text — what changed semantically across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https://justinahiggins614-cmyk.github.io/jah-databases/db/multi-version-semantic-diffing-signature/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https://justinahiggins614-cmyk.github.io/jah-databases-data-1/data/multi-version-semantic-diffing-signature/index.jsonl.gz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
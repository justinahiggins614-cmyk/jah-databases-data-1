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documentation-civilization-signature/" TargetMode="External"/><Relationship Id="rId3" Type="http://schemas.openxmlformats.org/officeDocument/2006/relationships/hyperlink" Target="https://justinahiggins614-cmyk.github.io/jah-databases-data-1/data/apex-tool-autonomous-documentation-civi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Documentation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Documentation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Comment Forger  [JAH-APX55S-000001]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forger turns doc comments into sealed pages where every parameter claim links to the code that proves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API Chronicler  [JAH-APX55S-000002]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chronicler seals API references against the live interface, so a documented endpoint is a tested endpoint.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Guide Wright  [JAH-APX55S-000003]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guide wright that seals starter guides after executing their sequences, so quick-starts are proven, not hoped.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Example Prover  [JAH-APX55S-000004]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prover executes doc examples and seals the results, marking pages whose examples no longer prove.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Change Scribe  [JAH-APX55S-000005]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scribe that watches changes and seals update tasks with the exact diff that demands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Documentation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synchronized documentation for code, databases, APIs, configurations, and system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https://justinahiggins614-cmyk.github.io/jah-databases/db/apex-tool-autonomous-documentation-civilization-signature/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https://justinahiggins614-cmyk.github.io/jah-databases-data-1/data/apex-tool-autonomous-documentation-civilization-signature/index.jsonl.gz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
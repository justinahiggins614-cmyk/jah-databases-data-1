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xiang-chinese/" TargetMode="External"/><Relationship Id="rId3" Type="http://schemas.openxmlformats.org/officeDocument/2006/relationships/hyperlink" Target="https://justinahiggins614-cmyk.github.io/jah-databases-data-1/data/names-xiang-chi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Xiang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Xiang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Xiang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Xiang Chinese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Wei 伟 - Xiang Chinese masculine given name  [JAH-NMXC-000001]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Wei (伟) is a masculine given name in Xiang Chinese. Meaning: Great..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Fang 芳 - Xiang Chinese feminine given name  [JAH-NMXC-000002]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Fang (芳) is a feminine given name in Xiang Chinese. Meaning: Fragrant..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Jun 军 - Xiang Chinese masculine given name  [JAH-NMXC-000003]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Jun (军) is a masculine given name in Xiang Chinese. Meaning: Army..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 丽 - Xiang Chinese feminine given name  [JAH-NMXC-000004]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 (丽) is a feminine given name in Xiang Chinese. Meaning: Beautiful..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Ping 平 - Xiang Chinese unisex given name  [JAH-NMXC-000005]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Ping (平) is a unisex given name in Xiang Chinese. Meaning: Peace.. Unisex.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JAH-NMXC-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Xiang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Xiang Chinese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https://justinahiggins614-cmyk.github.io/jah-databases/db/names-xiang-chinese/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https://justinahiggins614-cmyk.github.io/jah-databases-data-1/data/names-xiang-chinese/index.jsonl.gz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
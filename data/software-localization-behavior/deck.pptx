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oftware-localization-behavior/" TargetMode="External"/><Relationship Id="rId3" Type="http://schemas.openxmlformats.org/officeDocument/2006/relationships/hyperlink" Target="https://justinahiggins614-cmyk.github.io/jah-databases-data-1/data/software-localization-behavi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Software Localization Behavior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How software must behave across locales — the locale, the behavior, the pitfall, and the fix.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Software Localization Behavior Database holds 20 localization behavior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software must behave across locales — the locale, the behavior, the pitfall, and the fix.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German date ordering vs US date ordering  [JAH-SLB-000001]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same date string means different days in Berlin and New York. The app parsed 10/11/2026 as October 11 in the US build and November 10 in the German build. Locale-aware parsing fixed 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Arabic decimal separator in price input  [JAH-SLB-000002]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Arabic-locale users type prices with the Arabic decimal separator. The validator rejected them as invalid numbers. Accepting locale separators fixed checkout for the region.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Hebrew RTL layout mirroring  [JAH-SLB-000003]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Hebrew build kept LTR layout, so navigation and progress bars ran backwards for RTL readers. Full layout mirroring with logical CSS properties fixed 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Russian plural forms for item counts  [JAH-SLB-000004]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Russian needs three plural forms, but the app used English two-form logic. "1 товар, 2 товара, 5 товаров" all rendered wrong. ICU plural rules fixed 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Swedish sorting of å, ä, ö  [JAH-SLB-000005]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Swedish sorts å, ä, ö after z, but the app used code-point order, scattering Swedish names. Locale collation fixed the directory listing.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localization behavior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JAH-SLB-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Localization Behavior Analyst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software must behave across locales — the locale, the behavior, the pitfall, and the fix.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https://justinahiggins614-cmyk.github.io/jah-databases/db/software-localization-behavior/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https://justinahiggins614-cmyk.github.io/jah-databases-data-1/data/software-localization-behavior/index.jsonl.gz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
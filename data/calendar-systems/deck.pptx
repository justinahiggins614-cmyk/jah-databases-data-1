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alendar-systems/" TargetMode="External"/><Relationship Id="rId3" Type="http://schemas.openxmlformats.org/officeDocument/2006/relationships/hyperlink" Target="https://justinahiggins614-cmyk.github.io/jah-databases-data-1/data/calendar-system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Calendar Systems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Every calendar system: structure, epoch, leap rules, conversion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Calendar Systems Database holds 15 calendar systems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calendar system: structure, epoch, leap rules, conversion notes.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data compiled from calendrical literature (astronomical almanacs, encyclopedic calendar references, and standards documentation).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Gregorian calendar — the world civil calendar (1582)  [JAH-CALSYS-000001]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Gregorian calendar is the international civil calendar, introduced by Pope Gregory XIII in 1582 to correct the Julian calendar's drift. Its mean year is 365.2425 days: a year is a leap year if 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Julian calendar — Rome's calendar (45 BC)  [JAH-CALSYS-000002]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Julian calendar was introduced by Julius Caesar in 45 BC with a simple rule: every fourth year is a leap year, giving a mean year of exactly 365.25 days. That is about 11 minutes longer than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Hebrew calendar — lunisolar, epoch 3761 BCE  [JAH-CALSYS-000003]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Hebrew calendar is lunisolar: months follow the Moon (29 or 30 days) while leap years keep it aligned with the Sun. Its epoch is 1 Tishri 1 AM, corresponding to 3761 BCE. A 19-year Metonic cycle…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Islamic (Hijri) calendar — lunar, epoch 622 CE  [JAH-CALSYS-000004]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Islamic calendar is a pure lunar calendar: 12 months alternating 29 and 30 days, with no intercalation, so the year is 354 or 355 days and the months drift through the seasons over a 33-year cycl…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Chinese lunisolar calendar - 60-year sexagenary cycle  [JAH-CALSYS-000005]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Chinese calendar is lunisolar: months begin on new moons, and leap months (about 7 in 19 years) keep it aligned with the solar year and its 24 solar terms. Years are named by the 60-year sexagena…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calendar system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JAH-CALSYS-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Calendar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calendar system: structure, epoch, leap rules, conversion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https://justinahiggins614-cmyk.github.io/jah-databases/db/calendar-systems/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https://justinahiggins614-cmyk.github.io/jah-databases-data-1/data/calendar-systems/index.jsonl.gz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
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ardware-driver-compatibility-signature/" TargetMode="External"/><Relationship Id="rId3" Type="http://schemas.openxmlformats.org/officeDocument/2006/relationships/hyperlink" Target="https://justinahiggins614-cmyk.github.io/jah-databases-data-1/data/hardware-driver-compat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Hardware Driver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Driver, OS, and device compatibility: which hardware works with which software, and how to verify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Hardware Driver Compatibility Database holds 20 driver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Driver, OS, and device compatibility: which hardware works with which software, and how to verify it.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Driver Matchmaker  [JAH-HDC-S-000001]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matchmakes hardware to drivers like a dating service: compatibility scores from the version matrix, HCL, and community reports. The matchmaker explains every pairing. Hardware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Triple Checker  [JAH-HDC-S-000002]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checks the GPU driver triple (driver, CUDA, kernel) as one atomic unit before any compute job starts. The checker refuses to run on mismatched triples. Silent breaks become loud…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Firmware Guardian  [JAH-HDC-S-000003]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guards firmware flashing with a multi-factor check: revision, checksum, and a backup of the current firmware. The guardian has never bricked a device. Flashing becomes boring.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Class Diplomat  [JAH-HDC-S-000004]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diplomat that negotiates between class-compliant devices and picky OSes, translating quirks into standard behavior. The diplomat speaks fluent USB. Odd devices work everywhere.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Signing Ceremony  [JAH-HDC-S-000005]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ceremony for signing kernel modules: the ritual is automated, audited, and the signatures are verified at every boot. The ceremony makes trust routine. Secure Boot stays secure.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driver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JAH-HDC-S-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Driver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Driver, OS, and device compatibility: which hardware works with which software, and how to verify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https://justinahiggins614-cmyk.github.io/jah-databases/db/hardware-driver-compatibility-signature/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https://justinahiggins614-cmyk.github.io/jah-databases-data-1/data/hardware-driver-compatibility-signature/index.jsonl.gz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
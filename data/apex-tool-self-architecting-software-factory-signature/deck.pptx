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self-architecting-software-factory-signature/" TargetMode="External"/><Relationship Id="rId3" Type="http://schemas.openxmlformats.org/officeDocument/2006/relationships/hyperlink" Target="https://justinahiggins614-cmyk.github.io/jah-databases-data-1/data/apex-tool-self-architecting-software-factor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Self-Architecting Software Factory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Designs software components and their interfaces around requirements, constraints, and measurable acceptance criteria.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Self-Architecting Software Factory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Designs software components and their interfaces around requirements, constraints, and measurable acceptance criteria.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Higgins, 2026. Signature record — not a public method.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Blueprint Forge  [JAH-APX42S-000001]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blueprint forge hammers requirements into architectures: heat the requirements, hammer out components, quench in acceptance criteria. The forge's blueprints build.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Parts Catalog  [JAH-APX42S-000002]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parts catalog stocks certified components: each part with its contract, its test record, its compatibility chart. Builders order from the catalog; hand-rolling is the exception.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Seamstress  [JAH-APX42S-000003]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seamstress sews systems along domain seams: bounded contexts cut cleanly, services stitched with contracts. The seams are where the system bends without breaking.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Contract Notary  [JAH-APX42S-000004]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contract notary witnesses every interface agreement: consumer and provider sign, the notary seals, and contract tests enforce. Unsigned interfaces don't integrate.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Decision Diary (Architecture)  [JAH-APX42S-000005]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architecture diary records every structural decision with its why: the options, the choice, the consequence. Future architects read the diary before moving walls.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JAH-APX42S-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Self-Architecting Software Factory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Designs software components and their interfaces around requirements, constraints, and measurable acceptance criteria.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https://justinahiggins614-cmyk.github.io/jah-databases/db/apex-tool-self-architecting-software-factory-signature/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https://justinahiggins614-cmyk.github.io/jah-databases-data-1/data/apex-tool-self-architecting-software-factory-signature/index.jsonl.gz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
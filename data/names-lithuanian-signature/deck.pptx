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lithuanian-signature/" TargetMode="External"/><Relationship Id="rId3" Type="http://schemas.openxmlformats.org/officeDocument/2006/relationships/hyperlink" Target="https://justinahiggins614-cmyk.github.io/jah-databases-data-1/data/names-lithuan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Lithuanian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Lithuanian style — new creations built from real Lithuanian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Lithuanian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Lithuanian style — new creations built from real Lithuanian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Lithuanian Names Database from genuine Lithuanian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Lithuanian-style given name: Jonasvytautas  [JAH-NMLS2-000001]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Jonasvytautas is a Signature original Lithuanian-style given name, created for the Signature Lithuanian Names Database. From Jonas + Vytautas. It is labeled a Signature creation and is not a traditio…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Lithuanian-style given name: Onadalia  [JAH-NMLS2-000002]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Onadalia is a Signature original Lithuanian-style given name, created for the Signature Lithuanian Names Database. From Ona + Dalia. It is labeled a Signature creation and is not a traditional Lithua…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Lithuanian-style given name: Petrasvytis  [JAH-NMLS2-000003]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Petrasvytis is a Signature original Lithuanian-style given name, created for the Signature Lithuanian Names Database. From Petras + vytis (chase/knight). It is labeled a Signature creation and is not…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Lithuanian-style given name: Marijatauta  [JAH-NMLS2-000004]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Marijatauta is a Signature original Lithuanian-style given name, created for the Signature Lithuanian Names Database. From Marija + tauta (people). It is labeled a Signature creation and is not a tra…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Lithuanian-style given name: Daliamedeina  [JAH-NMLS2-000005]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Daliamedeina is a Signature original Lithuanian-style given name, created for the Signature Lithuanian Names Database. From Dalia + Medeina (forest goddess). It is labeled a Signature creation and is…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JAH-NMLS2-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Lithuanian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Lithuanian style — new creations built from real Lithuanian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https://justinahiggins614-cmyk.github.io/jah-databases/db/names-lithuanian-signature/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https://justinahiggins614-cmyk.github.io/jah-databases-data-1/data/names-lithuanian-signature/index.jsonl.gz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
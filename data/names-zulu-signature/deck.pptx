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zulu-signature/" TargetMode="External"/><Relationship Id="rId3" Type="http://schemas.openxmlformats.org/officeDocument/2006/relationships/hyperlink" Target="https://justinahiggins614-cmyk.github.io/jah-databases-data-1/data/names-zulu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Zulu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Zulu style — new creations built from real Zulu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Zulu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Zulu style — new creations built from real Zulu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Zulu Names Database from genuine Zulu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Zulu-style given name: Thandolwethu  [JAH-NMZS-000001]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Thandolwethu is a Signature original Zulu-style given name, created for the Signature Zulu Names Database. From thanda (love) + -lwethu (our): 'our beloved'. It is labeled a Signature creation and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Zulu-style given name: Jabulisile  [JAH-NMZS-000002]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Jabulisile is a Signature original Zulu-style given name, created for the Signature Zulu Names Database. From jabula (rejoice) + -isile: 'she has brought joy'. It is labeled a Signature creation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Zulu-style given name: Mvulazana  [JAH-NMZS-000003]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Mvulazana is a Signature original Zulu-style given name, created for the Signature Zulu Names Database. From mvula (rain) + -azana: 'little rain'. It is labeled a Signature creation and is not a trad…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Zulu-style given name: Mandlakazi  [JAH-NMZS-000004]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Mandlakazi is a Signature original Zulu-style given name, created for the Signature Zulu Names Database. From mandla (strength) + -kazi: 'great strength'. It is labeled a Signature creation and is 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Zulu-style given name: Hlanhlakahle  [JAH-NMZS-000005]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Hlanhlakahle is a Signature original Zulu-style given name, created for the Signature Zulu Names Database. From inhlanhla (luck) + kahle (well): 'good luck'. It is labeled a Signature creation and 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JAH-NMZS-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Zulu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Zulu style — new creations built from real Zulu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https://justinahiggins614-cmyk.github.io/jah-databases/db/names-zulu-signature/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https://justinahiggins614-cmyk.github.io/jah-databases-data-1/data/names-zulu-signature/index.jsonl.gz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
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utonomous-ai-cooperation-designer-signature/" TargetMode="External"/><Relationship Id="rId3" Type="http://schemas.openxmlformats.org/officeDocument/2006/relationships/hyperlink" Target="https://justinahiggins614-cmyk.github.io/jah-databases-data-1/data/apex-tool-autonomous-ai-cooperation-design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Autonomous AI Cooperation Designer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Designs how AI agents team up — who does what, what they share, how results get 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Autonomous AI Cooperation Designer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how AI agents team up — who does what, what they share, how results get checked.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Mustering the Roster  [JAH-APX92S-000001]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roster knows every agent by its true capabilities — no resumes, just genomes.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Teamwright  [JAH-APX92S-000002]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teamwright builds the right crew: every needed capability covered, no passengers, no gaps.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Carving Roles  [JAH-APX92S-000003]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role carver gives each agent a carved, bounded role — overlaps are flagged before they become turf wars.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The Common Tongue  [JAH-APX92S-000004]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team gets its language: message formats and exchange rules, validated before first contact.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Keeping the Beat  [JAH-APX92S-000005]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drum major orders the turns — who acts when, in dependency order, no agent stepping on another.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JAH-APX92S-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Autonomous AI Cooperation Designer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Designs how AI agents team up — who does what, what they share, how results get checked.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https://justinahiggins614-cmyk.github.io/jah-databases/db/apex-tool-autonomous-ai-cooperation-designer-signature/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https://justinahiggins614-cmyk.github.io/jah-databases-data-1/data/apex-tool-autonomous-ai-cooperation-designer-signature/index.jsonl.gz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
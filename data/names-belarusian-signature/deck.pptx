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elarusian-signature/" TargetMode="External"/><Relationship Id="rId3" Type="http://schemas.openxmlformats.org/officeDocument/2006/relationships/hyperlink" Target="https://justinahiggins614-cmyk.github.io/jah-databases-data-1/data/names-belarus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Belarusian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Belarusian style — new creations built from real Belarusian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Belarusian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Belarusian style — new creations built from real Belarusian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Belarusian Names Database from genuine Belarusian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Belarusian-style given name: Ivanmir  [JAH-NMBS6-000001]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Ivanmir is a Signature original Belarusian-style given name, created for the Signature Belarusian Names Database. From Ivan + mir (peace).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Belarusian-style given name: Marynaslava  [JAH-NMBS6-000002]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Marynaslava is a Signature original Belarusian-style given name, created for the Signature Belarusian Names Database. From Maryna + slava (glory).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Belarusian-style given name: Aleksandrmil  [JAH-NMBS6-000003]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Aleksandrmil is a Signature original Belarusian-style given name, created for the Signature Belarusian Names Database. From Aleksandr + mil (dear). It is labeled a Signature creation and is not a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Belarusian-style given name: Olgamir  [JAH-NMBS6-000004]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Olgamir is a Signature original Belarusian-style given name, created for the Signature Belarusian Names Database. From Olga + mir. It is labeled a Signature creation and is not a traditional Belarusi…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Belarusian-style given name: Dmitrislav  [JAH-NMBS6-000005]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Dmitrislav is a Signature original Belarusian-style given name, created for the Signature Belarusian Names Database. From Dmitri + slav. It is labeled a Signature creation and is not a traditional Be…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Belarusian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Belarusian style — new creations built from real Belarusian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https://justinahiggins614-cmyk.github.io/jah-databases/db/names-belarusian-signature/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https://justinahiggins614-cmyk.github.io/jah-databases-data-1/data/names-belarusian-signature/index.jsonl.gz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
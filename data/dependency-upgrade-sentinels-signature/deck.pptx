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dependency-upgrade-sentinels-signature/" TargetMode="External"/><Relationship Id="rId3" Type="http://schemas.openxmlformats.org/officeDocument/2006/relationships/hyperlink" Target="https://justinahiggins614-cmyk.github.io/jah-databases-data-1/data/dependency-upgrade-sentinel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Dependency Upgrade Sentinels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Watchful upgrades: sentinels that test, gate, and roll out dependency updates.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Dependency Upgrade Sentinels Database holds 15 dependency upgrade sentinels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Watchful upgrades: sentinels that test, gate, and roll out dependency updates.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A3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Upgrade Provenance Record  [JAH-DUS-S-000001]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every upgrade decision is recorded with its full reasoning — which advisory triggered it, what tests ran, who approved, what the canary showed. Future teams can audit why a version…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Compatibility test harness  [JAH-DUS-S-000002]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Before any upgrade merges, the sentinel runs the project's full test suite plus API-compatibility checks against the new version in an isolated environment. The upgrade PR carries…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Upgrade Provenance Record  [JAH-DUS-S-000003]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every upgrade decision is recorded with its full reasoning — which advisory triggered it, what tests ran, who approved, what the canary showed. Future teams can audit why a version…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Compatibility test harness  [JAH-DUS-S-000004]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Before any upgrade merges, the sentinel runs the project's full test suite plus API-compatibility checks against the new version in an isolated environment. The upgrade PR carries…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Upgrade rollback automation  [JAH-DUS-S-000005]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Every sentinel-driven upgrade ships with a tested rollback: the previous lockfile, a database migration down-path, and a one-command revert. If production signals degrade after the…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dependency upgrade sentinel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JAH-DUS-S-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Upgrade Sentinel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Watchful upgrades: sentinels that test, gate, and roll out dependency updates.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https://justinahiggins614-cmyk.github.io/jah-databases/db/dependency-upgrade-sentinels-signature/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https://justinahiggins614-cmyk.github.io/jah-databases-data-1/data/dependency-upgrade-sentinels-signature/index.jsonl.gz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
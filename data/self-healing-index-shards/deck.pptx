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healing-index-shards/" TargetMode="External"/><Relationship Id="rId3" Type="http://schemas.openxmlformats.org/officeDocument/2006/relationships/hyperlink" Target="https://justinahiggins614-cmyk.github.io/jah-databases-data-1/data/self-healing-index-shard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Self-Healing Index Shards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Sharded indices that repair and rebalance themselves: checksums, quorum repair, splits, and anti-entropy.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Self-Healing Index Shards Database holds 15 shards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Sharded indices that repair and rebalance themselves: checksums, quorum repair, splits, and anti-entropy.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Shard Checksums  [JAH-SHIS-000001]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Checksums every shard's data and metadata so corruption in one shard is detected without scanning the others. Per-shard checksums localize damage: the system knows exactly which shard needs healing.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Replica Quorum Repair  [JAH-SHIS-000002]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Repairs a damaged shard from its replicas only after a quorum agrees on the correct data, preventing a single bad replica from spreading corruption. Quorum repair trades a little latency for strong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Shard Rebalancing  [JAH-SHIS-000003]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key ranges between shards to even out size and load, running as a background migration that never blocks reads or writes. Rebalancing keeps the cluster balanced as data grows unevenly.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Shard Split and Merge  [JAH-SHIS-000004]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Splits shards that outgrow their bounds and merges shards that shrink, keeping shard count matched to data size automatically. Split/merge is the cluster's growth mechanism: no manual resharding proj…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Hot-Shard Detection  [JAH-SHIS-000005]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shards receiving disproportionate traffic - the hot shard problem - from request-rate metrics, before they melt. Detection triggers mitigation: caching, splitting, or replica scaling for that…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shard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JAH-SHIS-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Shard Healer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Sharded indices that repair and rebalance themselves: checksums, quorum repair, splits, and anti-entropy.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https://justinahiggins614-cmyk.github.io/jah-databases/db/self-healing-index-shards/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https://justinahiggins614-cmyk.github.io/jah-databases-data-1/data/self-healing-index-shards/index.jsonl.gz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
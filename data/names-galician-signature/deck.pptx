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alician-signature/" TargetMode="External"/><Relationship Id="rId3" Type="http://schemas.openxmlformats.org/officeDocument/2006/relationships/hyperlink" Target="https://justinahiggins614-cmyk.github.io/jah-databases-data-1/data/names-galic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Galician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Galician style — new creations built from real Galician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Galician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Galician style — new creations built from real Galician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Galician Names Database from genuine Galician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Galician-style given name: Xosemar  [JAH-NMGS4-000001]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Xosemar is a Signature original Galician-style given name, created for the Signature Galician Names Database. From Xose + mar (sea). It is labeled a Signature creation and is not a traditional Galici…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Galician-style given name: Mariaria  [JAH-NMGS4-000002]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Mariaria is a Signature original Galician-style given name, created for the Signature Galician Names Database. From Maria + ria (estuary).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Galician-style given name: Antonrio  [JAH-NMGS4-000003]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Antonrio is a Signature original Galician-style given name, created for the Signature Galician Names Database. From Anton + rio (river). It is labeled a Signature creation and is not a traditional Ga…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Galician-style given name: Uxiamonte  [JAH-NMGS4-000004]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Uxiamonte is a Signature original Galician-style given name, created for the Signature Galician Names Database. From Uxia + monte (mountain). It is labeled a Signature creation and is not a tradition…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Galician-style given name: Breoganmar  [JAH-NMGS4-000005]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Breoganmar is a Signature original Galician-style given name, created for the Signature Galician Names Database. From Breogan + mar. It is labeled a Signature creation and is not a traditional Galici…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Galician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Galician style — new creations built from real Galician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https://justinahiggins614-cmyk.github.io/jah-databases/db/names-galician-signature/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https://justinahiggins614-cmyk.github.io/jah-databases-data-1/data/names-galician-signature/index.jsonl.gz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
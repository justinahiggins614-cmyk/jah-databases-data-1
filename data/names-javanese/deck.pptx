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javanese/" TargetMode="External"/><Relationship Id="rId3" Type="http://schemas.openxmlformats.org/officeDocument/2006/relationships/hyperlink" Target="https://justinahiggins614-cmyk.github.io/jah-databases-data-1/data/names-java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Javanese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Javanese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Javanese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Javanese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Sari - Javanese feminine given name  [JAH-NMJ2-000001]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Sari is a feminine given name in Javanese. Meaning: Essence. The core or best part; a classic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Dewi - Javanese feminine given name  [JAH-NMJ2-000002]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Dewi is a feminine given name in Javanese. Meaning: Goddess. From Sanskrit devi.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Budi - Javanese masculine given name  [JAH-NMJ2-000003]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Budi is a masculine given name in Javanese. Meaning: Character, mind. From Sanskrit buddhi.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Agus - Javanese masculine given name  [JAH-NMJ2-000004]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Agus is a masculine given name in Javanese. Meaning: Born in August — a calendar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Wulan - Javanese feminine given name  [JAH-NMJ2-000005]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Wulan is a feminine given name in Javanese. Meaning: Moon. A poetic girls'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JAH-NMJ2-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Javanese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Javanese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https://justinahiggins614-cmyk.github.io/jah-databases/db/names-javanese/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https://justinahiggins614-cmyk.github.io/jah-databases-data-1/data/names-javanese/index.jsonl.gz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
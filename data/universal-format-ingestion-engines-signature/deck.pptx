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format-ingestion-engines-signature/" TargetMode="External"/><Relationship Id="rId3" Type="http://schemas.openxmlformats.org/officeDocument/2006/relationships/hyperlink" Target="https://justinahiggins614-cmyk.github.io/jah-databases-data-1/data/universal-format-ingestion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Format Ingestion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Taking in the world's data: format detection, schema inference, streaming parsers, and malformed-data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Format Ingestion Engines Database holds 15 ingestion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Taking in the world's data: format detection, schema inference, streaming parsers, and malformed-data recovery.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Confidence-Scored Detection  [JAH-UFIE-S-000001]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detection reports a confidence score, and low-confidence files route to human review instead of being misprocessed. Scores are logged for tuning. Signature-labeled; an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Constraint-Inferring Schemas  [JAH-UFIE-S-000002]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inference also learns constraints - ranges, patterns, nullability - and future data is validated against them. Schema becomes a living contract. Signature-labeled; an original J…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Dialect-Auto CSV Parsing  [JAH-UFIE-S-000003]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parser detects delimiters, quoting, and headers automatically per file, handling the dialect chaos of real-world CSVs. Detected dialects are reported. Signature-labeled;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Path-Filtered JSON Streaming  [JAH-UFIE-S-000004]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streamer filters by JSONPath during parsing, materializing only the subtrees you asked for. Memory stays flat regardless of document size. Signature-labeled; an original JAH…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Schema-Driven XML Mapping  [JAH-UFIE-S-000005]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mappings derive from the target schema, generating the transform skeleton automatically - developers fill in business rules, not plumbing. Skeletons are type-checked. Signature-…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ingestion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JAH-UFIE-S-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Ingestion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Taking in the world's data: format detection, schema inference, streaming parsers, and malformed-data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https://justinahiggins614-cmyk.github.io/jah-databases/db/universal-format-ingestion-engines-signature/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https://justinahiggins614-cmyk.github.io/jah-databases-data-1/data/universal-format-ingestion-engines-signature/index.jsonl.gz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
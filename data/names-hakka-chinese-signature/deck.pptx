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akka-chinese-signature/" TargetMode="External"/><Relationship Id="rId3" Type="http://schemas.openxmlformats.org/officeDocument/2006/relationships/hyperlink" Target="https://justinahiggins614-cmyk.github.io/jah-databases-data-1/data/names-hakka-chi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Hakka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Hakka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Hakka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Hakka Chinese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Wei 伟 - sound, structure, and naming power  [JAH-NMHCS-000001]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Hakka Chinese masculine name Wei 伟. Sound: 1 syllables, open vowels. Structure: A traditional name of this language.. Recorded meaning: Great..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Lan 兰 - sound, structure, and naming power  [JAH-NMHCS-000002]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Hakka Chinese feminine name Lan 兰. Sound: 1 syllables, firm consonant close. Structure: A traditional name of this language.. Recorded meaning: Orchid..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Jian 健 - sound, structure, and naming power  [JAH-NMHCS-000003]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Hakka Chinese masculine name Jian 健. Sound: 1 syllables, firm consonant close. Structure: A traditional name of this language.. Recorded meaning: Healthy.. Naming power:…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Mei 梅 - sound, structure, and naming power  [JAH-NMHCS-000004]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Hakka Chinese feminine name Mei 梅. Sound: 1 syllables, open vowels. Structure: A traditional name of this language.. Recorded meaning: Plum blossom.. Naming power: the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Hakka Chinese naming framework  [JAH-NMHCS-000005]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Hakka Chinese names. Forging a new Signature name runs in four passes: sound (two to four syllables that read aloud cleanly), meaning (one plain-language gloss, never…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Hakka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Hakka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https://justinahiggins614-cmyk.github.io/jah-databases/db/names-hakka-chinese-signature/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https://justinahiggins614-cmyk.github.io/jah-databases-data-1/data/names-hakka-chinese-signature/index.jsonl.gz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
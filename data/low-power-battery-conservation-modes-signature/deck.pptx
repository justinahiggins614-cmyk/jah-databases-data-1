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ow-power-battery-conservation-modes-signature/" TargetMode="External"/><Relationship Id="rId3" Type="http://schemas.openxmlformats.org/officeDocument/2006/relationships/hyperlink" Target="https://justinahiggins614-cmyk.github.io/jah-databases-data-1/data/low-power-battery-conservation-mod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Low-Power Battery Conservation Modes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Modes and mechanisms that stretch battery life without killing usability.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Low-Power Battery Conservation Modes Database holds 15 power conservation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Modes and mechanisms that stretch battery life without killing usability.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ACPI Sleep States  [JAH-LPB-S-000001]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ACPI S-states from S0 working through S3 suspend to S4 hibernate. S3 keeps RAM powered for instant resume; S4 writes RAM to disk and powers off fully. The OS picks the state matching the expecte…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CPU P-States and C-States  [JAH-LPB-S-000002]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Scales CPU frequency with P-states and parks idle cores in deep C-states. P-states trade speed for power; C-states cut idle power to near zero at microsecond wake costs. The governor balances the two…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Tickless Idle  [JAH-LPB-S-000003]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Stops the periodic timer tick when the CPU is idle so cores sleep uninterrupted. The old 1000 Hz tick woke every core every millisecond; tickless kernels sleep until the next real event. It is why mo…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Runtime Power Management  [JAH-LPB-S-000004]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Suspends individual devices at runtime when idle, independent of system sleep. USB, PCIe, and SATA devices each get autosuspend policies; the framework tracks usage counts. It saves power while the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Battery Charge Thresholds  [JAH-LPB-S-000005]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Limits maximum charge to 80 percent to extend battery lifespan. Lithium batteries degrade fastest at full charge and high temperature; thresholds trade a little capacity for years of health. Business…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power conservation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JAH-LPB-S-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Low-Power Battery Conservation Modes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Modes and mechanisms that stretch battery life without killing usability.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https://justinahiggins614-cmyk.github.io/jah-databases/db/low-power-battery-conservation-modes-signature/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https://justinahiggins614-cmyk.github.io/jah-databases-data-1/data/low-power-battery-conservation-modes-signature/index.jsonl.gz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
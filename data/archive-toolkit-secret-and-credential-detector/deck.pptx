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cret-and-credential-detector/" TargetMode="External"/><Relationship Id="rId3" Type="http://schemas.openxmlformats.org/officeDocument/2006/relationships/hyperlink" Target="https://justinahiggins614-cmyk.github.io/jah-databases-data-1/data/archive-toolkit-secret-and-credential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Secret and Credential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exposed passwords, keys, tokens, and similar secrets so they can be protected.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Secret and Credential Detector Database holds 15 secret and credential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exposed passwords, keys, tokens, and similar secrets so they can be protected.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High-entropy string detection  [JAH-ATK264-000001]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Random-looking tokens have high Shannon entropy: the character distribution is close to uniform. Strings above an entropy threshold, of sufficient length, and in the right character set are flagged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High-entropy string detection  [JAH-ATK264-000002]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Random-looking tokens have high Shannon entropy: the character distribution is close to uniform. Strings above an entropy threshold, of sufficient length, and in the right character set are flagged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High-entropy string detection  [JAH-ATK264-000003]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Random-looking tokens have high Shannon entropy: the character distribution is close to uniform. Strings above an entropy threshold, of sufficient length, and in the right character set are flagged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Known-prefix secret patterns  [JAH-ATK264-000004]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Many credential formats have recognizable prefixes: AKIA for AWS keys, ghp_ for GitHub tokens, sk- for API keys. Prefix matching is fast and precise, and each prefix maps to a specific rotation runbo…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Known-prefix secret patterns  [JAH-ATK264-000005]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Many credential formats have recognizable prefixes: AKIA for AWS keys, ghp_ for GitHub tokens, sk- for API keys. Prefix matching is fast and precise, and each prefix maps to a specific rotation runbo…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secret and credential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Secret and Credential Detector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exposed passwords, keys, tokens, and similar secrets so they can be protected.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https://justinahiggins614-cmyk.github.io/jah-databases/db/archive-toolkit-secret-and-credential-detector/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https://justinahiggins614-cmyk.github.io/jah-databases-data-1/data/archive-toolkit-secret-and-credential-detector/index.jsonl.gz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
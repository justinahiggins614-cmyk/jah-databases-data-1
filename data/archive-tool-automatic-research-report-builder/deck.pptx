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automatic-research-report-builder/" TargetMode="External"/><Relationship Id="rId3" Type="http://schemas.openxmlformats.org/officeDocument/2006/relationships/hyperlink" Target="https://justinahiggins614-cmyk.github.io/jah-databases-data-1/data/archive-tool-automatic-research-report-build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Automatic Research Report Builder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Produces organized findings with citations, unresolved questions, and evidence summaries.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Automatic Research Report Builder Database holds 15 archive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Produces organized findings with citations, unresolved questions, and evidence summaries.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computer-science methods literature (Automatic Research Report Builder practice); cross-checked against standard references,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Finding organization by subquestion (foundational)  [JAH-AT80-000001]</a:t>
            </a:r>
          </a:p>
          <a:p>
            <a:pPr algn="l">
              <a:spcAft>
                <a:spcPts val="1000"/>
              </a:spcAft>
            </a:pPr>
            <a:r>
              <a:rPr sz="1400" b="0">
                <a:solidFill>
                  <a:srgbClr val="D5DBDB"/>
                </a:solidFill>
                <a:latin typeface="Calibri"/>
              </a:rPr>
              <a:t>   Findings are grouped under the subquestions that produced them, in the mission's dependency order. Organization by subquestion keeps the report's structure aligned with how the investigation actually…</a:t>
            </a:r>
          </a:p>
          <a:p>
            <a:pPr algn="l">
              <a:spcAft>
                <a:spcPts val="200"/>
              </a:spcAft>
            </a:pPr>
            <a:r>
              <a:rPr sz="1700" b="1">
                <a:solidFill>
                  <a:srgbClr val="FFFFFF"/>
                </a:solidFill>
                <a:latin typeface="Calibri"/>
              </a:rPr>
              <a:t>2. Finding organization by subquestion (compounded)  [JAH-AT80-000002]</a:t>
            </a:r>
          </a:p>
          <a:p>
            <a:pPr algn="l">
              <a:spcAft>
                <a:spcPts val="1000"/>
              </a:spcAft>
            </a:pPr>
            <a:r>
              <a:rPr sz="1400" b="0">
                <a:solidFill>
                  <a:srgbClr val="D5DBDB"/>
                </a:solidFill>
                <a:latin typeface="Calibri"/>
              </a:rPr>
              <a:t>   Findings are grouped under the subquestions that produced them, in the mission's dependency order. Organization by subquestion keeps the report's structure aligned with how the investigation actually…</a:t>
            </a:r>
          </a:p>
          <a:p>
            <a:pPr algn="l">
              <a:spcAft>
                <a:spcPts val="200"/>
              </a:spcAft>
            </a:pPr>
            <a:r>
              <a:rPr sz="1700" b="1">
                <a:solidFill>
                  <a:srgbClr val="FFFFFF"/>
                </a:solidFill>
                <a:latin typeface="Calibri"/>
              </a:rPr>
              <a:t>3. Finding organization by subquestion (production)  [JAH-AT80-000003]</a:t>
            </a:r>
          </a:p>
          <a:p>
            <a:pPr algn="l">
              <a:spcAft>
                <a:spcPts val="1000"/>
              </a:spcAft>
            </a:pPr>
            <a:r>
              <a:rPr sz="1400" b="0">
                <a:solidFill>
                  <a:srgbClr val="D5DBDB"/>
                </a:solidFill>
                <a:latin typeface="Calibri"/>
              </a:rPr>
              <a:t>   Findings are grouped under the subquestions that produced them, in the mission's dependency order. Organization by subquestion keeps the report's structure aligned with how the investigation actually…</a:t>
            </a:r>
          </a:p>
          <a:p>
            <a:pPr algn="l">
              <a:spcAft>
                <a:spcPts val="200"/>
              </a:spcAft>
            </a:pPr>
            <a:r>
              <a:rPr sz="1700" b="1">
                <a:solidFill>
                  <a:srgbClr val="FFFFFF"/>
                </a:solidFill>
                <a:latin typeface="Calibri"/>
              </a:rPr>
              <a:t>4. Citation insertion from evidence links (foundational)  [JAH-AT80-000004]</a:t>
            </a:r>
          </a:p>
          <a:p>
            <a:pPr algn="l">
              <a:spcAft>
                <a:spcPts val="1000"/>
              </a:spcAft>
            </a:pPr>
            <a:r>
              <a:rPr sz="1400" b="0">
                <a:solidFill>
                  <a:srgbClr val="D5DBDB"/>
                </a:solidFill>
                <a:latin typeface="Calibri"/>
              </a:rPr>
              <a:t>   Every factual sentence in the draft gets its citation inserted from the evidence links recorded during the investigation. Sentences with no link are flagged for the auditor instead of being published…</a:t>
            </a:r>
          </a:p>
          <a:p>
            <a:pPr algn="l">
              <a:spcAft>
                <a:spcPts val="200"/>
              </a:spcAft>
            </a:pPr>
            <a:r>
              <a:rPr sz="1700" b="1">
                <a:solidFill>
                  <a:srgbClr val="FFFFFF"/>
                </a:solidFill>
                <a:latin typeface="Calibri"/>
              </a:rPr>
              <a:t>5. Citation insertion from evidence links (compounded)  [JAH-AT80-000005]</a:t>
            </a:r>
          </a:p>
          <a:p>
            <a:pPr algn="l">
              <a:spcAft>
                <a:spcPts val="1000"/>
              </a:spcAft>
            </a:pPr>
            <a:r>
              <a:rPr sz="1400" b="0">
                <a:solidFill>
                  <a:srgbClr val="D5DBDB"/>
                </a:solidFill>
                <a:latin typeface="Calibri"/>
              </a:rPr>
              <a:t>   Every factual sentence in the draft gets its citation inserted from the evidence links recorded during the investigation. Sentences with no link are flagged for the auditor instead of being published…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archive tool</a:t>
            </a:r>
          </a:p>
          <a:p>
            <a:pPr algn="l">
              <a:spcAft>
                <a:spcPts val="1000"/>
              </a:spcAft>
            </a:pPr>
            <a:r>
              <a:rPr sz="2000" b="0">
                <a:solidFill>
                  <a:srgbClr val="FFFFFF"/>
                </a:solidFill>
                <a:latin typeface="Calibri"/>
              </a:rPr>
              <a:t>ID prefix:  JAH-AT80-</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Report Builder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Produces organized findings with citations, unresolved questions, and evidence summaries.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https://justinahiggins614-cmyk.github.io/jah-databases/db/archive-tool-automatic-research-report-builder/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https://justinahiggins614-cmyk.github.io/jah-databases-data-1/data/archive-tool-automatic-research-report-builder/index.jsonl.gz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
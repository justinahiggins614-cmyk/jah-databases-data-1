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ergy-efficient-compute-scheduling/" TargetMode="External"/><Relationship Id="rId3" Type="http://schemas.openxmlformats.org/officeDocument/2006/relationships/hyperlink" Target="https://justinahiggins614-cmyk.github.io/jah-databases-data-1/data/energy-efficient-compute-schedul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Energy-Efficient Compute Scheduling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Schedules compute where energy is cheapest and cleanest — same work, smaller footprint.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Energy-Efficient Compute Scheduling Database holds 15 scheduling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compute where energy is cheapest and cleanest — same work, smaller footprint.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Carbon-Aware Placement  [JAH-EEC-000001]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Carbon-Aware Placement is a scheduling ability in the Energy-Efficient Compute Scheduling database. Places jobs in regions where the grid is cleanest right now. Grid carbon intensity feeds the placer…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Time Shifting  [JAH-EEC-000002]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 Shifting is a scheduling ability in the Energy-Efficient Compute Scheduling database. Delays flexible jobs to low-carbon hours. Jobs tagged flexible wait for the daily carbon trough; deadlines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Power Capping  [JAH-EEC-000003]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Power Capping is a scheduling ability in the Energy-Efficient Compute Scheduling database. Caps node power draw during peak grid stress. Caps lower CPU frequency; the scheduler packs jobs to fewer 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Idle Harvesting  [JAH-EEC-000004]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Idle Harvesting is a scheduling ability in the Energy-Efficient Compute Scheduling database. Fills idle capacity with batch work instead of leaving machines on. Idle nodes pull from the batch queue;…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Cooling-Aware Packing  [JAH-EEC-000005]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Cooling-Aware Packing is a scheduling ability in the Energy-Efficient Compute Scheduling database. Packs jobs to minimize cooling energy, not just CPU. Hot jobs spread across cooling zones; the packe…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scheduling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JAH-EEC-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Energy-Efficient Compute Scheduling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compute where energy is cheapest and cleanest — same work, smaller footprint.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https://justinahiggins614-cmyk.github.io/jah-databases/db/energy-efficient-compute-scheduling/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https://justinahiggins614-cmyk.github.io/jah-databases-data-1/data/energy-efficient-compute-scheduling/index.jsonl.gz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
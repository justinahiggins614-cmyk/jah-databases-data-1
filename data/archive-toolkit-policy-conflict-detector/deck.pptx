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olicy-conflict-detector/" TargetMode="External"/><Relationship Id="rId3" Type="http://schemas.openxmlformats.org/officeDocument/2006/relationships/hyperlink" Target="https://justinahiggins614-cmyk.github.io/jah-databases-data-1/data/archive-toolkit-policy-conflict-dete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Policy Conflict Detector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conflicting access, retention, licensing, or operational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Policy Conflict Detector Database holds 15 policy conflict detectors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conflicting access, retention, licensing, or operational rules.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Direct contradiction detection  [JAH-ATK276-000001]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Policies are compared pairwise for direct contradictions: one allows what another denies on the same scope. Contradictions are reported with both rules cited and the overlapping scope. Detection runs…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Direct contradiction detection  [JAH-ATK276-000002]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Policies are compared pairwise for direct contradictions: one allows what another denies on the same scope. Contradictions are reported with both rules cited and the overlapping scope. Detection runs…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Direct contradiction detection  [JAH-ATK276-000003]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Policies are compared pairwise for direct contradictions: one allows what another denies on the same scope. Contradictions are reported with both rules cited and the overlapping scope. Detection runs…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Precedence ordering  [JAH-ATK276-000004]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Policies carry precedence ranks, and higher-ranked policies win conflicts deterministically. Ranks reflect authority: legal holds outrank team preferences. The effective policy is computed by applyin…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Precedence ordering  [JAH-ATK276-000005]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Policies carry precedence ranks, and higher-ranked policies win conflicts deterministically. Ranks reflect authority: legal holds outrank team preferences. The effective policy is computed by applyin…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policy conflict detector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Policy Conflict Detector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conflicting access, retention, licensing, or operational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https://justinahiggins614-cmyk.github.io/jah-databases/db/archive-toolkit-policy-conflict-detector/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https://justinahiggins614-cmyk.github.io/jah-databases-data-1/data/archive-toolkit-policy-conflict-detector/index.jsonl.gz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
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ustom-linker-script-management/" TargetMode="External"/><Relationship Id="rId3" Type="http://schemas.openxmlformats.org/officeDocument/2006/relationships/hyperlink" Target="https://justinahiggins614-cmyk.github.io/jah-databases-data-1/data/custom-linker-script-management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Custom Linker Script Management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Controlling exactly where every byte lands in memory: linker scripts for sections, regions, and boot layouts.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Custom Linker Script Management Database holds 15 linker scripts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Controlling exactly where every byte lands in memory: linker scripts for sections, regions, and boot layouts.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Section Placement  [JAH-CLSM-000001]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Directs code and data sections to specific memory areas - fast RAM for hot code, flash for constants - through linker script rules. Precise placement is how embedded systems fit in tiny memories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Memory Regions  [JAH-CLSM-000002]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Declares named memory regions - FLASH, SRAM, CCM - with origins and lengths that sections then target. Regions make the script readable and let one script serve board variants by changing only region…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Entry Points  [JAH-CLSM-000003]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Sets the program entry point symbol where execution begins after reset, typically the reset handler. A correct entry point is the difference between a booting board and a dead one.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Symbol Versioning  [JAH-CLSM-000004]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Tags exported symbols with version nodes so libraries can evolve their ABI without breaking old binaries. Versioning lets one shared library serve programs built against several of its past releases.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Overlay Sections  [JAH-CLSM-000005]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Overlays multiple sections at the same runtime address, loading each on demand - the classic technique for fitting big programs in small memories. Overlays trade manual management for fitting where 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linker script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JAH-CLSM-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Linker Script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Controlling exactly where every byte lands in memory: linker scripts for sections, regions, and boot layouts.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https://justinahiggins614-cmyk.github.io/jah-databases/db/custom-linker-script-management/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https://justinahiggins614-cmyk.github.io/jah-databases-data-1/data/custom-linker-script-management/index.jsonl.gz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
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table-extraction-engine-signature/" TargetMode="External"/><Relationship Id="rId3" Type="http://schemas.openxmlformats.org/officeDocument/2006/relationships/hyperlink" Target="https://justinahiggins614-cmyk.github.io/jah-databases-data-1/data/archive-toolkit-table-extract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Table Extraction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Extracts tables from documents, reports, and web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Table Extraction Engine Database holds 15 extraction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Extracts tables from documents, reports, and web pages.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Grid-line detection — Table Extraction Engine  [JAH-ATK142S-00001]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Border characters (+,-,|) reveal column boundaries in plain-text tables. Boundary positions split every row consistently. Geometry beats guessing. This record documents a Signatu…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Header detection — Table Extraction Engine  [JAH-ATK142S-00002]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Headers are the first row, often distinguished by position or styling. Detection separates labels from data. Headers name columns. This record documents a Signature-authored orig…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Merged cells — Table Extraction Engine  [JAH-ATK142S-00003]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Spanning cells (colspan) need grid reconstruction to place values correctly. Spans complicate the simple grid model. Structure needs care. This record documents a Signature-autho…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Borderless tables — Table Extraction Engine  [JAH-ATK142S-00004]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Whitespace-aligned tables infer columns from consistent gaps. Gap analysis replaces border detection. Alignment is the signal. This record documents a Signature-authored original…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HTML table parsing — Table Extraction Engine  [JAH-ATK142S-00005]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&lt;table&gt;/&lt;tr&gt;/&lt;td&gt; markup parses directly into grids. Colspan/rowspan attributes guide placement. Markup is explicit. This record documents a Signature-authored original method of…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extraction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JAH-ATK142S-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Table Extraction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Extracts tables from documents, reports, and web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https://justinahiggins614-cmyk.github.io/jah-databases/db/archive-toolkit-table-extraction-engine-signature/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https://justinahiggins614-cmyk.github.io/jah-databases-data-1/data/archive-toolkit-table-extraction-engine-signature/index.jsonl.gz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
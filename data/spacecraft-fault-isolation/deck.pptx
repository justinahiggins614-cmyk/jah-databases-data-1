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acecraft-fault-isolation/" TargetMode="External"/><Relationship Id="rId3" Type="http://schemas.openxmlformats.org/officeDocument/2006/relationships/hyperlink" Target="https://justinahiggins614-cmyk.github.io/jah-databases-data-1/data/spacecraft-fault-iso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Spacecraft Fault Isolation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the broken piece in orbit — signatures, isolation steps, and recovery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Spacecraft Fault Isolation Database holds 20 fault isolation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the broken piece in orbit — signatures, isolation steps, and recovery actions.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Gyro failure: voted out  [JAH-SPACEC-000001]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 of three gyros drifts. Voting isolates it in 2 seconds; the redundant pair carries 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Memory SEU: parity catch  [JAH-SPACEC-000002]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single-event upset flips a bit; parity catches it and the word is rewritten from redundancy.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Processor hang: watchdog  [JAH-SPACEC-000003]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watchdog fires on a hung processor; the redundant processor takes over.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Thruster leak: model-based  [JAH-SPACEC-000004]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model predicts thrust; the residual flags a leaking thruster.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Sensor drift: signal-based  [JAH-SPACEC-000005]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temperature sensor drifts slowly; the rate-of-change check catches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fault isolation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JAH-SPACEC-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Spacecraft Fault Isolation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the broken piece in orbit — signatures, isolation steps, and recovery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https://justinahiggins614-cmyk.github.io/jah-databases/db/spacecraft-fault-isolation/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https://justinahiggins614-cmyk.github.io/jah-databases-data-1/data/spacecraft-fault-isolation/index.jsonl.gz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
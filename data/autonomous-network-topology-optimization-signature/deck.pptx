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network-topology-optimization-signature/" TargetMode="External"/><Relationship Id="rId3" Type="http://schemas.openxmlformats.org/officeDocument/2006/relationships/hyperlink" Target="https://justinahiggins614-cmyk.github.io/jah-databases-data-1/data/autonomous-network-topology-optim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Network Topology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Network Topology Optimization Database holds 15 topology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Authenticated Link-State Mesh  [JAH-ANTO-S-000001]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link-state advertisement is signed, so a compromised router cannot inject false topology to hijack traffic. Unsigned LSAs are dropped at receipt. Signature-labeled; an ori…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Multi-Criteria Path Solver  [JAH-ANTO-S-000002]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solver optimizes latency, loss, and cost together on a Pareto frontier instead of a single metric, letting policy pick the right tradeoff per traffic class. Tradeoffs are ex…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Demand-Predictive TE  [JAH-ANTO-S-000003]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TE plans from predicted demand, not just measured demand, pre-positioning capacity before the evening peak. Predictions are scored daily against reality. Signature-labeled; an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Pre-Verified Backup Paths  [JAH-ANTO-S-000004]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backup paths are continuously verified by synthetic probes, so failover never discovers the backup is broken at the worst moment. Unhealthy backups are replaced proactively. Sig…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Scenario-Based Capacity Plans  [JAH-ANTO-S-000005]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planning evaluates named scenarios - product launch, outage elsewhere, viral event - and provisions for the chosen risk level explicitly. Assumptions are written down, not hidde…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topology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JAH-ANTO-S-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Topology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https://justinahiggins614-cmyk.github.io/jah-databases/db/autonomous-network-topology-optimization-signature/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https://justinahiggins614-cmyk.github.io/jah-databases-data-1/data/autonomous-network-topology-optimization-signature/index.jsonl.gz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
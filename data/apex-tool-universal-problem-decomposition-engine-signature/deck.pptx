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problem-decomposition-engine-signature/" TargetMode="External"/><Relationship Id="rId3" Type="http://schemas.openxmlformats.org/officeDocument/2006/relationships/hyperlink" Target="https://justinahiggins614-cmyk.github.io/jah-databases-data-1/data/apex-tool-universal-problem-decomposition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Problem Decomposition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Breaks seemingly impossible objectives into smaller, measurable, interdependent tasks — the impossible, made plannable.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Problem Decomposition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Breaks seemingly impossible objectives into smaller, measurable, interdependent tasks — the impossible, made plannable.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Original Signature design by Justin Addam Higgins (JAH), 2026-10-21. Proposed capability — clearly labeled Signature, not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What the Decomposition Engine is  [JAH-APX22S-000001]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design of this capability, authored as a new engineering proposal rather than a survey of existing systems. The Signature design adds a Measurability Mandate: every subtask mus…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Task and dependency data model  [JAH-APX22S-000002]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data model for this capability, designed from first principles with explicit contracts. The Signature design adds a Measurability Mandate: every subtask must carry a verificati…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Recursive decomposition algorithm  [JAH-APX22S-000003]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first core operation. The Signature design adds a Measurability Mandate: every subtask must carry a verification method — the schema rejects tasks…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Critical-path and bottleneck algorithm  [JAH-APX22S-000004]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second core operation. The Signature design adds a Measurability Mandate: every subtask must carry a verification method — the schema rejects task…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Decomposition interface specification  [JAH-APX22S-000005]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interface contract for this capability. The Signature design adds a Measurability Mandate: every subtask must carry a verification method — the schema rejects tasks whose compl…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JAH-APX22S-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Problem Decomposition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Breaks seemingly impossible objectives into smaller, measurable, interdependent tasks — the impossible, made plannable.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https://justinahiggins614-cmyk.github.io/jah-databases/db/apex-tool-universal-problem-decomposition-engine-signature/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https://justinahiggins614-cmyk.github.io/jah-databases-data-1/data/apex-tool-universal-problem-decomposition-engine-signature/index.jsonl.gz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
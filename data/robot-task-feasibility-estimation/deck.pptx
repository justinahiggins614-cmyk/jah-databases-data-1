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task-feasibility-estimation/" TargetMode="External"/><Relationship Id="rId3" Type="http://schemas.openxmlformats.org/officeDocument/2006/relationships/hyperlink" Target="https://justinahiggins614-cmyk.github.io/jah-databases-data-1/data/robot-task-feasibility-estim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Robot Task Feasibility Estimation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Factors for estimating whether a robot can actually do a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Robot Task Feasibility Estimation Database holds 20 feasibility factors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Factors for estimating whether a robot can actually do a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Reachability  [JAH-RTF-000001]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Whether the target poses lie inside the arm's reachable workspace. Recorded facts — Factor: Reachability; Estimated by: workspace query; Threshold: all key poses. Used by task planners and fleet mana…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Payload Margin  [JAH-RTF-000002]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Whether the object mass plus tool stays under the rated payload with margin. Recorded facts — Factor: Payload Margin; Estimated by: mass estimate; Threshold: &lt;= 80% rated. Used by task planners and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Cycle-time Budget  [JAH-RTF-000003]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Whether the task fits in the allowed time at realistic speeds. Recorded facts — Factor: Cycle-time Budget; Estimated by: time model; Threshold: &lt;= budget. Used by task planners and fleet managers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Grasp Quality  [JAH-RTF-000004]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Whether sampled grasps score above the stability threshold. Recorded facts — Factor: Grasp Quality; Estimated by: grasp sampler; Threshold: &gt; 0.7 score. Used by task planners and fleet managers to 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Path Clearance  [JAH-RTF-000005]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Whether a collision-free path exists with clearance margin. Recorded facts — Factor: Path Clearance; Estimated by: motion planner; Threshold: &gt; 5 cm. Used by task planners and fleet managers to accep…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feasibility factor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JAH-RTF-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Robot Task Feasibility Estimation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Factors for estimating whether a robot can actually do a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https://justinahiggins614-cmyk.github.io/jah-databases/db/robot-task-feasibility-estimation/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https://justinahiggins614-cmyk.github.io/jah-databases-data-1/data/robot-task-feasibility-estimation/index.jsonl.gz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
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search-federation-manager/" TargetMode="External"/><Relationship Id="rId3" Type="http://schemas.openxmlformats.org/officeDocument/2006/relationships/hyperlink" Target="https://justinahiggins614-cmyk.github.io/jah-databases-data-1/data/archive-tool-search-federation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Search Federation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searches across different engines, APIs, databases, and storage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Search Federation Manager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searches across different engines, APIs, databases, and storage systems.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Engine Adapter Registry — Core Method  [JAH-AT10-000001]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federation manager never talks to engines directly; it talks to adapters, one per engine, that translate the canonical query into the engine's protocol and normalize its results back. The registry…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Engine Adapter Registry — Compounded Pattern  [JAH-AT10-000002]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federation manager never talks to engines directly; it talks to adapters, one per engine, that translate the canonical query into the engine's protocol and normalize its results back. The registry…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Engine Adapter Registry — Full-System Integration  [JAH-AT10-000003]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federation manager never talks to engines directly; it talks to adapters, one per engine, that translate the canonical query into the engine's protocol and normalize its results back. The registry…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Quorum Aggregation — Core Method  [JAH-AT10-000004]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Waiting for every engine means the slowest engine sets the pace, so the manager uses quorum aggregation: return as soon as k of n engines have answered. The quorum size balances completeness against…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Quorum Aggregation — Compounded Pattern  [JAH-AT10-000005]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Waiting for every engine means the slowest engine sets the pace, so the manager uses quorum aggregation: return as soon as k of n engines have answered. The quorum size balances completeness against…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Federation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searches across different engines, APIs, databases, and storage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https://justinahiggins614-cmyk.github.io/jah-databases/db/archive-tool-search-federation-manager/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https://justinahiggins614-cmyk.github.io/jah-databases-data-1/data/archive-tool-search-federation-manager/index.jsonl.gz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
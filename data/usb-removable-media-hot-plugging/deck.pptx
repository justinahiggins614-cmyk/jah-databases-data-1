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usb-removable-media-hot-plugging/" TargetMode="External"/><Relationship Id="rId3" Type="http://schemas.openxmlformats.org/officeDocument/2006/relationships/hyperlink" Target="https://justinahiggins614-cmyk.github.io/jah-databases-data-1/data/usb-removable-media-hot-plugg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USB &amp; Removable Media Hot-Plugging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Techniques for safe, reliable USB and removable-media hot-plugging.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USB &amp; Removable Media Hot-Plugging Database holds 15 hot-plug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for safe, reliable USB and removable-media hot-plugging.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USB Enumeration Sequence  [JAH-URM-000001]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Walks the standard enumeration: detect, reset, read descriptors, assign address, configure. Each step has timeouts and retries; the host learns what the device is before loading a driver. It is the 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Descriptor Parsing  [JAH-URM-000002]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Parses device, configuration, interface, and endpoint descriptors to learn capabilities. Malformed descriptors are the classic attack vector, so parsers validate lengths and types strictly. Correct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USB-C and Power Delivery  [JAH-URM-000003]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Negotiates roles, orientation, and power over USB-C with Power Delivery messaging. The CC lines detect plug orientation and the PD contract sets voltage and current. It unified charging, data, and di…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Mass Storage Class  [JAH-URM-000004]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Exposes storage over USB with the Bulk-Only Transport and SCSI command set. The host sends SCSI commands wrapped in USB transfers; the device behaves like a disk. Every flash drive uses 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Hotplug Event Handling  [JAH-URM-000005]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Delivers attach and detach events to userspace so the system reacts instantly. udev rules mount drives, load firmware, and notify desktops; removal events clean up. It is the OS side of plug and play.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hot-plug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JAH-URM-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USB &amp; Removable Media Hot-Plugging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for safe, reliable USB and removable-media hot-plugging.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https://justinahiggins614-cmyk.github.io/jah-databases/db/usb-removable-media-hot-plugging/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https://justinahiggins614-cmyk.github.io/jah-databases-data-1/data/usb-removable-media-hot-plugging/index.jsonl.gz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
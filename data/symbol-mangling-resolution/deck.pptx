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ymbol-mangling-resolution/" TargetMode="External"/><Relationship Id="rId3" Type="http://schemas.openxmlformats.org/officeDocument/2006/relationships/hyperlink" Target="https://justinahiggins614-cmyk.github.io/jah-databases-data-1/data/symbol-mangling-resolu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Symbol Mangling Resolution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Decode mangled symbols back to readable names — mangling schemes and demanglers.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Symbol Mangling Resolution Database holds 15 mangling scheme or demanglers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Decode mangled symbols back to readable names — mangling schemes and demanglers.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Itanium C++ ABI  [JAH-SYMBOL-000001]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cross-vendor C++ mangling: _Z prefixes, length-prefixed names. Example: `_Z3fooi` resolves to `foo(int)`.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MSVC mangling  [JAH-SYMBOL-000002]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Microsoft’s ?-prefixed scheme encoding classes, calling conventions, and types. Example: `?foo@@YAXH@Z` resolves to `void foo(int)`.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Rust v0 mangling  [JAH-SYMBOL-000003]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Rust’s _R scheme with base62 hashes and UTF-8 identifiers. Example: `_RNvC...` resolves to `crate::module::fn`.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Rust legacy mangling  [JAH-SYMBOL-000004]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older _ZN scheme shared with C++-style paths plus a hash. Example: `_ZN3foo3barE` resolves to `foo::bar (+hash)`.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Swift mangling  [JAH-SYMBOL-000005]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Swift’s $s-prefixed scheme encoding generics, modules, and kinds. Example: `$s3foo3barV` resolves to `foo.bar struct`.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mangling scheme or demangler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JAH-SYMBOL-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Symbol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Decode mangled symbols back to readable names — mangling schemes and demanglers.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https://justinahiggins614-cmyk.github.io/jah-databases/db/symbol-mangling-resolution/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https://justinahiggins614-cmyk.github.io/jah-databases-data-1/data/symbol-mangling-resolution/index.jsonl.gz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
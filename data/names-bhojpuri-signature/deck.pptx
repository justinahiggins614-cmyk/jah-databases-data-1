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bhojpuri-signature/" TargetMode="External"/><Relationship Id="rId3" Type="http://schemas.openxmlformats.org/officeDocument/2006/relationships/hyperlink" Target="https://justinahiggins614-cmyk.github.io/jah-databases-data-1/data/names-bhojpuri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Bhojpuri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Bhojpuri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Bhojpuri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Bhojpuri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Ram - sound, structure, and naming power  [JAH-NMBS2-000001]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Bhojpuri masculine name Ram. Sound: 1 syllables, firm consonant close. Structure: A traditional name of this language.. Recorded meaning: The hero of the Ramayana.. Nami…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Sita - sound, structure, and naming power  [JAH-NMBS2-000002]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Bhojpuri feminine name Sita. Sound: 2 syllables, open vowels. Structure: A traditional name of this language.. Recorded meaning: The heroine of the Ramayana; 'furrow'..…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Ramesh - sound, structure, and naming power  [JAH-NMBS2-000003]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Bhojpuri masculine name Ramesh. Sound: 2 syllables, firm consonant close. Structure: A traditional name of this language.. Recorded meaning: Lord of Rama.. Naming power:…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Poonam - sound, structure, and naming power  [JAH-NMBS2-000004]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Bhojpuri feminine name Poonam. Sound: 2 syllables, firm consonant close. Structure: A traditional name of this language.. Recorded meaning: Full moon.. Naming power: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Bhojpuri naming framework  [JAH-NMBS2-000005]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Bhojpuri names. Forging a new Signature name runs in four passes: sound (two to four syllables that read aloud cleanly), meaning (one plain-language gloss, never a pa…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JAH-NMBS2-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Bhojpuri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Bhojpuri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https://justinahiggins614-cmyk.github.io/jah-databases/db/names-bhojpuri-signature/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https://justinahiggins614-cmyk.github.io/jah-databases-data-1/data/names-bhojpuri-signature/index.jsonl.gz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
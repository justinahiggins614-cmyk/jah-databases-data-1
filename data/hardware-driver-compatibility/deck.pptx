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ardware-driver-compatibility/" TargetMode="External"/><Relationship Id="rId3" Type="http://schemas.openxmlformats.org/officeDocument/2006/relationships/hyperlink" Target="https://justinahiggins614-cmyk.github.io/jah-databases-data-1/data/hardware-driver-compat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Hardware Driver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Hardware Driver Compatibility Database holds 20 driver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GPU Driver Version Matrix  [JAH-HDC-000001]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GPU drivers must match the OS kernel and the CUDA toolkit: the matrix lists compatible triples. Installing the wrong combo breaks compute silently. The matrix is the first thing checked.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Printer Driver Compatibility  [JAH-HDC-000002]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Printers need exact driver models; universal drivers cover basics only. The compatibility list per OS version is authoritative. Wrong drivers print garbage or nothing.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USB Device Class Drivers  [JAH-HDC-000003]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USB class drivers (HID, mass storage, audio) work without vendor drivers because the OS implements the class. Vendor-specific devices need vendor drivers. Class compliance is the compatibility shortc…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Kernel Module Signing  [JAH-HDC-000004]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Secure Boot requires signed kernel modules; unsigned drivers refuse to load. The signing chain goes from driver to kernel to firmware. Signing is the trust anchor.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Firmware Update Compatibility  [JAH-HDC-000005]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Firmware updates must match the hardware revision; wrong firmware bricks devices. The update tool checks revision before flashing. Bricking is forever, so checking is mandatory.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driver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JAH-HDC-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Driver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Driver, OS, and device compatibility: which hardware works with which software, and how to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https://justinahiggins614-cmyk.github.io/jah-databases/db/hardware-driver-compatibility/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https://justinahiggins614-cmyk.github.io/jah-databases-data-1/data/hardware-driver-compatibility/index.jsonl.gz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
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contact-dynamics-signature/" TargetMode="External"/><Relationship Id="rId3" Type="http://schemas.openxmlformats.org/officeDocument/2006/relationships/hyperlink" Target="https://justinahiggins614-cmyk.github.io/jah-databases-data-1/data/robot-contact-dynamic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Contact Dynamics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robot-contact methods — original techniques for robots that touch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Contact Dynamics Database holds 20 signature robot contact dynamics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robot-contact methods — original techniques for robots that touch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force-limited grasp  [JAH-ROBOTC-S-000001]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grasping practice: grasps are force-limited by task, not by actuator max.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friction-cone pushing  [JAH-ROBOTC-S-000002]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manipulation practice: pushes stay inside the friction cone.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compliant-insertion  [JAH-ROBOTC-S-000003]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assembly practice: insertions comply; they never force.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ZMP-walking  [JAH-ROBOTC-S-000004]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locomotion practice: ZMP stays in the support polygon.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fast-stop  [JAH-ROBOTC-S-000005]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safety practice: unexpected contact stops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robot contact dynamics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JAH-ROBOTC-S-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Robot Contact Dynamics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robot-contact methods — original techniques for robots that touch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https://justinahiggins614-cmyk.github.io/jah-databases/db/robot-contact-dynamics-signature/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https://justinahiggins614-cmyk.github.io/jah-databases-data-1/data/robot-contact-dynamics-signature/index.jsonl.gz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
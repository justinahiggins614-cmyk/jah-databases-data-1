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constraint-solver/" TargetMode="External"/><Relationship Id="rId3" Type="http://schemas.openxmlformats.org/officeDocument/2006/relationships/hyperlink" Target="https://justinahiggins614-cmyk.github.io/jah-databases-data-1/data/apex-tool-universal-constraint-solv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Constraint 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candidate solutions satisfying large sets of mathematical, technical, resource, and policy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Constraint Solver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candidate solutions satisfying large sets of mathematical, technical, resource, and policy constraints.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Standard algorithms literature; Russell, S. &amp; Norvig, P., Artificial Intelligence: A Modern Approach.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Backtracking Search  [JAH-APX28-000001]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Backtracking builds a solution variable by variable, abandoning a partial assignment the moment it violates a constraint. Simple, complete, and the foundation every fancier solver extends. The demo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Forward Checking and Arc Consistency (AC-3)  [JAH-APX28-000002]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Propagation prunes values that cannot participate in any solution before search commits to them. Mackworth's AC-3 enforces arc consistency: for every constraint, every value of one variable has a sup…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SAT Solving and DPLL  [JAH-APX28-000003]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Davis-Putnam-Logemann-Loveland procedure decides Boolean satisfiability by unit propagation plus splitting; modern CDCL solvers add clause learning from conflicts. SAT is the engine room: countle…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SMT Solving with Z3  [JAH-APX28-000004]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Satisfiability modulo theories extends SAT with arithmetic, arrays, bit-vectors, and more. Microsoft Research's Z3 (de Moura and Bjorner) is the reference open solver, used in verification, security…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Constraint Programming with OR-Tools CP-SAT  [JAH-APX28-000005]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Google's OR-Tools CP-SAT is a leading open constraint-programming solver: declare variables, post constraints (including powerful globals like all-different), and let lazy clause generation plus SAT-…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Constraint Solver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candidate solutions satisfying large sets of mathematical, technical, resource, and policy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https://justinahiggins614-cmyk.github.io/jah-databases/db/apex-tool-universal-constraint-solver/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https://justinahiggins614-cmyk.github.io/jah-databases-data-1/data/apex-tool-universal-constraint-solver/index.jsonl.gz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
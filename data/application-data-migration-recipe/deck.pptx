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plication-data-migration-recipe/" TargetMode="External"/><Relationship Id="rId3" Type="http://schemas.openxmlformats.org/officeDocument/2006/relationships/hyperlink" Target="https://justinahiggins614-cmyk.github.io/jah-databases-data-1/data/application-data-migration-recip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Application Data Migration Recipe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Recipes for moving data safely — sources, targets, steps, rollback plans, and validation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Application Data Migration Recipe Database holds 20 data migration recipes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Recipes for moving data safely — sources, targets, steps, rollback plans, and validation checks.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Users table: split name into first/last  [JAH-ADM-000001]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users table stored a single name column; the new schema needs first and last. The recipe splits on the last space, handles mononyms, and keeps the original as a fallback.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Zero-downtime: orders to partitioned table  [JAH-ADM-000002]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orders table outgrew single-table performance. The recipe uses expand-contract: write to both, backfill in batches, then switch reads.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ETL: nightly CSV to warehouse  [JAH-ADM-000003]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nightly CSV feed becomes a typed warehouse load with validation. The recipe stages, validates, then swaps the partition.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Rollback: failed pricing deploy  [JAH-ADM-000004]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pricing deploy corrupted discount rules. The recipe restores the previous ruleset from the versioned snapshot and replays orders.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Validation: post-migration reconciliation  [JAH-ADM-000005]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After any migration, this recipe reconciles source and target with counts, checksums, and spot checks before the old system is retired.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data migration recipe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JAH-ADM-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Data Migration Chef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Recipes for moving data safely — sources, targets, steps, rollback plans, and validation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https://justinahiggins614-cmyk.github.io/jah-databases/db/application-data-migration-recipe/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https://justinahiggins614-cmyk.github.io/jah-databases-data-1/data/application-data-migration-recipe/index.jsonl.gz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
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fault-tolerant-ai-coordination-fabric/" TargetMode="External"/><Relationship Id="rId3" Type="http://schemas.openxmlformats.org/officeDocument/2006/relationships/hyperlink" Target="https://justinahiggins614-cmyk.github.io/jah-databases-data-1/data/apex-tool-fault-tolerant-ai-coordination-fabr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Fault-Tolerant AI Coordination Fabric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Maintains essential coordination when individual services become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Fault-Tolerant AI Coordination Fabric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essential coordination when individual services become unavailable.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knowledge: standard engineering practice documented in open technical literature; facts cross-checked against the executed demo program. Compiled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Membership Tracker  [JAH-APX73-000001]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Knows exactly which coordinators are alive right now, the foundation every quorum math needs.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Heartbeat Mesh  [JAH-APX73-000002]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node watches every other with heartbeats, so failures are detected fast and symmetrically.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Leader Elector  [JAH-APX73-000003]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Elects exactly one leader per term — no splits, no duels — using proven election protocols.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Consensus Engine  [JAH-APX73-000004]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Gets the survivors to agree on one value despite faulty nodes, the fabric's core promise.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Quorum Calculator  [JAH-APX73-000005]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Computes quorum sizes from current membership so decisions stay safe as nodes come and 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Fault-Tolerant AI Coordination Fabric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Maintains essential coordination when individual services become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https://justinahiggins614-cmyk.github.io/jah-databases/db/apex-tool-fault-tolerant-ai-coordination-fabric/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https://justinahiggins614-cmyk.github.io/jah-databases-data-1/data/apex-tool-fault-tolerant-ai-coordination-fabric/index.jsonl.gz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
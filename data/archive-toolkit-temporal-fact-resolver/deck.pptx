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emporal-fact-resolver/" TargetMode="External"/><Relationship Id="rId3" Type="http://schemas.openxmlformats.org/officeDocument/2006/relationships/hyperlink" Target="https://justinahiggins614-cmyk.github.io/jah-databases-data-1/data/archive-toolkit-temporal-fact-re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Temporal Fact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Sorts out what was true at different points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Temporal Fact Resolver Database holds 15 temporal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Sorts out what was true at different points in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Temporal Fact Resolver: a plain-language overview  [JAH-ATK179-000001]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Temporal Fact Resolver does and why archives need it. A temporal fact resolver keeps history straight: it records not just what is true, but when it was true. 'She was CEO from 201…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Temporal Fact Resolver works  [JAH-ATK179-000002]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Temporal Fact Resolver does and why archives need it. Real resolvers extract temporal expressions with parsers like SUTime or HeidelTime, normalize them to dates, and attach validi…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Temporal Fact Resolver works: the deep tour  [JAH-ATK179-000003]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Temporal Fact Resolver does and why archives need it. Real resolvers extract temporal expressions with parsers like SUTime or HeidelTime, normalize them to dates, and attach validi…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Validity-interval extraction: the simple idea  [JAH-ATK179-000004]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validity-interval extraction - how it works inside the Temporal Fact Resolver. A temporal fact resolver keeps history straight: it records not just what is true, but when it was true. 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Validity-interval extraction in practice  [JAH-ATK179-000005]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validity-interval extraction - how it works inside the Temporal Fact Resolver. Real resolvers extract temporal expressions with parsers like SUTime or HeidelTime, normalize them to dates…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temporal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Time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Sorts out what was true at different points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https://justinahiggins614-cmyk.github.io/jah-databases/db/archive-toolkit-temporal-fact-resolver/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https://justinahiggins614-cmyk.github.io/jah-databases-data-1/data/archive-toolkit-temporal-fact-resolver/index.jsonl.gz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
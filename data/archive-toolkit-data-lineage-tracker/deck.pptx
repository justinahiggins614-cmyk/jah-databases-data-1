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data-lineage-tracker/" TargetMode="External"/><Relationship Id="rId3" Type="http://schemas.openxmlformats.org/officeDocument/2006/relationships/hyperlink" Target="https://justinahiggins614-cmyk.github.io/jah-databases-data-1/data/archive-toolkit-data-lineage-track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Data Lineage Tracker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Records how every data item was transformed from its source.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Data Lineage Tracker Database holds 15 lineage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Records how every data item was transformed from its source.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methods compiled from standard information-extraction and knowledge-organization practice. Assembled for the JAH Databases archive.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Data Lineage Tracker: a plain-language overview  [JAH-ATK189-000001]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Data Lineage Tracker does and why archives need it. A data lineage tracker remembers the life story of every data item: where it came from, what was done to it, and what it became.…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Data Lineage Tracker works  [JAH-ATK189-000002]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Data Lineage Tracker does and why archives need it. Real trackers log every transformation as a directed acyclic graph (DAG): source datasets are roots, operations (filter, join,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Data Lineage Tracker works: the deep tour  [JAH-ATK189-000003]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Data Lineage Tracker does and why archives need it. Real trackers log every transformation as a directed acyclic graph (DAG): source datasets are roots, operations (filter, join,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Transformation DAG recording: the simple idea  [JAH-ATK189-000004]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transformation DAG recording - how it works inside the Data Lineage Tracker. A data lineage tracker remembers the life story of every data item: where it came from, what was done to it,…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Transformation DAG recording in practice  [JAH-ATK189-000005]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transformation DAG recording - how it works inside the Data Lineage Tracker. Real trackers log every transformation as a directed acyclic graph (DAG): source datasets are roots, operatio…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lineage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JAH-ATK189-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Lineage Tracker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Records how every data item was transformed from its source.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https://justinahiggins614-cmyk.github.io/jah-databases/db/archive-toolkit-data-lineage-tracker/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https://justinahiggins614-cmyk.github.io/jah-databases-data-1/data/archive-toolkit-data-lineage-tracker/index.jsonl.gz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
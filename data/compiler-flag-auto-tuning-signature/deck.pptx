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compiler-flag-auto-tuning-signature/" TargetMode="External"/><Relationship Id="rId3" Type="http://schemas.openxmlformats.org/officeDocument/2006/relationships/hyperlink" Target="https://justinahiggins614-cmyk.github.io/jah-databases-data-1/data/compiler-flag-auto-tuning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Compiler Flag Auto-Tuning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Let the machine find the best flags — autotuners, search strategies, and adaptive compilation.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Compiler Flag Auto-Tuning Database holds 15 flag auto-tuners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 the machine find the best flags — autotuners, search strategies, and adaptive compilation.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Signature-original completion authored for the JAH Databases network; clearly labeled Signature, never presented as public record.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SigTune-Auto  [JAH-CFAT-S-000001]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automatic flag tuning in CI for every Sig build. Searches flag spaces via CI search. Result: tuned builds.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SigTune-ML  [JAH-CFAT-S-000002]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learned cost models predicting the best flags per function. Searches per-function flags via learned cost. Result: fine-tuned.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SigTune-Fleet  [JAH-CFAT-S-000003]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fleet-wide tuning sharing results across machines. Searches fleet params via shared empirical. Result: fleet-optimal.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SigTune-Online  [JAH-CFAT-S-000004]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online tuning adjusting flags as workloads shift. Searches runtime flags via bandit search. Result: adaptive.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SigTune-Energy  [JAH-CFAT-S-000005]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Signature-original: tuning for joules, not just cycles, on mobile. Searches energy flags via joule modeling. Result: efficient.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flag auto-tuner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JAH-CFAT-S-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Signature Autotuner Scientist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Let the machine find the best flags — autotuners, search strategies, and adaptive compilation.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https://justinahiggins614-cmyk.github.io/jah-databases/db/compiler-flag-auto-tuning-signature/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https://justinahiggins614-cmyk.github.io/jah-databases-data-1/data/compiler-flag-auto-tuning-signature/index.jsonl.gz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
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memory-bounded-processing-engine-signature/" TargetMode="External"/><Relationship Id="rId3" Type="http://schemas.openxmlformats.org/officeDocument/2006/relationships/hyperlink" Target="https://justinahiggins614-cmyk.github.io/jah-databases-data-1/data/archive-tool-memory-bounded-processing-engin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Memory-Bounded Processing Engine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 memory-bounded frameworks: barn-raising sorts and bucket-line streams.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Memory-Bounded Processing Engine Database holds 15 signature memory-bounded frameworks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 memory-bounded frameworks: barn-raising sorts and bucket-line streams.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signature-generated-completion: original Signature framework created by Justin Addam Higgins (JAH)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Barn-Raising external sort  [JAH-AT38S-0001]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framework by Justin Addam Higgins (JAH): Barn-Raising sorts archive harvests bigger than the barn by raising small sorted sheds, then joining them into one great barn. The harves…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Patient-Sower long runs  [JAH-AT38S-0002]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framework by Justin Addam Higgins (JAH): the Patient-Sower grows initial sorted runs twice the seed-bag's size by always sowing the smallest ready seed. Seeds wait in the bag; th…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Tournament-of-Sheds merge  [JAH-AT38S-0003]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framework by Justin Addam Higgins (JAH): the Tournament-of-Sheds merges sorted sheds by replaying bouts only along the champion's path. Each shed fields its smallest beam; bout-w…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Bucket-Line streaming  [JAH-AT38S-0004]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framework by Justin Addam Higgins (JAH): the Bucket-Line passes archive records hand-to-hand down a line of workers, never piling them in a heap. Each worker takes one bucket, wo…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Window-Box aggregation  [JAH-AT38S-0005]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framework by Justin Addam Higgins (JAH): the Window-Box keeps a running tally over the last handful of archive arrivals, forgetting each one as it slides out. A small box holds t…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signature memory-bounded framework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JAH-AT38S-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Streamkeeper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 memory-bounded frameworks: barn-raising sorts and bucket-line streams.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https://justinahiggins614-cmyk.github.io/jah-databases/db/archive-tool-memory-bounded-processing-engine-signature/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https://justinahiggins614-cmyk.github.io/jah-databases-data-1/data/archive-tool-memory-bounded-processing-engine-signature/index.jsonl.gz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
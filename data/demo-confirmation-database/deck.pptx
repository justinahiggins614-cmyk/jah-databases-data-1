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mo-confirmation-database/" TargetMode="External"/><Relationship Id="rId3" Type="http://schemas.openxmlformats.org/officeDocument/2006/relationships/hyperlink" Target="https://justinahiggins614-cmyk.github.io/jah-databases-data-1/data/demo-confirmation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Demo Confirmation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confirmation method plus real execution confirmations of demos across the lane — confirmed with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Demo Confirmation Database holds 20 demo confirmations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confirmation method plus real execution confirmations of demos across the lane — confirmed with output.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Demo Confirmation Methodology  [JAH-DEMO-000001]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METHODOLOGY: how demos are confirmed in this database. DEMO CONFIRMATION METHODOLOGY (applies to every confirmation in this database) Each confirmation executes real demo programs from the target dat…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Demo Confirmation: Form Database, Signature Form Database  [JAH-DEMO-000002]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Form Database; Signature Form Database with python3 at build time 2026-10-21; outputs captured below; status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Demo Confirmation: Template Database, Signature Template Database  [JAH-DEMO-000003]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Template Database; Signature Template Database with python3 at build time 2026-10-21; outputs captured below; status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Demo Confirmation: Writing Structure Database, Signature Writing Structure Database  [JAH-DEMO-000004]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Writing Structure Database; Signature Writing Structure Database with python3 at build time 2026-10-21; outputs captured below; status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Demo Confirmation: Ways to Use Signature Database  [JAH-DEMO-000005]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DEMO CONFIRMATION (CONFIRMED): executed 2 demo program(s) from Ways to Use Signature Database with python3 at build time 2026-10-21; outputs captured below; status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demo confirmation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JAH-DEMO-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Demo Confirmer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confirmation method plus real execution confirmations of demos across the lane — confirmed with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https://justinahiggins614-cmyk.github.io/jah-databases/db/demo-confirmation-database/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https://justinahiggins614-cmyk.github.io/jah-databases-data-1/data/demo-confirmation-database/index.jsonl.gz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
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oftware-completion-readiness-signature/" TargetMode="External"/><Relationship Id="rId3" Type="http://schemas.openxmlformats.org/officeDocument/2006/relationships/hyperlink" Target="https://justinahiggins614-cmyk.github.io/jah-databases-data-1/data/software-completion-readines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Software Completion Readiness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readiness methods — original techniques for knowing when software is truly finished.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Software Completion Readiness Database holds 20 signature completion readiness checklists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readiness methods — original techniques for knowing when software is truly finished.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done-means-done contract  [JAH-SOFTWA2-S-000001]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team contract: "done" is defined in writing per work type, and nothing is called done until every line is met.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evidence-not-claims  [JAH-SOFTWA2-S-000002]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review rule: every checklist item needs attached evidence, not a checked box.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pre-mortem gate  [JAH-SOFTWA2-S-000003]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launch practice: before the gate opens, the team writes how the launch could fail, then checks the mitigations.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budget-as-code  [JAH-SOFTWA2-S-000004]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performance practice: budgets live in CI configuration, not in documents.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docs-coverage metric  [JAH-SOFTWA2-S-000005]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docs practice: documentation coverage is measured like test coverage, and releases gate on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completion readiness checklist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JAH-SOFTWA2-S-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Completion Readiness Auditor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readiness methods — original techniques for knowing when software is truly finished.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https://justinahiggins614-cmyk.github.io/jah-databases/db/software-completion-readiness-signature/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https://justinahiggins614-cmyk.github.io/jah-databases-data-1/data/software-completion-readiness-signature/index.jsonl.gz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
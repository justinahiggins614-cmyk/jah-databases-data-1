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cientific-parameter-estimation-signature/" TargetMode="External"/><Relationship Id="rId3" Type="http://schemas.openxmlformats.org/officeDocument/2006/relationships/hyperlink" Target="https://justinahiggins614-cmyk.github.io/jah-databases-data-1/data/scientific-parameter-estimat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Scientific Parameter Estimation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Signature-developed estimation methods — original techniques for parameters the data can defend.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Scientific Parameter Estimation Database holds 20 signature parameter estimation cases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Signature-developed estimation methods — original techniques for parameters the data can defend.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authored for the JAH Databases by Justin Addam Higgins — clearly labeled Signature,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plot-the-fit  [JAH-SCIENT4-S-000001]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fitting practice: always plot the fit with the data.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likelihood-thinking  [JAH-SCIENT4-S-000002]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inference practice: think in likelihoods.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diagnose-mcmc  [JAH-SCIENT4-S-000003]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Bayesian practice: Rhat and ESS checked, always.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innovations-white  [JAH-SCIENT4-S-000004]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filtering practice: innovations tested white.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converge-check  [JAH-SCIENT4-S-000005]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optimization practice: convergence verified.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signature parameter estimation case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JAH-SCIENT4-S-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Parameter Estimation Specialist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Signature-developed estimation methods — original techniques for parameters the data can defend.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https://justinahiggins614-cmyk.github.io/jah-databases/db/scientific-parameter-estimation-signature/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https://justinahiggins614-cmyk.github.io/jah-databases-data-1/data/scientific-parameter-estimation-signature/index.jsonl.gz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
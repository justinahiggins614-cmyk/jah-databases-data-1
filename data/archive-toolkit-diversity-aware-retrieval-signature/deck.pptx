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versity-aware-retrieval-signature/" TargetMode="External"/><Relationship Id="rId3" Type="http://schemas.openxmlformats.org/officeDocument/2006/relationships/hyperlink" Target="https://justinahiggins614-cmyk.github.io/jah-databases-data-1/data/archive-toolkit-diversity-aware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Diversity-Aware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Diversity-Aware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Maximal Marginal Relevance — Diversity-Aware Retrieval (Signature)  [JAH-ATK206S-0001]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Diversity-aware retrieval fights the echo problem: without it,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Subtopic coverage quotas — Diversity-Aware Retrieval (Signature)  [JAH-ATK206S-0002]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Diversity-aware retrieval fights the echo problem: without it,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Source-type balancing — Diversity-Aware Retrieval (Signature)  [JAH-ATK206S-0003]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Diversity-aware retrieval fights the echo problem: without it,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Viewpoint detection — Diversity-Aware Retrieval (Signature)  [JAH-ATK206S-0004]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Diversity-aware retrieval fights the echo problem: without it,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Near-duplicate suppression — Diversity-Aware Retrieval (Signature)  [JAH-ATK206S-0005]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Diversity-aware retrieval fights the echo problem: without it,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Diversity-Aware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https://justinahiggins614-cmyk.github.io/jah-databases/db/archive-toolkit-diversity-aware-retrieval-signature/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https://justinahiggins614-cmyk.github.io/jah-databases-data-1/data/archive-toolkit-diversity-aware-retrieval-signature/index.jsonl.gz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
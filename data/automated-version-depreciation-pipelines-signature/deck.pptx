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version-depreciation-pipelines-signature/" TargetMode="External"/><Relationship Id="rId3" Type="http://schemas.openxmlformats.org/officeDocument/2006/relationships/hyperlink" Target="https://justinahiggins614-cmyk.github.io/jah-databases-data-1/data/automated-version-depreciation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Version Depreciation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Version Depreciation Pipelines Database holds 15 deprecation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User-Voted Deprecation Policy  [JAH-AVD-S-000001]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major deprecations go through a user comment period, and the policy records the feedback received and how it changed the plan. Users are heard, not just notified.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Contract-Bound Sunset Dates  [JAH-AVD-S-000002]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sunset dates are written into the support contract, with credits owed if the vendor moves them earlier. Dates become commitments, not aspirations.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Privacy-Preserving Deprecation Telemetry  [JAH-AVD-S-000003]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telemetry uses differential privacy with a published budget, so version counts never expose individual users. Privacy accounting is public. Signature-labeled; an original JAH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Executable Migration Guides  [JAH-AVD-S-000004]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guides ship as runnable scripts that perform the mechanical migration steps, with the prose explaining each step. The guide is tested in CI against the real upgrade.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Escalating Deprecation Warnings  [JAH-AVD-S-000005]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warnings escalate - info, then warning with deadline, then errors in staging - so teams feel the timeline approaching. Escalation stages are documented. Signature-labeled; an 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deprecation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JAH-AVD-S-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Deprecation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https://justinahiggins614-cmyk.github.io/jah-databases/db/automated-version-depreciation-pipelines-signature/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https://justinahiggins614-cmyk.github.io/jah-databases-data-1/data/automated-version-depreciation-pipelines-signature/index.jsonl.gz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
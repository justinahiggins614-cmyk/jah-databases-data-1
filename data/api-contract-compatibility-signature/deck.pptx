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i-contract-compatibility-signature/" TargetMode="External"/><Relationship Id="rId3" Type="http://schemas.openxmlformats.org/officeDocument/2006/relationships/hyperlink" Target="https://justinahiggins614-cmyk.github.io/jah-databases-data-1/data/api-contract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API Contract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API Contract Compatibility Database holds 20 API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Contract Loom  [JAH-APICON-S-000001]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the consumer contracts, provider capabilities, and version history into one compatibility fabric. The loom shows exactly which change would break whom before it's made.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Semver Sheriff  [JAH-APICON-S-000002]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sheriff that enforces semver by analyzing the actual code diff, not trusting the human-chosen bump. The sheriff upgrades an under-bumped minor to a major automatically. Version…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Break Oracle  [JAH-APICON-S-000003]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oracle that predicts whether a change will break each consumer from their contract history, before the change ships. The oracle learns from past breakages. Surprises become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Pact Garden  [JAH-APICON-S-000004]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consumer pacts by growing them from real traffic and pruning stale expectations. The garden keeps pacts fresh without manual tending. Contracts reflect reality, not memor…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Evolution Charter  [JAH-APICON-S-000005]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charter governing API evolution: additive-only within majors, with the allowed exceptions named and the approval each needs. The charter is machine-checked at merge time. Evolu…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API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JAH-APICON-S-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Contract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https://justinahiggins614-cmyk.github.io/jah-databases/db/api-contract-compatibility-signature/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https://justinahiggins614-cmyk.github.io/jah-databases-data-1/data/api-contract-compatibility-signature/index.jsonl.gz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
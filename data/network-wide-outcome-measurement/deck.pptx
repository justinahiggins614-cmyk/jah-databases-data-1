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etwork-wide-outcome-measurement/" TargetMode="External"/><Relationship Id="rId3" Type="http://schemas.openxmlformats.org/officeDocument/2006/relationships/hyperlink" Target="https://justinahiggins614-cmyk.github.io/jah-databases-data-1/data/network-wide-outcome-measurement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Network-Wide Outcome Measurement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Metrics that measure real outcomes across the whole network.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Network-Wide Outcome Measurement Database holds 20 outcome metrics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Metrics that measure real outcomes across the whole network.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Curated from public documentation of established engineering practice; verified against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Record Accuracy Rate  [JAH-NWO-000001]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fraction of records whose facts verify against independent sources, sampled monthly. Accuracy is the network's first promise; the rate keeps the promise measured. Teaching ladder: rank 1 — the co…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Median Query Latency  [JAH-NWO-000002]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median time from query to first result across all databases. Medians resist outliers; the metric reflects the typical user's experience. Teaching ladder: rank 1 — the concept in its simplest, mos…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Topic Coverage Breadth  [JAH-NWO-000003]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count of distinct topics with at least 20 full records. Breadth measures the network's march toward covering everything. Teaching ladder: rank 1 — the concept in its simplest, most direct form.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Uptime Across Databases  [JAH-NWO-000004]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availability of every database's live page, measured by external probes. Users experience the network as one; the metric holds it to one standard. Teaching ladder: rank 1 — the concept in its sim…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Monthly Record Growth  [JAH-NWO-000005]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New full records added per month, counted from the manifests. Growth measures momentum; the million march needs a visible pace. Teaching ladder: rank 1 — the concept in its simplest, most direct form.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outcome metric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JAH-NWO-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Outcome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Metrics that measure real outcomes across the whole network.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https://justinahiggins614-cmyk.github.io/jah-databases/db/network-wide-outcome-measurement/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https://justinahiggins614-cmyk.github.io/jah-databases-data-1/data/network-wide-outcome-measurement/index.jsonl.gz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
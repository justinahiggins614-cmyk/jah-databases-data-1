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acceptance-test-oracle/" TargetMode="External"/><Relationship Id="rId3" Type="http://schemas.openxmlformats.org/officeDocument/2006/relationships/hyperlink" Target="https://justinahiggins614-cmyk.github.io/jah-databases-data-1/data/automated-acceptance-test-oracl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Acceptance Test Oracle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Oracle types that decide pass or fail in automated acceptance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Acceptance Test Oracle Database holds 20 oracle types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Oracle types that decide pass or fail in automated acceptance testing.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True Oracle  [JAH-AATO-000001]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Compares against a known-correct implementation; the gold standard when available. Recorded facts — Oracle: True Oracle; Decides: correctness; Strength: definitive. Used by QA automation teams to get…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Human Oracle  [JAH-AATO-000002]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person judges the output, used for subjective quality like design. Recorded facts — Oracle: Human Oracle; Decides: taste; Strength: authoritative. Used by QA automation teams to get trustworthy 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Heuristic Oracle  [JAH-AATO-000003]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rules of thumb (no NaNs, ranges sane) that catch obvious failures cheaply. Recorded facts — Oracle: Heuristic Oracle; Decides: sanity; Strength: cheap. Used by QA automation teams to get trus…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Metamorphic Relation  [JAH-AATO-000004]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 that known input transformations produce predictable output changes. Recorded facts — Oracle: Metamorphic Relation; Decides: consistency; Strength: no oracle needed. Used by QA automation team…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Statistical Oracle  [JAH-AATO-000005]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Accepts outputs within learned distributions instead of exact matches. Recorded facts — Oracle: Statistical Oracle; Decides: plausibility; Strength: tolerant. Used by QA automation teams to get trust…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oracle type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JAH-AATO-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Automated Acceptance Test Oracle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Oracle types that decide pass or fail in automated acceptance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https://justinahiggins614-cmyk.github.io/jah-databases/db/automated-acceptance-test-oracle/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https://justinahiggins614-cmyk.github.io/jah-databases-data-1/data/automated-acceptance-test-oracle/index.jsonl.gz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
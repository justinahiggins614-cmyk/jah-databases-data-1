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onymous-telemetry-aggregation/" TargetMode="External"/><Relationship Id="rId3" Type="http://schemas.openxmlformats.org/officeDocument/2006/relationships/hyperlink" Target="https://justinahiggins614-cmyk.github.io/jah-databases-data-1/data/anonymous-telemetry-aggre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Anonymous Telemetry Aggregation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Anonymous Telemetry Aggregation Database holds 15 anonymous telemetry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Local DP telemetry (RAPPOR)  [JAH-ATA-000001]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RAPPOR (Google) collects telemetry with local differential privacy: each client randomizes its report (Bloom filter + randomized response) before sending. The aggregator learns population statistics…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Private quantiles and histograms  [JAH-ATA-000002]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Latency distributions, not just means: private histograms add Laplace noise per bucket, and private quantiles use the exponential mechanism over candidate values. 'p99 latency rose to 800ms' — learne…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Local DP telemetry (RAPPOR)  [JAH-ATA-000003]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RAPPOR (Google) collects telemetry with local differential privacy: each client randomizes its report (Bloom filter + randomized response) before sending. The aggregator learns population statistics…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Private quantiles and histograms  [JAH-ATA-000004]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Latency distributions, not just means: private histograms add Laplace noise per bucket, and private quantiles use the exponential mechanism over candidate values. 'p99 latency rose to 800ms' — learne…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Secure aggregation (federated)  [JAH-ATA-000005]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Secure aggregation (Bonawitz et al.) lets a server learn the sum of client values without seeing any individual one — masked contributions cancel out in aggregate. Federated learning uses it: the ser…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anonymous telemetry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Anonymous Telemetry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https://justinahiggins614-cmyk.github.io/jah-databases/db/anonymous-telemetry-aggregation/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https://justinahiggins614-cmyk.github.io/jah-databases-data-1/data/anonymous-telemetry-aggregation/index.jsonl.gz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
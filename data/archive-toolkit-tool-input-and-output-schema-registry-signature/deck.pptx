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input-and-output-schema-registry-signature/" TargetMode="External"/><Relationship Id="rId3" Type="http://schemas.openxmlformats.org/officeDocument/2006/relationships/hyperlink" Target="https://justinahiggins614-cmyk.github.io/jah-databases-data-1/data/archive-toolkit-tool-input-and-output-schema-regist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Input and Output Schema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Input and Output Schema Registry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definition standard — Tool Input and Output Schema Registry (Signature)  [JAH-ATK242S-0001]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input/output schema registry records, for every tool,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Input validation — Tool Input and Output Schema Registry (Signature)  [JAH-ATK242S-0002]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input/output schema registry records, for every tool,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Output validation — Tool Input and Output Schema Registry (Signature)  [JAH-ATK242S-0003]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input/output schema registry records, for every tool,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Required vs optional — Tool Input and Output Schema Registry (Signature)  [JAH-ATK242S-0004]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input/output schema registry records, for every tool,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Value constraints — Tool Input and Output Schema Registry (Signature)  [JAH-ATK242S-0005]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tool input/output schema registry records, for every tool,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Input and Output Schema Registry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https://justinahiggins614-cmyk.github.io/jah-databases/db/archive-toolkit-tool-input-and-output-schema-registry-signature/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https://justinahiggins614-cmyk.github.io/jah-databases-data-1/data/archive-toolkit-tool-input-and-output-schema-registry-signature/index.jsonl.gz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
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anskrit/" TargetMode="External"/><Relationship Id="rId3" Type="http://schemas.openxmlformats.org/officeDocument/2006/relationships/hyperlink" Target="https://justinahiggins614-cmyk.github.io/jah-databases-data-1/data/names-sanskrit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Sanskrit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Sanskrit names — transparent compounds of sun, moon and lotus, gotras and nakshatra naming.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Sanskrit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Sanskrit names — transparent compounds of sun, moon and lotus, gotras and nakshatra naming.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Arjun — Sanskrit given name  [JAH-NMS13-000001]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Arjun is a Sanskrit name. It is written अर्जुन in the native script. It means "bright, shining", from Sanskrit. The hero of the Mahabharata.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Diya — Sanskrit given name  [JAH-NMS13-000002]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Diya is a Sanskrit name. It is written दीया in the native script. It means "lamp, light", from Sanskrit. A radiant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Aarav — Sanskrit given name  [JAH-NMS13-000003]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Aarav is a Sanskrit name. It is written आरव in the native script. It means "peaceful sound", from Sanskrit. A beloved modern masculine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Vikram — Sanskrit given name  [JAH-NMS13-000004]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Vikram is a Sanskrit name. It is written विक्रम in the native script. It means "valor, stride", from Sanskrit. The name of the legendary king Vikramaditya.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Krishna — Sanskrit given name  [JAH-NMS13-000005]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Krishna is a Sanskrit name. It is written कृष्ण in the native script. It means "dark, all-attractive", from Sanskrit. The divine cowherd of Vrindavan.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JAH-NMS13-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Sanskrit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Sanskrit names — transparent compounds of sun, moon and lotus, gotras and nakshatra naming.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https://justinahiggins614-cmyk.github.io/jah-databases/db/names-sanskrit/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https://justinahiggins614-cmyk.github.io/jah-databases-data-1/data/names-sanskrit/index.jsonl.gz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
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ermission-aware-traverser/" TargetMode="External"/><Relationship Id="rId3" Type="http://schemas.openxmlformats.org/officeDocument/2006/relationships/hyperlink" Target="https://justinahiggins614-cmyk.github.io/jah-databases-data-1/data/archive-toolkit-permission-aware-travers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Permission-Aware Traverser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Navigates only resources the current identity is authorized to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Permission-Aware Traverser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only resources the current identity is authorized to access.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ACL evaluation — Permission-Aware Traverser  [JAH-ATK139-00001]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Access control lists grant/deny per path and identity; most-specific rule wins. Deterministic precedence avoids ambiguity. Clear rules are auditable rules.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Prune-before-descend — Permission-Aware Traverser  [JAH-ATK139-00002]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Traversers check permission before entering each directory, never listing denied branches. Early pruning avoids leaking names. Pruning is both security and speed.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Deny-by-default — Permission-Aware Traverser  [JAH-ATK139-00003]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Default-deny means that no matching rule equals no access, so traversers start from zero permission. Fail-closed is the safe posture: mistakes in policy then deny rather than leak. Getting the defaul…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Group membership — Permission-Aware Traverser  [JAH-ATK139-00004]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Groups bundle identities; ACLs reference groups. Membership resolution happens at check time. Groups scale administration.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Inheritance — Permission-Aware Traverser  [JAH-ATK139-00005]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Child paths inherit parent permissions unless overridden. Inheritance keeps ACLs compact. Overrides handle exceptions.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Permission-Aware Traverser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only resources the current identity is authorized to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https://justinahiggins614-cmyk.github.io/jah-databases/db/archive-toolkit-permission-aware-traverser/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https://justinahiggins614-cmyk.github.io/jah-databases-data-1/data/archive-toolkit-permission-aware-traverser/index.jsonl.gz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
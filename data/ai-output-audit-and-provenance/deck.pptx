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output-audit-and-provenance/" TargetMode="External"/><Relationship Id="rId3" Type="http://schemas.openxmlformats.org/officeDocument/2006/relationships/hyperlink" Target="https://justinahiggins614-cmyk.github.io/jah-databases-data-1/data/ai-output-audit-and-provena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Output Audit and Provenance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Watermarking, provenance tracking, and audit trails that record where AI outputs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Output Audit and Provenance Database holds 20 AI provenance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Watermarking, provenance tracking, and audit trails that record where AI outputs came from.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LLM Text Watermarking  [JAH-AOA-000001]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Watermarks bias token selection subtly so generated text carries a detectable statistical signal. Detection needs the key; quality impact is minimal. Watermarks tag the synthetic.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Image Provenance (C2PA)  [JAH-AOA-000002]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C2PA embeds signed provenance in media: what tool made it, what edits happened. The manifest travels with the file. Provenance gets signed.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Audit Trails for AI Decisions  [JAH-AOA-000003]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High-stakes AI decisions log inputs, model version, and outputs; the trail enables after-the-fact review. Trails are the accountability. Decisions get reviewable.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AI-Generated Text Detection  [JAH-AOA-000004]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Detectors classify text as human or AI using perplexity and burstiness features; accuracy is imperfect. Detection is probabilistic, not proof. Signals get weighed.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Dataset Provenance Tracking  [JAH-AOA-000005]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Training data provenance records sources, licenses, and consent; the record travels with the dataset. Provenance is the data's biography. Sources get credited.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AI provenance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JAH-AOA-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Provenance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Watermarking, provenance tracking, and audit trails that record where AI outputs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https://justinahiggins614-cmyk.github.io/jah-databases/db/ai-output-audit-and-provenance/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https://justinahiggins614-cmyk.github.io/jah-databases-data-1/data/ai-output-audit-and-provenance/index.jsonl.gz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
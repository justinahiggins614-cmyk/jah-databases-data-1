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bstract-interpretation-engines-signature/" TargetMode="External"/><Relationship Id="rId3" Type="http://schemas.openxmlformats.org/officeDocument/2006/relationships/hyperlink" Target="https://justinahiggins614-cmyk.github.io/jah-databases-data-1/data/abstract-interpretation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Abstract Interpretation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Abstract Interpretation Engines Database holds 15 abstract interpretation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Precision Ledger  [JAH-ABSTRA-S-000001]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analysis records its precision configuration — which domains ran, where widening fired, which alarms were investigated and why. When a false positive is dismissed, the reason…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Widening for termination  [JAH-ABSTRA-S-000002]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Abstract fixpoint iteration can climb forever ([0,0], [0,1], [0,2]...); widening jumps to infinity at the right moment, guaranteeing termination. It's the deliberate over-approxima…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Precision Ledger  [JAH-ABSTRA-S-000003]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analysis records its precision configuration — which domains ran, where widening fired, which alarms were investigated and why. When a false positive is dismissed, the reason…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Widening for termination  [JAH-ABSTRA-S-000004]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Abstract fixpoint iteration can climb forever ([0,0], [0,1], [0,2]...); widening jumps to infinity at the right moment, guaranteeing termination. It's the deliberate over-approxima…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Combined domains (reduced product)  [JAH-ABSTRA-S-000005]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No single domain does everything: the reduced product runs several domains together, letting each refine the others (intervals tighten octagons, congruences rule out parities). Ast…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abstract interpretation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JAH-ABSTRA-S-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Abstract Interpretation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https://justinahiggins614-cmyk.github.io/jah-databases/db/abstract-interpretation-engines-signature/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https://justinahiggins614-cmyk.github.io/jah-databases-data-1/data/abstract-interpretation-engines-signature/index.jsonl.gz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
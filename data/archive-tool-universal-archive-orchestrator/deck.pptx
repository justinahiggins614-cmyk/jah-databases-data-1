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universal-archive-orchestrator/" TargetMode="External"/><Relationship Id="rId3" Type="http://schemas.openxmlformats.org/officeDocument/2006/relationships/hyperlink" Target="https://justinahiggins614-cmyk.github.io/jah-databases-data-1/data/archive-tool-universal-archive-orchest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Archive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Conducts multi-stage archive pipelines: task graphs, scheduling, fault tolerance, and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Archive Orchestrator Database holds 15 orchestration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Conducts multi-stage archive pipelines: task graphs, scheduling, fault tolerance, and coordination.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Topological task sorting for orchestration  [JAH-AT100-0001]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Topological sorting orders archive tasks so every task runs only after all of its dependencies have completed. Kahn's algorithm repeatedly removes tasks with zero remaining in-degree, appending them…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DAG dependency validation and cycle detection  [JAH-AT100-0002]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Dependency validation checks an archive task graph for cycles before any work is scheduled, because a cycle makes orchestration impossible. A depth-first search marks each node white, gray, or black;…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Parallel frontier scheduling across worker pools  [JAH-AT100-0003]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Frontier scheduling keeps a ready-set of tasks whose dependencies are all done and dispatches them to workers the moment a slot frees up. The orchestrator maintains the frontier as a queue; each comp…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Work-stealing queues for dynamic load balance  [JAH-AT100-0004]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Work-stealing gives every worker its own double-ended queue of tasks, and idle workers steal work from the back of busy workers' queues. Each worker pushes and pops from the front of its own deque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Priority-queue scheduling with aging against starvation  [JAH-AT100-0005]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Priority scheduling always runs the most important ready task next, while aging gradually boosts long-waiting tasks so nothing starves. Ready tasks sit in a binary heap keyed by effective priority;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orchestration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JAH-AT100-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Orchestrator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Conducts multi-stage archive pipelines: task graphs, scheduling, fault tolerance, and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https://justinahiggins614-cmyk.github.io/jah-databases/db/archive-tool-universal-archive-orchestrator/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https://justinahiggins614-cmyk.github.io/jah-databases-data-1/data/archive-tool-universal-archive-orchestrator/index.jsonl.gz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
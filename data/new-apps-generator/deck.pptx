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ew-apps-generator/" TargetMode="External"/><Relationship Id="rId3" Type="http://schemas.openxmlformats.org/officeDocument/2006/relationships/hyperlink" Target="https://justinahiggins614-cmyk.github.io/jah-databases-data-1/data/new-apps-gener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New Apps Generator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New apps generated from database knowledge.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New Apps Generator Database holds 15 generators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New apps generated from database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generated concept — built from real database-knowledge areas at build time; demo smoke-tested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Archive Explorer  [JAH-NAPP-000001]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 app for wandering a database archive: search, browse groups, open full records, merge sets. Combines archive browsing with search and merge.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Spec Filing Desk  [JAH-NAPP-000002]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 app that walks a user through filing a spec: drafts, checks, lineage, and the file action. Combines forms with validation and filing.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Orbit Tracker  [JAH-NAPP-000003]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 app that tracks satellites: pick one, see its orbital period and status computed live. Combines orbital math with record lookup.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Movie Frame Studio  [JAH-NAPP-000004]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 app that storyboards frame-by-frame movies: scenes, FPS, and a canvas preview. Combines frame sequencing with canvas rendering.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Quantum Line Lab  [JAH-NAPP-000005]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 app for exploring atomic spectral lines: pick a transition, see its photon energy. Combines spectroscopy data with photon math.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generator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JAH-NAPP-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New Apps Generator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New apps generated from database knowledge.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https://justinahiggins614-cmyk.github.io/jah-databases/db/new-apps-generator/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https://justinahiggins614-cmyk.github.io/jah-databases-data-1/data/new-apps-generator/index.jsonl.gz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
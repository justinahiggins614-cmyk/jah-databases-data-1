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nthesis-verification-agents-signature/" TargetMode="External"/><Relationship Id="rId3" Type="http://schemas.openxmlformats.org/officeDocument/2006/relationships/hyperlink" Target="https://justinahiggins614-cmyk.github.io/jah-databases-data-1/data/synthesis-verification-agen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Synthesis Verification Agents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Agents that write code and prove it correct — synthesis paired with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Synthesis Verification Agents Database holds 15 synthesis verification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Agents that write code and prove it correct — synthesis paired with verification.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Proof-Journaled Synthesis  [JAH-SVA-S-000001]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synthesis attempt — candidates, counterexamples, failed proofs, and the final verified program — is journaled with hashes into an immutable record. The path to the proof is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Property-based testing of synthesized code  [JAH-SVA-S-000002]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Instead of checking a few examples, property-based testing (QuickCheck, Hypothesis) asserts universal properties — 'sorting never loses elements' — over hundreds of random inputs.…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Proof-Journaled Synthesis  [JAH-SVA-S-000003]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synthesis attempt — candidates, counterexamples, failed proofs, and the final verified program — is journaled with hashes into an immutable record. The path to the proof is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Property-based testing of synthesized code  [JAH-SVA-S-000004]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Instead of checking a few examples, property-based testing (QuickCheck, Hypothesis) asserts universal properties — 'sorting never loses elements' — over hundreds of random inputs.…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Contract-driven agent code review  [JAH-SVA-S-000005]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function the agent writes carries contracts (preconditions, postconditions, invariants). A review agent checks each contract with symbolic execution or testing before merge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synthesis verification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JAH-SVA-S-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Synthesis Verification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Agents that write code and prove it correct — synthesis paired with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https://justinahiggins614-cmyk.github.io/jah-databases/db/synthesis-verification-agents-signature/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https://justinahiggins614-cmyk.github.io/jah-databases-data-1/data/synthesis-verification-agents-signature/index.jsonl.gz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
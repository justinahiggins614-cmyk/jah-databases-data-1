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physics-coupling-signature/" TargetMode="External"/><Relationship Id="rId3" Type="http://schemas.openxmlformats.org/officeDocument/2006/relationships/hyperlink" Target="https://justinahiggins614-cmyk.github.io/jah-databases-data-1/data/multiphysics-coup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Multiphysics Coupling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multiphysics methods — original techniques for coupling physics faithfully.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Multiphysics Coupling Database holds 20 signature multiphysics coupling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multiphysics methods — original techniques for coupling physics faithfully.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interface-first coupling  [JAH-MULTIP2-S-000001]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multiphysics practice: define the interface conditions first; the coupling follows.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staggered-default  [JAH-MULTIP2-S-000002]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coupling default: staggered schemes unless monolithic is proven necessary.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conservation-check  [JAH-MULTIP2-S-000003]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verification practice: coupled solves prove energy conservation.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modal-truncation  [JAH-MULTIP2-S-000004]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efficiency practice: truncate modal bases with a convergence study.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adaptive-coupling  [JAH-MULTIP2-S-000005]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stiff-physics practice: timesteps adapt to the fastest physics.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multiphysics coupling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JAH-MULTIP2-S-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Multiphysics Coupling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multiphysics methods — original techniques for coupling physics faithfully.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https://justinahiggins614-cmyk.github.io/jah-databases/db/multiphysics-coupling-signature/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https://justinahiggins614-cmyk.github.io/jah-databases-data-1/data/multiphysics-coupling-signature/index.jsonl.gz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
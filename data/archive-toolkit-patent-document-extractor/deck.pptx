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atent-document-extractor/" TargetMode="External"/><Relationship Id="rId3" Type="http://schemas.openxmlformats.org/officeDocument/2006/relationships/hyperlink" Target="https://justinahiggins614-cmyk.github.io/jah-databases-data-1/data/archive-toolkit-patent-document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Patent Document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claims, descriptions, classifications, inventors, and cited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Patent Document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claims, descriptions, classifications, inventors, and cited documents.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Claim parsing — Patent Document Extractor  [JAH-ATK150-00001]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Claims are numbered sentences defining legal scope; parsers split and number them. Claims are the patent's heart. Scope is everything.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Independent vs dependent — Patent Document Extractor  [JAH-ATK150-00002]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Independent claims stand alone; dependent claims reference and narrow another. The distinction shapes scope analysis. Hierarchy matters.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Preamble extraction — Patent Document Extractor  [JAH-ATK150-00003]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Preambles ('A widget comprising') set context before limitations. Parsing separates preamble from body. Context frames.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Classification codes — Patent Document Extractor  [JAH-ATK150-00004]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IPC/CPC codes classify the invention's technical field. Codes enable prior-art search. Classes organize.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Inventor extraction — Patent Document Extractor  [JAH-ATK150-00005]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Inventor names and addresses parse from the patent front page, where they appear in standardized inventor fields. Extracted inventors link patents to people across filings, enabling inventor-centric…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Patent Document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claims, descriptions, classifications, inventors, and cited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https://justinahiggins614-cmyk.github.io/jah-databases/db/archive-toolkit-patent-document-extractor/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https://justinahiggins614-cmyk.github.io/jah-databases-data-1/data/archive-toolkit-patent-document-extractor/index.jsonl.gz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
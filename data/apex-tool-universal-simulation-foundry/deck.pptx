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pex-tool-universal-simulation-foundry/" TargetMode="External"/><Relationship Id="rId3" Type="http://schemas.openxmlformats.org/officeDocument/2006/relationships/hyperlink" Target="https://justinahiggins614-cmyk.github.io/jah-databases-data-1/data/apex-tool-universal-simulation-foundry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Universal Simulation Foundry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Coordinates suitable simulation engines to model complex systems under defined assumptions.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Universal Simulation Foundry Database holds 15 apex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Coordinates suitable simulation engines to model complex systems under defined assumptions.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knowledge: standard engineering practice documented in open technical literature; facts cross-checked against the executed demo program. Compiled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Single-Engine Discrete-Event Simulator  [JAH-APX51-000001]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Models one system as timestamped events processed in chronological order, the workhorse pattern behind queueing, logistics, and network simulations. Arrivals, service completions, and state changes 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Monte Carlo Parameter Sweeper  [JAH-APX51-000002]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Runs the same simulation hundreds of times with sampled parameter values to map how outputs respond to uncertain inputs. Histograms of the results replace single-point guesses with honest distributio…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Multi-Engine Model Registry  [JAH-APX51-000003]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catalog that records every simulation engine the foundry can call: its domain, input schema, cost per run, and validated accuracy range. Coordinators consult the registry instead of hard-coding eng…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Assumption Ledger and Audit Trail  [JAH-APX51-000004]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Every simulation run records its assumptions — distributions, simplifications, engine versions — in an append-only ledger. Any result can be traced back to exactly what was assumed to produce it.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Coupled Multi-Physics Coordinator  [JAH-APX51-000005]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Links two or more single-domain simulators so they exchange boundary conditions at synchronized time steps, for example thermal plus structural models of the same part.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apex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JAH-APX51-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Universal Simulation Foundry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Coordinates suitable simulation engines to model complex systems under defined assumptions.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https://justinahiggins614-cmyk.github.io/jah-databases/db/apex-tool-universal-simulation-foundry/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https://justinahiggins614-cmyk.github.io/jah-databases-data-1/data/apex-tool-universal-simulation-foundry/index.jsonl.gz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
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dataset-versioning/" TargetMode="External"/><Relationship Id="rId3" Type="http://schemas.openxmlformats.org/officeDocument/2006/relationships/hyperlink" Target="https://justinahiggins614-cmyk.github.io/jah-databases-data-1/data/scientific-dataset-version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Scientific Dataset Versioning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Versioning practices that keep scientific datasets reproducible.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Scientific Dataset Versioning Database holds 20 versioning practices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Versioning practices that keep scientific datasets reproducible.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Semantic Versioning for Data  [JAH-SCIENT7-000001]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Applies MAJOR.MINOR.PATCH semantics where MAJOR means breaking schema change. Recorded facts — Practice: Semantic Versioning for Data; Mechanism: version numbers; Guarantee: meaningful versions. Used…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Content Hash Addressing  [JAH-SCIENT7-000002]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Addresses datasets by SHA-256 of content so identical data always resolves identically. Recorded facts — Practice: Content Hash Addressing; Mechanism: hash URIs; Guarantee: integrity by address. Used…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Immutable Snapshots  [JAH-SCIENT7-000003]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Freezes released datasets read-only; corrections become new versions, never edits. Recorded facts — Practice: Immutable Snapshots; Mechanism: WORM storage; Guarantee: history preserved. Used by data…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DOI Assignment  [JAH-SCIENT7-000004]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Mints a persistent DOI per release so citations resolve forever. Recorded facts — Practice: DOI Assignment; Mechanism: DataCite DOI; Guarantee: citable data. Used by data stewards, researchers, and 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Provenance Graph  [JAH-SCIENT7-000005]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Records every transformation from raw capture to release as a queryable graph. Recorded facts — Practice: Provenance Graph; Mechanism: PROV-O graph; Guarantee: full lineage. Used by data stewards, 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versioning practice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JAH-SCIENT7-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Scientific Dataset Versioning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Versioning practices that keep scientific datasets reproducible.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https://justinahiggins614-cmyk.github.io/jah-databases/db/scientific-dataset-versioning/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https://justinahiggins614-cmyk.github.io/jah-databases-data-1/data/scientific-dataset-versioning/index.jsonl.gz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
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knowledge-to-action-compiler-signature/" TargetMode="External"/><Relationship Id="rId3" Type="http://schemas.openxmlformats.org/officeDocument/2006/relationships/hyperlink" Target="https://justinahiggins614-cmyk.github.io/jah-databases-data-1/data/apex-tool-universal-knowledge-to-action-compi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Knowledge-to-Action Compiler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Knowledge-to-Action Compiler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Sifting the Truth  [JAH-APX93S-000001]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truth-sifter admits only evidenced facts to compilation — rumors are turned away at the door with reasons.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Smithing Plans  [JAH-APX93S-000002]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plan smith hammers verified facts into ordered action steps — each blow deliberate, each step traceable.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Laying the Chain  [JAH-APX93S-000003]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chain layer orders steps by prerequisite into a DAG — no step before its 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Gatewarden  [JAH-APX93S-000004]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step faces the gatewarden: show your permissions or stay out. Unpermitted steps are marked blocked, never smuggled.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Marking in Red  [JAH-APX93S-000005]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red marker inks irreversible steps crimson — they get extra eyes before anyone commits.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Knowledge-to-Action Compiler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https://justinahiggins614-cmyk.github.io/jah-databases/db/apex-tool-universal-knowledge-to-action-compiler-signature/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https://justinahiggins614-cmyk.github.io/jah-databases-data-1/data/apex-tool-universal-knowledge-to-action-compiler-signature/index.jsonl.gz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
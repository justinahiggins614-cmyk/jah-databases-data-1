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completion-readiness/" TargetMode="External"/><Relationship Id="rId3" Type="http://schemas.openxmlformats.org/officeDocument/2006/relationships/hyperlink" Target="https://justinahiggins614-cmyk.github.io/jah-databases-data-1/data/software-completion-readines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Completion Readiness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Checklists that say when software is truly done — gates, criteria, evidence, and sign-off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Completion Readiness Database holds 20 completion readiness checklists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Checklists that say when software is truly done — gates, criteria, evidence, and sign-off roles.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Definition of done for a user story  [JAH-SOFTWA2-000001]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story is not done when code is written; it is done when tested, reviewed, documented, and deployed. This checklist is the team contract for "done".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Release acceptance for a mobile app  [JAH-SOFTWA2-000002]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mobile release gate covers store review, device matrix, and rollback readiness. Skipping it once caused a 3-day outage on older devices.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Security review before public API launch  [JAH-SOFTWA2-000003]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Public APIs get a security review covering auth, rate limiting, and data exposure. The review caught an overly broad scope a week before launch.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Performance budget for the checkout page  [JAH-SOFTWA2-000004]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Checkout must stay under its performance budget: p95 under 2 seconds on 4G. The budget is enforced in CI on every change.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Documentation completeness for an SDK  [JAH-SOFTWA2-000005]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SDK is not done until every public method has a doc entry with an example. The docs gate measures coverage, not vibes.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completion readiness checklist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JAH-SOFTWA2-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Completion Readiness Auditor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Checklists that say when software is truly done — gates, criteria, evidence, and sign-off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https://justinahiggins614-cmyk.github.io/jah-databases/db/software-completion-readiness/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https://justinahiggins614-cmyk.github.io/jah-databases-data-1/data/software-completion-readiness/index.jsonl.gz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
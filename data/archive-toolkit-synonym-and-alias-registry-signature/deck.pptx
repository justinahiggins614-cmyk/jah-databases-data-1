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ynonym-and-alias-registry-signature/" TargetMode="External"/><Relationship Id="rId3" Type="http://schemas.openxmlformats.org/officeDocument/2006/relationships/hyperlink" Target="https://justinahiggins614-cmyk.github.io/jah-databases-data-1/data/archive-toolkit-synonym-and-alias-regist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Synonym and Alias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Synonym and Alias Registry Database holds 15 synonym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Synonym and Alias Registry: a plain-language overview (Signature)  [JAH-ATK164S-000001]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Synonym and Alias Registry does and why archives need it. Signature original. The Signature name book gives every concept one permanent canonical name and stamps…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Synonym and Alias Registry works (Signature)  [JAH-ATK164S-000002]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Synonym and Alias Registry does and why archives need it. Signature original. The Signature registry assigns each concept a deterministic canonical ID derived fro…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Synonym and Alias Registry works: the deep tour (Signature)  [JAH-ATK164S-000003]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Synonym and Alias Registry does and why archives need it. Signature original. The Signature registry assigns each concept a deterministic canonical ID derived fro…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Alias normalization and canonical mapping: the simple idea (Signature)  [JAH-ATK164S-000004]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alias normalization and canonical mapping - how it works inside the Synonym and Alias Registry. Signature original. The Signature name book gives every concept one perm…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Alias normalization and canonical mapping in practice (Signature)  [JAH-ATK164S-000005]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alias normalization and canonical mapping - how it works inside the Synonym and Alias Registry. Signature original. The Signature registry assigns each concept a determ…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synonym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Synonym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https://justinahiggins614-cmyk.github.io/jah-databases/db/archive-toolkit-synonym-and-alias-registry-signature/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https://justinahiggins614-cmyk.github.io/jah-databases-data-1/data/archive-toolkit-synonym-and-alias-registry-signature/index.jsonl.gz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
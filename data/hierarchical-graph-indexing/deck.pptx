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erarchical-graph-indexing/" TargetMode="External"/><Relationship Id="rId3" Type="http://schemas.openxmlformats.org/officeDocument/2006/relationships/hyperlink" Target="https://justinahiggins614-cmyk.github.io/jah-databases-data-1/data/hierarchical-graph-index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Hierarchical Graph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Hierarchical Graph Indexing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Navigable small worlds  [JAH-HGI-000001]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Small-world graphs have short paths between any two nodes via a mix of local and long-range links — Milgram's six degrees, engineered. Kleinberg showed greedy routing works when long links follow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HNSW layers  [JAH-HGI-000002]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HNSW's layers are the hierarchy: layer 0 holds every vector with dense local links; higher layers hold exponentially fewer vectors with longer links. Search starts at the top (coarse, fast) and desce…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Beam search on graphs  [JAH-HGI-000003]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Beam search generalizes greedy: keep the ef best candidates seen, expand the closest unvisited, and stop when no unexpanded candidate can beat the worst in the beam. ef=1 is greedy; larger ef explore…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Graph construction  [JAH-HGI-000004]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Building the graph is the expensive part: naive O(n^2) neighbor search does not scale, so construction uses the same search it will serve — insert vectors one by one, searching the partial graph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Degree pruning and diversity  [JAH-HGI-000005]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Naive k-nearest links cluster in one direction — the graph needs diverse directions to route well. HNSW's pruning heuristic keeps a neighbor only if it is closer to the node than to any already-kept…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JAH-HGI-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Hierarchical Graph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https://justinahiggins614-cmyk.github.io/jah-databases/db/hierarchical-graph-indexing/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https://justinahiggins614-cmyk.github.io/jah-databases-data-1/data/hierarchical-graph-indexing/index.jsonl.gz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
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ierarchical-navigation-engine/" TargetMode="External"/><Relationship Id="rId3" Type="http://schemas.openxmlformats.org/officeDocument/2006/relationships/hyperlink" Target="https://justinahiggins614-cmyk.github.io/jah-databases-data-1/data/archive-tool-hierarchical-navig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Hierarchical Navigation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intelligently from network to archive, database, collection, record, and individual data element.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Hierarchical Navigation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intelligently from network to archive, database, collection, record, and individual data element.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Level Descent — Core Method  [JAH-AT13-000001]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Hierarchical navigation treats the archive as a tree — network, archive, database, collection, record, element — and moves down it one level at a time, resolving each step before taking the next. 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Level Descent — Compounded Pattern  [JAH-AT13-000002]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Hierarchical navigation treats the archive as a tree — network, archive, database, collection, record, element — and moves down it one level at a time, resolving each step before taking the next. 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Level Descent — Full-System Integration  [JAH-AT13-000003]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Hierarchical navigation treats the archive as a tree — network, archive, database, collection, record, element — and moves down it one level at a time, resolving each step before taking the next. 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Breadcrumb Backtracking — Core Method  [JAH-AT13-000004]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descent leaves breadcrumbs — the ordered list of levels visited — so the engine always knows how it got somewhere and can retrace its steps. Backtracking pops the most recent level and resumes…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Breadcrumb Backtracking — Compounded Pattern  [JAH-AT13-000005]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descent leaves breadcrumbs — the ordered list of levels visited — so the engine always knows how it got somewhere and can retrace its steps. Backtracking pops the most recent level and resumes…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intelligently from network to archive, database, collection, record, and individual data element.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https://justinahiggins614-cmyk.github.io/jah-databases/db/archive-tool-hierarchical-navigation-engine/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https://justinahiggins614-cmyk.github.io/jah-databases-data-1/data/archive-tool-hierarchical-navigation-engine/index.jsonl.gz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
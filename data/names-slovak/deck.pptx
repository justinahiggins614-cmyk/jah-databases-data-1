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lovak/" TargetMode="External"/><Relationship Id="rId3" Type="http://schemas.openxmlformats.org/officeDocument/2006/relationships/hyperlink" Target="https://justinahiggins614-cmyk.github.io/jah-databases-data-1/data/names-slovak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Slovak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Slovak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Slovak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Slovak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Jan — Slovak given name  [JAH-NMS7-000001]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Jan is a masculine given name in Slovak. It is written Jan in the native script. It means "God is gracious", from Hebrew Yohanan. The most common Slovak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Maria — Slovak given name  [JAH-NMS7-000002]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Maria is a feminine given name in Slovak. It is written Maria in the native script. Of Hebrew, via Christianity origin. The most common Slovak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Peter — Slovak given name  [JAH-NMS7-000003]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Peter is a masculine given name in Slovak. It is written Peter in the native script. It means "rock, stone", from Greek petros. A classic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Zuzana — Slovak given name  [JAH-NMS7-000004]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Zuzana is a feminine given name in Slovak. It means "lily", from Hebrew Shoshana. A beloved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Martin — Slovak given name  [JAH-NMS7-000005]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Martin is a masculine given name in Slovak. It means "of Mars, warlike", from Latin Martinus. A popular masculine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Slovak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Slovak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https://justinahiggins614-cmyk.github.io/jah-databases/db/names-slovak/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https://justinahiggins614-cmyk.github.io/jah-databases-data-1/data/names-slovak/index.jsonl.gz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
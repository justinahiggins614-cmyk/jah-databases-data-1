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atent-types-database-signature/" TargetMode="External"/><Relationship Id="rId3" Type="http://schemas.openxmlformats.org/officeDocument/2006/relationships/hyperlink" Target="https://justinahiggins614-cmyk.github.io/jah-databases-data-1/data/patent-type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Patent Types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patent strategy doctrines and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Patent Types Database holds 15 signature patent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patent strategy doctrines and drills.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Utility Draft Doctrine  [JAH-PTYPS-000001]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drafting doctrine for utility patents: state the technical problem in one paragraph, the inventive step in one sentence, and the broadest claim first — then narrow in dependent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Design Capture Method  [JAH-PTYPS-000002]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method for design protection: photograph or render the article from seven canonical angles, trace the ornamental lines that repeat across angles, and claim exactly those lines wi…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Plant Record Protocol  [JAH-PTYPS-000003]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protocol for plant variety records: log the parentage, the asexual reproduction steps with dates, and photograph color at three growth stages, because the single claim lives or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Provisional Sprint  [JAH-PTYPS-000004]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12-month provisional sprint: file the provisional the week the prototype works, calendar the 12-month deadline with 90/30/7-day warnings, and spend the year reducing the claims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PCT Decision Ladder  [JAH-PTYPS-000005]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decision ladder for going international: file PCT only when two or more foreign markets are real (not aspirational), use the international search report as the go/no-go gate,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patent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JAH-PTYPS-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Patent Strategist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patent strategy doctrines and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https://justinahiggins614-cmyk.github.io/jah-databases/db/patent-types-database-signature/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https://justinahiggins614-cmyk.github.io/jah-databases-data-1/data/patent-types-database-signature/index.jsonl.gz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
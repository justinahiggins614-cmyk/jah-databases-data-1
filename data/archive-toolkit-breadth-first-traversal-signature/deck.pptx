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breadth-first-traversal-signature/" TargetMode="External"/><Relationship Id="rId3" Type="http://schemas.openxmlformats.org/officeDocument/2006/relationships/hyperlink" Target="https://justinahiggins614-cmyk.github.io/jah-databases-data-1/data/archive-toolkit-breadth-first-traversal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Breadth-first traversal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Explores nearby relationships across many branches before following deeper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Breadth-first traversal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Explores nearby relationships across many branches before following deeper paths.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Breadth-First Traversal: Signature Ripple Rings (Foundation)  [JAH-ATK303S-00001]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Breadth-First Traversal: Signature Ripple Rings (Operation)  [JAH-ATK303S-00002]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Breadth-First Traversal: Signature Ripple Rings (Mastery)  [JAH-ATK303S-00003]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Breadth-First Traversal: Signature Fair Queue (Foundation)  [JAH-ATK303S-00004]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Breadth-First Traversal: Signature Fair Queue (Operation)  [JAH-ATK303S-00005]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JAH-ATK303S-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Breadth Walker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Explores nearby relationships across many branches before following deeper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https://justinahiggins614-cmyk.github.io/jah-databases/db/archive-toolkit-breadth-first-traversal-signature/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https://justinahiggins614-cmyk.github.io/jah-databases-data-1/data/archive-toolkit-breadth-first-traversal-signature/index.jsonl.gz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
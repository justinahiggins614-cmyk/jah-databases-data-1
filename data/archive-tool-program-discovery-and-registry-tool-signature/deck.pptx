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program-discovery-and-registry-tool-signature/" TargetMode="External"/><Relationship Id="rId3" Type="http://schemas.openxmlformats.org/officeDocument/2006/relationships/hyperlink" Target="https://justinahiggins614-cmyk.github.io/jah-databases-data-1/data/archive-tool-program-discovery-and-registry-too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Program Discovery and Registry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registry frameworks: the Hall of Programs.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Program Discovery and Registry Tool Database holds 15 signature registry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registry frameworks: the Hall of Programs.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 framework created by Justin Addam Higgins (JAH)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Hall of Programs  [JAH-AT81S-0001]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Hall of Programs is the archive's great registry-hall where every tool hangs its painted shield — name, version, and the deeds it can…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Heartbeat-Torch registry  [JAH-AT81S-0002]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every shield in the Hall bears a heartbeat-torch that its owner must rekindle; dark torches are taken down by the sweepers. Tools rekindl…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Clan-Halls namespacing  [JAH-AT81S-0003]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Clan-Halls divide the great registry into clan territories with dotted lineage-names, so a hundred indexers never clash. Names like archi…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Deed-Scroll schema  [JAH-AT81S-0004]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Deed-Scroll is the standard parchment on which every archive tool writes its deeds, needs, and limits. Scrolls carry name, generation…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Provision-List manifests  [JAH-AT81S-0005]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framework by Justin Addam Higgins (JAH): the Provision-List nails to every tool's door exactly which supplies and generations it sailed with, so any harbor rebuilds it identicall…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registry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Registry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registry frameworks: the Hall of Programs.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https://justinahiggins614-cmyk.github.io/jah-databases/db/archive-tool-program-discovery-and-registry-tool-signature/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https://justinahiggins614-cmyk.github.io/jah-databases-data-1/data/archive-tool-program-discovery-and-registry-tool-signature/index.jsonl.gz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
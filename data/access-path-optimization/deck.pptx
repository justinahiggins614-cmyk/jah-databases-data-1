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ccess-path-optimization/" TargetMode="External"/><Relationship Id="rId3" Type="http://schemas.openxmlformats.org/officeDocument/2006/relationships/hyperlink" Target="https://justinahiggins614-cmyk.github.io/jah-databases-data-1/data/access-path-optimiz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Database Access Path Optimization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fastest way to reach the data — chosen paths, rejected alternatives, and measured gains.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Database Access Path Optimization Database holds 20 access path optimizations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fastest way to reach the data — chosen paths, rejected alternatives, and measured gains.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Covering index for order lookup  [JAH-APO-000001]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Order lookups by customer went from 800 ms to 12 ms with a covering index on (customer_id, created_at). The index serves the query without touching the table.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Join order: small table first  [JAH-APO-000002]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3-table join ran 40x faster when the planner started from the small dimension table instead of the fact table.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Partition pruning by month  [JAH-APO-000003]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Queries over the last month prune 35 of 36 partitions. The partition key in the WHERE clause is the whole trick.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Hot keys in cache tier  [JAH-APO-000004]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top 1,000 keys serve from memory; the rest hit disk. Hit rate 97%, p99 down 10x.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Prefetch for sequential reads  [JAH-APO-000005]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Sequential report reads prefetch 64 pages ahead. Throughput tripled on spinning disks.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access path optimization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Access Path Optimizer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fastest way to reach the data — chosen paths, rejected alternatives, and measured gains.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https://justinahiggins614-cmyk.github.io/jah-databases/db/access-path-optimization/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https://justinahiggins614-cmyk.github.io/jah-databases-data-1/data/access-path-optimization/index.jsonl.gz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
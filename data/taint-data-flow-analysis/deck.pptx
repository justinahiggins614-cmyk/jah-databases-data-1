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aint-data-flow-analysis/" TargetMode="External"/><Relationship Id="rId3" Type="http://schemas.openxmlformats.org/officeDocument/2006/relationships/hyperlink" Target="https://justinahiggins614-cmyk.github.io/jah-databases-data-1/data/taint-data-flow-analysi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Taint &amp; Data Flow Analysis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Tracking untrusted data: taint sources, sinks, sanitizers, and the dataflow analyses behind CodeQL, Semgrep, and modern SAST.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Taint &amp; Data Flow Analysis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Tracking untrusted data: taint sources, sinks, sanitizers, and the dataflow analyses behind CodeQL, Semgrep, and modern SAST.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Sources, sinks, sanitizers  [JAH-TDF-000001]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Taint analysis tracks untrusted data from sources (user input, network, files) to sinks (SQL queries, shell commands, HTML output), flagging paths with no sanitizer in between. Sources, sinks, and sa…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SQL injection via taint  [JAH-TDF-000002]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SQL injection is taint analysis's canonical win: user input concatenated into a query string. The fix the analysis points to is parameterization — placeholders, not string building. Every major breac…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XSS via taint  [JAH-TDF-000003]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Cross-site scripting is user input reaching HTML output unescaped: the browser executes the attacker's script in the victim's session. Taint analysis flags source-to-HTML-sink flows; the sanitizer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Command injection  [JAH-TDF-000004]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Command injection is user input reaching a shell: os.system('convert ' + filename) with filename = '; rm -rf /'. The sanitizer is never using a shell — argv arrays, not strings — or strict allow-list…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Path traversal  [JAH-TDF-000005]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Path traversal is user input reaching file paths: open('/data/' + name) with name = '../../etc/passwd'. The sanitizer is canonicalization plus containment — resolve the path and verify it stays under…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JAH-TDF-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Taint &amp; Data Flow Analysis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Tracking untrusted data: taint sources, sinks, sanitizers, and the dataflow analyses behind CodeQL, Semgrep, and modern SAST.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https://justinahiggins614-cmyk.github.io/jah-databases/db/taint-data-flow-analysis/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https://justinahiggins614-cmyk.github.io/jah-databases-data-1/data/taint-data-flow-analysis/index.jsonl.gz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
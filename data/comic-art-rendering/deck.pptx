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ic-art-rendering/" TargetMode="External"/><Relationship Id="rId3" Type="http://schemas.openxmlformats.org/officeDocument/2006/relationships/hyperlink" Target="https://justinahiggins614-cmyk.github.io/jah-databases-data-1/data/comic-art-render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Comic Art Rendering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deterministic comic-SVG method plus worked rendering examples — reproducible, client-side, no AI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Comic Art Rendering Database holds 20 comic renderings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deterministic comic-SVG method plus worked rendering examples — reproducible, client-side, no AI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Deterministic Comic Rendering Method  [JAH-COMICART-000001]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METHOD: the deterministic client-side comic-style SVG rendering method. Palette and background derive from the SHA-256 of the item ID (reproducible everywhere); bold 4-6px black outlines; flat palett…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 comic book cover  [JAH-COMICART-000002]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A comic book cover. A comic book cover: bold rectangle book with title burst. Generated by the deterministic method (hash of JAH-COMICART-000002); the actual SVG code is in this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 friendly robot head  [JAH-COMICART-000003]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A friendly robot head. A friendly robot head: rounded rect, eyes, antenna. Generated by the deterministic method (hash of JAH-COMICART-000003); the actual SVG code is in this recor…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 retro rocket  [JAH-COMICART-000004]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A retro rocket. A retro rocket: body, fins, window, flame. Generated by the deterministic method (hash of JAH-COMICART-000004); the actual SVG code is in this record's svg_code 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 comic portrait  [JAH-COMICART-000005]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A comic portrait. A comic portrait: face circle, hair arc, smile. Generated by the deterministic method (hash of JAH-COMICART-000005); the actual SVG code is in this record's svg_c…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comic rendering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JAH-COMICART-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Comic Renderer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deterministic comic-SVG method plus worked rendering examples — reproducible, client-side, no AI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https://justinahiggins614-cmyk.github.io/jah-databases/db/comic-art-rendering/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https://justinahiggins614-cmyk.github.io/jah-databases-data-1/data/comic-art-rendering/index.jsonl.gz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
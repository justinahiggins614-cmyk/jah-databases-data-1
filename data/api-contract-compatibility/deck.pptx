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i-contract-compatibility/" TargetMode="External"/><Relationship Id="rId3" Type="http://schemas.openxmlformats.org/officeDocument/2006/relationships/hyperlink" Target="https://justinahiggins614-cmyk.github.io/jah-databases-data-1/data/api-contract-compatibilit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API Contract Compatibility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Versioning, compatibility checking, and evolution practices that keep APIs working across releases.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API Contract Compatibility Database holds 20 API compatibility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Versioning, compatibility checking, and evolution practices that keep APIs working across releases.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Semantic Versioning Discipline  [JAH-APICON-000001]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Semver encodes compatibility in the version number: major for breaking, minor for additive, patch for fixes. Clients can trust the numbers only if the discipline is real. The practice is simple;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Breaking Change Detection  [JAH-APICON-000002]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API diffs compare the old and new schema to flag breaking changes automatically: removed fields, narrowed types, new required parameters. CI fails the build on unexpected breaks. Detection turns disc…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Consumer-Driven Contract Testing  [JAH-APICON-000003]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Consumers publish their expectations as contracts, and providers verify against them. Pact is the canonical tool. The provider knows exactly what it must not break because the consumers said so.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API Evolution with Field Addition  [JAH-APICON-000004]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Adding optional fields is the safest evolution: old clients ignore them, new clients use them. The rule is additive-only within a major version. Evolution without breakage is a design choice.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Deprecation Sunset Process  [JAH-APICON-000005]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Deprecations follow a process: announce, warn in responses, then remove after the sunset period. Headers carry the sunset date. The process respects the clients' upgrade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API compatibility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JAH-APICON-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Contract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Versioning, compatibility checking, and evolution practices that keep APIs working across releases.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https://justinahiggins614-cmyk.github.io/jah-databases/db/api-contract-compatibility/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https://justinahiggins614-cmyk.github.io/jah-databases-data-1/data/api-contract-compatibility/index.jsonl.gz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
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workflow-composer/" TargetMode="External"/><Relationship Id="rId3" Type="http://schemas.openxmlformats.org/officeDocument/2006/relationships/hyperlink" Target="https://justinahiggins614-cmyk.github.io/jah-databases-data-1/data/archive-tool-automatic-workflow-compo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Workflow Composer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Chains compatible tools and programs into a multistep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Workflow Composer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Chains compatible tools and programs into a multistep operation.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(Automatic Workflow Composer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Type-compatible tool chaining (foundational)  [JAH-AT87-000001]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Tools are chained by matching output types to input types: a tool producing 'index' can feed a tool consuming 'index'. The composer searches the tool graph for a path from the available inputs to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Type-compatible tool chaining (compounded)  [JAH-AT87-000002]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Tools are chained by matching output types to input types: a tool producing 'index' can feed a tool consuming 'index'. The composer searches the tool graph for a path from the available inputs to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Type-compatible tool chaining (production)  [JAH-AT87-000003]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Tools are chained by matching output types to input types: a tool producing 'index' can feed a tool consuming 'index'. The composer searches the tool graph for a path from the available inputs to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Topological ordering of the plan (foundational)  [JAH-AT87-000004]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composed chain is topologically sorted so every tool runs after the tools that produce its inputs. Sorting uses Kahn's algorithm over the dependency edges, which also detects cycles: a cycle mean…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Topological ordering of the plan (compounded)  [JAH-AT87-000005]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composed chain is topologically sorted so every tool runs after the tools that produce its inputs. Sorting uses Kahn's algorithm over the dependency edges, which also detects cycles: a cycle mean…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Workflow Composer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Chains compatible tools and programs into a multistep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https://justinahiggins614-cmyk.github.io/jah-databases/db/archive-tool-automatic-workflow-composer/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https://justinahiggins614-cmyk.github.io/jah-databases-data-1/data/archive-tool-automatic-workflow-composer/index.jsonl.gz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
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ierarchical-task-decomposition/" TargetMode="External"/><Relationship Id="rId3" Type="http://schemas.openxmlformats.org/officeDocument/2006/relationships/hyperlink" Target="https://justinahiggins614-cmyk.github.io/jah-databases-data-1/data/hierarchical-task-decomposi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Hierarchical Task Decomposition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Breaking big goals into executable pieces: goal trees, work breakdowns, dependencies, and critical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Hierarchical Task Decomposition Database holds 15 task nodes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Breaking big goals into executable pieces: goal trees, work breakdowns, dependencies, and critical paths.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Goal Trees  [JAH-HIERAR-000001]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Decomposes a lofty goal into sub-goals, then into tasks, forming a tree where every leaf is actionable. Goal trees make 'launch the product' executable by turning it into hundreds of small, ownable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Work Breakdown Structures  [JAH-HIERAR-000002]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Organizes all project work into a hierarchical WBS where each level sums to its parent - 100% of the work, nothing missing, nothing double-counted. The WBS is the scope contract: if it is not in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Dependency DAGs  [JAH-HIERAR-000003]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Maps task dependencies as a directed acyclic graph, revealing the true order of work and what can run in parallel. The DAG exposes the critical path - the sequence that determines the earliest finish.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Critical Path  [JAH-HIERAR-000004]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Identifies the longest dependency chain - the critical path - which sets the minimum project duration. Managing the critical path means protecting those tasks fiercely, since any slip delays everythi…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Milestone Rollups  [JAH-HIERAR-000005]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Aggregates leaf-task progress into milestone status, giving leadership a true picture without micromanaging tasks. Rollups are honest only if leaf estimates are honest - garbage in, gospel out does 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task node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JAH-HIERAR-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Task Planner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Breaking big goals into executable pieces: goal trees, work breakdowns, dependencies, and critical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https://justinahiggins614-cmyk.github.io/jah-databases/db/hierarchical-task-decomposition/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https://justinahiggins614-cmyk.github.io/jah-databases-data-1/data/hierarchical-task-decomposition/index.jsonl.gz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
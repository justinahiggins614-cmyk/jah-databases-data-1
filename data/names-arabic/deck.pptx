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arabic/" TargetMode="External"/><Relationship Id="rId3" Type="http://schemas.openxmlformats.org/officeDocument/2006/relationships/hyperlink" Target="https://justinahiggins614-cmyk.github.io/jah-databases-data-1/data/names-arabic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Arabic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Real Arabic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Arabic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Arabic first names, surnames, and place names with meanings, origins, and naming conventions.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name record compiled from established etymological and onomastic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Muhammad محمد - Arabic masculine given name  [JAH-NMA-000001]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Muhammad (محمد) is a masculine given name in Arabic. Meaning: Praised. From the root h-m-d, 'to praise'; the most given male name in the world.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Fatima فاطمة - Arabic feminine given name  [JAH-NMA-000002]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Fatima (فاطمة) is a feminine given name in Arabic. Meaning: Captivating. A leading girls' name across the Muslim world.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Ahmed أحمد - Arabic masculine given name  [JAH-NMA-000003]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Ahmed (أحمد) is a masculine given name in Arabic. Meaning: Most praised. From the same root as Muhammad.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Layla ليلى - Arabic feminine given name  [JAH-NMA-000004]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Layla (ليلى) is a feminine given name in Arabic. Meaning: Night. Made famous by classical Arabic love poetry.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Ali علي - Arabic masculine given name  [JAH-NMA-000005]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Ali (علي) is a masculine given name in Arabic. Meaning: Exalted. From the root '-l-w, 'high'.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Arabic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Real Arabic first names, surnames, and place names with meanings, origins, and naming conventions.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https://justinahiggins614-cmyk.github.io/jah-databases/db/names-arabic/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https://justinahiggins614-cmyk.github.io/jah-databases-data-1/data/names-arabic/index.jsonl.gz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
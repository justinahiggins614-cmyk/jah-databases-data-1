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hypothesis-explosion-and-pruning-engine-signature/" TargetMode="External"/><Relationship Id="rId3" Type="http://schemas.openxmlformats.org/officeDocument/2006/relationships/hyperlink" Target="https://justinahiggins614-cmyk.github.io/jah-databases-data-1/data/apex-tool-hypothesis-explosion-and-pruning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Hypothesis Explosion and Pruning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diverse candidate explanations, then prioritizes them by evidence, feasibility, and testing cost — breadth first, then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Hypothesis Explosion and Pruning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diverse candidate explanations, then prioritizes them by evidence, feasibility, and testing cost — breadth first, then rigor.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Hypothesis Engine is  [JAH-APX23S-000001]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Pruning Ledger: every pruned hypothesis…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Hypothesis data model  [JAH-APX23S-000002]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Pruning Ledger: every pruned hypothesis records why it was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Diverse generation algorithm  [JAH-APX23S-000003]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Pruning Ledger: every pruned hypothesis records why it was cut — the evidence against it, the 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Three-axis prioritization algorithm  [JAH-APX23S-000004]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Pruning Ledger: every pruned hypothesis records why it was cut — the evidence against it, the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Hypothesis interface specification  [JAH-APX23S-000005]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Pruning Ledger: every pruned hypothesis records why it was cut — the evidence against it, the test that woul…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Hypothesis Explosion and Pruning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diverse candidate explanations, then prioritizes them by evidence, feasibility, and testing cost — breadth first, then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https://justinahiggins614-cmyk.github.io/jah-databases/db/apex-tool-hypothesis-explosion-and-pruning-engine-signature/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https://justinahiggins614-cmyk.github.io/jah-databases-data-1/data/apex-tool-hypothesis-explosion-and-pruning-engine-signature/index.jsonl.gz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
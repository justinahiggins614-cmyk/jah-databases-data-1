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tatic-link-time-optimization-lto-signature/" TargetMode="External"/><Relationship Id="rId3" Type="http://schemas.openxmlformats.org/officeDocument/2006/relationships/hyperlink" Target="https://justinahiggins614-cmyk.github.io/jah-databases-data-1/data/static-link-time-optimization-lto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Static Link-Time Optimization (LTO)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Whole-program optimization at link time: cross-module inlining, dead code elimination, and layout tuned by profiles.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Static Link-Time Optimization (LTO) Database holds 15 optimization passs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Whole-program optimization at link time: cross-module inlining, dead code elimination, and layout tuned by profiles.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completion -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Incremental Whole-Program Analysis  [JAH-SLTO-S-000001]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analysis caches per-module summaries and re-analyzes only what changed, making whole-program optimization practical in incremental builds. Cache keys include the optimizer 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Profile-True Inlining  [JAH-SLTO-S-000002]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inlining decisions consume real execution profiles rather than static heuristics, so only genuinely hot cross-module calls are inlined. Stale profiles are detected and trigger 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Export-Aware DCE  [JAH-SLTO-S-000003]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DCE understands dynamic export boundaries - plugin APIs, FFI entry points - declared in a manifest, so it never deletes code that external consumers need. The manifest is checke…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Bounded Constant Specialization  [JAH-SLTO-S-000004]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specialization is bounded by a code-growth budget per call site, so pathological cases cannot explode binary size. Budget overruns fall back to the generic function automaticall…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Hotness-Aware Outlining  [JAH-SLTO-S-000005]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outlining consults profiles and refuses to outline hot sequences, so size savings never cost performance where it matters. Only cold repeated code is outlined. Signature-labeled…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optimization pass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JAH-SLTO-S-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Link-Time Optimizer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Whole-program optimization at link time: cross-module inlining, dead code elimination, and layout tuned by profiles.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https://justinahiggins614-cmyk.github.io/jah-databases/db/static-link-time-optimization-lto-signature/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https://justinahiggins614-cmyk.github.io/jah-databases-data-1/data/static-link-time-optimization-lto-signature/index.jsonl.gz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
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bare-metal-network-stack-integration-signature/" TargetMode="External"/><Relationship Id="rId3" Type="http://schemas.openxmlformats.org/officeDocument/2006/relationships/hyperlink" Target="https://justinahiggins614-cmyk.github.io/jah-databases-data-1/data/bare-metal-network-stack-integration-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Signature Bare-Metal Network Stack Integration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Network stacks that run on bare metal without a general-purpose OS. (Signature edition — original techniques by Justin Addam Higgins.)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Signature Bare-Metal Network Stack Integration Database holds 15 network stack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Network stacks that run on bare metal without a general-purpose OS. (Signature edition — original techniques by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 original —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lwIP Integration  [JAH-BMN-S-000001]</a:t>
            </a:r>
          </a:p>
          <a:p>
            <a:pPr algn="l">
              <a:spcAft>
                <a:spcPts val="1000"/>
              </a:spcAft>
            </a:pPr>
            <a:r>
              <a:rPr sz="1400" b="0">
                <a:solidFill>
                  <a:srgbClr val="D5DBDB"/>
                </a:solidFill>
                <a:latin typeface="Calibri"/>
              </a:rPr>
              <a:t>   Integrates the lwIP stack for TCP/IP on microcontrollers and bare-metal systems. The zero-copy API keeps RAM use tiny; the stack runs in a single thread or with an OS. It brings real networking to ti…</a:t>
            </a:r>
          </a:p>
          <a:p>
            <a:pPr algn="l">
              <a:spcAft>
                <a:spcPts val="200"/>
              </a:spcAft>
            </a:pPr>
            <a:r>
              <a:rPr sz="1700" b="1">
                <a:solidFill>
                  <a:srgbClr val="FFFFFF"/>
                </a:solidFill>
                <a:latin typeface="Calibri"/>
              </a:rPr>
              <a:t>2. Signature DPDK Poll-Mode Drivers  [JAH-BMN-S-000002]</a:t>
            </a:r>
          </a:p>
          <a:p>
            <a:pPr algn="l">
              <a:spcAft>
                <a:spcPts val="1000"/>
              </a:spcAft>
            </a:pPr>
            <a:r>
              <a:rPr sz="1400" b="0">
                <a:solidFill>
                  <a:srgbClr val="D5DBDB"/>
                </a:solidFill>
                <a:latin typeface="Calibri"/>
              </a:rPr>
              <a:t>   Runs poll-mode drivers that bypass the kernel for line-rate packet processing. Cores spin on NIC rings instead of taking interrupts; throughput hits tens of millions of packets per second. It is the…</a:t>
            </a:r>
          </a:p>
          <a:p>
            <a:pPr algn="l">
              <a:spcAft>
                <a:spcPts val="200"/>
              </a:spcAft>
            </a:pPr>
            <a:r>
              <a:rPr sz="1700" b="1">
                <a:solidFill>
                  <a:srgbClr val="FFFFFF"/>
                </a:solidFill>
                <a:latin typeface="Calibri"/>
              </a:rPr>
              <a:t>3. Signature XDP Fast Path  [JAH-BMN-S-000003]</a:t>
            </a:r>
          </a:p>
          <a:p>
            <a:pPr algn="l">
              <a:spcAft>
                <a:spcPts val="1000"/>
              </a:spcAft>
            </a:pPr>
            <a:r>
              <a:rPr sz="1400" b="0">
                <a:solidFill>
                  <a:srgbClr val="D5DBDB"/>
                </a:solidFill>
                <a:latin typeface="Calibri"/>
              </a:rPr>
              <a:t>   Processes packets in the driver with XDP before the kernel stack sees them. eBPF programs drop, forward, or redirect at millions of packets per core. It is the Linux fast path for filtering and load…</a:t>
            </a:r>
          </a:p>
          <a:p>
            <a:pPr algn="l">
              <a:spcAft>
                <a:spcPts val="200"/>
              </a:spcAft>
            </a:pPr>
            <a:r>
              <a:rPr sz="1700" b="1">
                <a:solidFill>
                  <a:srgbClr val="FFFFFF"/>
                </a:solidFill>
                <a:latin typeface="Calibri"/>
              </a:rPr>
              <a:t>4. Signature Zero-Copy RX Rings  [JAH-BMN-S-000004]</a:t>
            </a:r>
          </a:p>
          <a:p>
            <a:pPr algn="l">
              <a:spcAft>
                <a:spcPts val="1000"/>
              </a:spcAft>
            </a:pPr>
            <a:r>
              <a:rPr sz="1400" b="0">
                <a:solidFill>
                  <a:srgbClr val="D5DBDB"/>
                </a:solidFill>
                <a:latin typeface="Calibri"/>
              </a:rPr>
              <a:t>   Receives packets directly into application buffers via DMA rings. No copies between NIC, kernel, and app; the descriptor ring is the contract. It removes the biggest cost in packet processing. This i…</a:t>
            </a:r>
          </a:p>
          <a:p>
            <a:pPr algn="l">
              <a:spcAft>
                <a:spcPts val="200"/>
              </a:spcAft>
            </a:pPr>
            <a:r>
              <a:rPr sz="1700" b="1">
                <a:solidFill>
                  <a:srgbClr val="FFFFFF"/>
                </a:solidFill>
                <a:latin typeface="Calibri"/>
              </a:rPr>
              <a:t>5. Signature Polling vs Interrupts  [JAH-BMN-S-000005]</a:t>
            </a:r>
          </a:p>
          <a:p>
            <a:pPr algn="l">
              <a:spcAft>
                <a:spcPts val="1000"/>
              </a:spcAft>
            </a:pPr>
            <a:r>
              <a:rPr sz="1400" b="0">
                <a:solidFill>
                  <a:srgbClr val="D5DBDB"/>
                </a:solidFill>
                <a:latin typeface="Calibri"/>
              </a:rPr>
              <a:t>   Chooses polling at high packet rates and interrupts at low ones. Interrupts cost microseconds each — fine at 10k pps, fatal at 10M; NAPI hybrids switch automatically. The crossover is measured, not 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network stack technique</a:t>
            </a:r>
          </a:p>
          <a:p>
            <a:pPr algn="l">
              <a:spcAft>
                <a:spcPts val="1000"/>
              </a:spcAft>
            </a:pPr>
            <a:r>
              <a:rPr sz="2000" b="0">
                <a:solidFill>
                  <a:srgbClr val="FFFFFF"/>
                </a:solidFill>
                <a:latin typeface="Calibri"/>
              </a:rPr>
              <a:t>ID prefix:  JAH-BMN-S-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JAH Bare-Metal Network Stack Integration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Network stacks that run on bare metal without a general-purpose OS. (Signature edition — original techniques by Justin Addam Higgins.)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https://justinahiggins614-cmyk.github.io/jah-databases/db/bare-metal-network-stack-integration-signature/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https://justinahiggins614-cmyk.github.io/jah-databases-data-1/data/bare-metal-network-stack-integration-signature/index.jsonl.gz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
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ecosystem-migration-engine/" TargetMode="External"/><Relationship Id="rId3" Type="http://schemas.openxmlformats.org/officeDocument/2006/relationships/hyperlink" Target="https://justinahiggins614-cmyk.github.io/jah-databases-data-1/data/apex-tool-universal-ecosystem-migration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Ecosystem Migration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Moves databases, tools, and workloads to new infrastructure — verified, traceable, intact.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Ecosystem Migration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Moves databases, tools, and workloads to new infrastructure — verified, traceable, intact.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 — migration assessments are standard practice;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Surveying Before Moving  [JAH-APX97-000001]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Migrations fail on surprises. This record covers surveying compatibility: schemas, formats, dependencies — before anything moves.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Honest Incompatibility  [JAH-APX97-000002]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Some things cannot move. This record covers reporting incompatibility honestly instead of forcing 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Planning the Sequence  [JAH-APX97-000003]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Order matters: foundations first, dependents after. This record covers the migration planner.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Translating Schemas  [JAH-APX97-000004]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New infrastructure, new shapes. This record covers converting data between schemas.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Verifying Integrity  [JAH-APX97-000005]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moved byte is checked. This record covers checksums and counts before and after.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JAH-APX97-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Ecosystem Migration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Moves databases, tools, and workloads to new infrastructure — verified, traceable, intact.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https://justinahiggins614-cmyk.github.io/jah-databases/db/apex-tool-universal-ecosystem-migration-engine/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https://justinahiggins614-cmyk.github.io/jah-databases-data-1/data/apex-tool-universal-ecosystem-migration-engine/index.jsonl.gz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
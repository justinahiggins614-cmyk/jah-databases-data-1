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to-archive-bridge-signature/" TargetMode="External"/><Relationship Id="rId3" Type="http://schemas.openxmlformats.org/officeDocument/2006/relationships/hyperlink" Target="https://justinahiggins614-cmyk.github.io/jah-databases-data-1/data/archive-toolkit-archive-to-archive-brid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Archive-to-Archive Bridge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Archive-to-Archive Bridge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Identifier mapping tables — Archive-to-Archive Bridge  [JAH-ATK129S-00001]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Bridges keep tables mapping identifiers between systems: local-id to partner-id. Tables version with the archives they connect. Mappings are the bridge's foundation. This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Multi-hop translation — Archive-to-Archive Bridge  [JAH-ATK129S-00002]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Chains of mappings hop across several archives in sequence. Each hop validates before the next begins. Multi-hop paths need loop guards. This record documents a Signature-authore…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Lossy versus lossless maps — Archive-to-Archive Bridge  [JAH-ATK129S-00003]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Some mappings are one-to-one; others merge or split records. Bridges flag lossy hops so downstream knows fidelity. Honest fidelity labels prevent silent data corruption. This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Bidirectional bridges — Archive-to-Archive Bridge  [JAH-ATK129S-00004]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Reverse tables (or invertible functions) allow travel both ways. Bidirectionality doubles a bridge's value. Symmetric mappings need consistency checks. This record documents a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Schema mediation — Archive-to-Archive Bridge  [JAH-ATK129S-00005]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Beyond ids, bridges translate field names and value encodings between schemas. Mediation rules version alongside mappings. Field-level mediation makes records usable, not just fi…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Archive-to-Archive Bridge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Moves between related archive systems through known mappings.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https://justinahiggins614-cmyk.github.io/jah-databases/db/archive-toolkit-archive-to-archive-bridge-signature/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https://justinahiggins614-cmyk.github.io/jah-databases-data-1/data/archive-toolkit-archive-to-archive-bridge-signature/index.jsonl.gz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
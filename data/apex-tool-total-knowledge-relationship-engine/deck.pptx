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total-knowledge-relationship-engine/" TargetMode="External"/><Relationship Id="rId3" Type="http://schemas.openxmlformats.org/officeDocument/2006/relationships/hyperlink" Target="https://justinahiggins614-cmyk.github.io/jah-databases-data-1/data/apex-tool-total-knowledge-relationship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Total Knowledge Relationship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Total Knowledge Relationship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Wikidata / RDF / OWL knowledge graphs; citation network analysis; software dependency graphs (npm, PyPI); concept mapping research.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Relationship Engine is  [JAH-APX5-000001]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stores knowledge as a typed graph: nodes are facts, programs, theories, designs, datasets, and disciplines; edges are typed relationships like supports, implements, refutes, or derives-fro…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Typed relationship data model  [JAH-APX5-000002]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relationship is a record: source node, target node, relationship type from the controlled vocabulary, evidence pointers, strength score, and timestamps. The vocabulary distinguishes supports 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Relationship extraction algorithm  [JAH-APX5-000003]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Edges are mined from text, code, and metadata: citation parsers find supports edges, import graphs yield uses edges, and experiment sections yield tests edges. Every extracted edge carries its extrac…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Multi-hop traversal algorithm  [JAH-APX5-000004]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engine's signature move is the multi-hop query: theory to supporting datasets to the programs that processed them to the designs they informed. Traversal respects edge types — a refutes edge flip…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Relationship query interface specification  [JAH-APX5-000005]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ask relational questions in a small declarative language: find paths, count relationship types, list supporters and refuters of a claim. Responses include the paths with edge types and streng…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Total Knowledge Relationship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the relationships among facts, programs, theories, designs, datasets, and scientific disciplines — the connective tissue of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https://justinahiggins614-cmyk.github.io/jah-databases/db/apex-tool-total-knowledge-relationship-engine/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https://justinahiggins614-cmyk.github.io/jah-databases-data-1/data/apex-tool-total-knowledge-relationship-engine/index.jsonl.gz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
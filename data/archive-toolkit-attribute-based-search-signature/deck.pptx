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ttribute-based-search-signature/" TargetMode="External"/><Relationship Id="rId3" Type="http://schemas.openxmlformats.org/officeDocument/2006/relationships/hyperlink" Target="https://justinahiggins614-cmyk.github.io/jah-databases-data-1/data/archive-toolkit-attribute-based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Attribute-Based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records using combinations of properties rather than text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Attribute-Based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records using combinations of properties rather than text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Conjunctive attribute filters — Attribute-Based Search  [JAH-ATK117S-00001]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Attribute search expresses 'color=red AND year&gt;=2020' as typed predicates over record fields. Each predicate tests one attribute; records must satisfy all of them. Conjunction ov…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Range predicates — Attribute-Based Search  [JAH-ATK117S-00002]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Ranges like 'price BETWEEN 10 AND 50' or 'date &gt;= 2024-01-01' filter numeric and temporal attributes. B-tree and sorted-column indexes serve ranges with logarithmic seeks. Range…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Set-membership predicates — Attribute-Based Search  [JAH-ATK117S-00003]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'status IN (active, pending)' tests membership in an explicit value set. Bitmap and inverted indexes over attribute values answer these by unioning postings. Set predicates expre…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Typed comparison semantics — Attribute-Based Search  [JAH-ATK117S-00004]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Comparing across types ('5' versus 5) needs defined coercion rules or strict rejection. Schemas declare each attribute's type so predicates validate before execution. Typed seman…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Missing-attribute handling — Attribute-Based Search  [JAH-ATK117S-00005]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Records lacking a filtered attribute match neither equality nor range predicates under strict semantics. Three-valued logic or explicit 'is missing' predicates give users control…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Attribute-Based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records using combinations of properties rather than text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https://justinahiggins614-cmyk.github.io/jah-databases/db/archive-toolkit-attribute-based-search-signature/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https://justinahiggins614-cmyk.github.io/jah-databases-data-1/data/archive-toolkit-attribute-based-search-signature/index.jsonl.gz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
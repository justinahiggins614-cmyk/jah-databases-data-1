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archive-to-archive-bridge/" TargetMode="External"/><Relationship Id="rId3" Type="http://schemas.openxmlformats.org/officeDocument/2006/relationships/hyperlink" Target="https://justinahiggins614-cmyk.github.io/jah-databases-data-1/data/archive-toolkit-archive-to-archive-bridg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Archive-to-Archive Bridge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Moves between related archive systems through known mappings.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Archive-to-Archive Bridge Database holds 15 traversal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Moves between related archive systems through known mappings.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methodology — standard computer-science technique documented in the technical literature; fact-checked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Identifier mapping tables — Archive-to-Archive Bridge  [JAH-ATK129-00001]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Bridges keep tables mapping identifiers between systems: local-id to partner-id. Tables version with the archives they connect. Mappings are the bridge's foundation.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Multi-hop translation — Archive-to-Archive Bridge  [JAH-ATK129-00002]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Chains of mappings hop across several archives in sequence. Each hop validates before the next begins. Multi-hop paths need loop guards.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Lossy versus lossless maps — Archive-to-Archive Bridge  [JAH-ATK129-00003]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Some mappings are one-to-one; others merge or split records. Bridges flag lossy hops so downstream knows fidelity. Honest fidelity labels prevent silent data corruption.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Bidirectional bridges — Archive-to-Archive Bridge  [JAH-ATK129-00004]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Reverse tables (or invertible functions) allow travel both ways. Bidirectionality doubles a bridge's value. Symmetric mappings need consistency checks.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Schema mediation — Archive-to-Archive Bridge  [JAH-ATK129-00005]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Beyond ids, bridges translate field names and value encodings between schemas. Mediation rules version alongside mappings. Field-level mediation makes records usable, not just findable.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traversal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JAH-ATK129-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Archive-to-Archive Bridge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Moves between related archive systems through known mappings.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https://justinahiggins614-cmyk.github.io/jah-databases/db/archive-toolkit-archive-to-archive-bridge/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https://justinahiggins614-cmyk.github.io/jah-databases-data-1/data/archive-toolkit-archive-to-archive-bridge/index.jsonl.gz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
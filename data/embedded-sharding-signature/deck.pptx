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mbedded-sharding-signature/" TargetMode="External"/><Relationship Id="rId3" Type="http://schemas.openxmlformats.org/officeDocument/2006/relationships/hyperlink" Target="https://justinahiggins614-cmyk.github.io/jah-databases-data-1/data/embedded-shard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Embedded Database Sharding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Embedded Database Sharding Database holds 15 embedded sharding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SigShard-Hash  [JAH-EMBEDD2-S-000001]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consistent-hash sharding with virtual nodes for smooth scaling. Shards by consistent hash; routing via hash ring; rebalance: virtual node move.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SigShard-Range  [JAH-EMBEDD2-S-000002]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range sharding with automatic split on size thresholds. Shards by key ranges; routing via range map; rebalance: auto split/merge.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SigShard-Tenant  [JAH-EMBEDD2-S-000003]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tenant-isolated shards with per-tenant encryption keys. Shards by tenant; routing via tenant directory; rebalance: tenant move.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SigShard-Geo  [JAH-EMBEDD2-S-000004]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geo sharding keeping data in-region with cross-region replicas. Shards by geography; routing via geo directory; rebalance: region rebalance.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SigShard-Time  [JAH-EMBEDD2-S-000005]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time sharding with automatic rollup as chunks age. Shards by time windows; routing via time index; rebalance: rollup.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embedded sharding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JAH-EMBEDD2-S-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Sharding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Shard data inside embedded and edge databases — partition schemes that scale down, not just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https://justinahiggins614-cmyk.github.io/jah-databases/db/embedded-sharding-signature/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https://justinahiggins614-cmyk.github.io/jah-databases-data-1/data/embedded-sharding-signature/index.jsonl.gz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
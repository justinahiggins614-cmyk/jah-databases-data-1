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rame-by-frame-movie-maker-signature/" TargetMode="External"/><Relationship Id="rId3" Type="http://schemas.openxmlformats.org/officeDocument/2006/relationships/hyperlink" Target="https://justinahiggins614-cmyk.github.io/jah-databases-data-1/data/frame-by-frame-movie-ma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Frame by Frame Movie Maker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frame-by-frame movie concepts with the working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Frame by Frame Movie Maker Database holds 15 production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frame-by-frame movie concepts with the working engine.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preset by Justin Addam Higgins (JAH) for the working frame-by-frame engine; photorealism honestly marked unproven. Last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Dawn Reel  [JAH-MOVFS-000001]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movie concept by Justin Addam Higgins: his dawn, rendered frame by frame — the sun rising over the Signature lattice. Cartoon engine, genuinely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Star Voyage  [JAH-MOVFS-000002]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movie concept by Justin Addam Higgins: a voyage through pixel stars toward the morning. Pixel engine, genuinely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Comet's Promise  [JAH-MOVFS-000003]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movie concept by Justin Addam Higgins: a comet that promised to return — and does, every loop. Cartoon engine, genuinely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Rain Lullaby  [JAH-MOVFS-000004]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movie concept by Justin Addam Higgins: pixel rain singing viewers to sleep. Pixel engine, genuinely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Moon Watch  [JAH-MOVFS-000005]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movie concept by Justin Addam Higgins: watching the moon through all its phases, patiently. Cartoon engine, genuinely working.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production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JAH-MOVFS-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Frame by Frame Movie Maker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frame-by-frame movie concepts with the working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https://justinahiggins614-cmyk.github.io/jah-databases/db/frame-by-frame-movie-maker-signature/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https://justinahiggins614-cmyk.github.io/jah-databases-data-1/data/frame-by-frame-movie-maker-signature/index.jsonl.gz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
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ypographical-error-search-signature/" TargetMode="External"/><Relationship Id="rId3" Type="http://schemas.openxmlformats.org/officeDocument/2006/relationships/hyperlink" Target="https://justinahiggins614-cmyk.github.io/jah-databases-data-1/data/archive-toolkit-typographical-error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Typographical Error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Typographical Error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Levenshtein edit distance — Typographical Error Search  [JAH-ATK106S-00001]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Levenshtein distance counts the minimum insertions, deletions, and substitutions turning one string into another. The classic dynamic program fills an (m+1)x(n+1) table where 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Damerau-Levenshtein with transpositions — Typographical Error Search  [JAH-ATK106S-00002]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Adjacent transpositions ('teh' for 'the') are the most common typo, so Damerau-Levenshtein counts a swap as one edit. The extended recurrence tracks the last row each character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Keyboard-adjacency weighting — Typographical Error Search  [JAH-ATK106S-00003]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Not all substitutions are equal: 'q' for 'w' is a near-miss on QWERTY while 'q' for 'p' is not. Weighted edit distance scales substitution cost by physical key distance. Keyboard…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N-gram similarity — Typographical Error Search  [JAH-ATK106S-00004]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Character n-grams (usually trigrams) turn strings into sets; similarity is the overlap of those sets. 'archive' and 'archvie' share most trigrams despite the transposition, givin…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SymSpell deletion index — Typographical Error Search  [JAH-ATK106S-00005]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SymSpell precomputes every string within k deletions of each vocabulary term and indexes those deletes. A query's own deletes then hit the index directly, finding candidates with…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Typographical Error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Recovers likely matches containing spelling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https://justinahiggins614-cmyk.github.io/jah-databases/db/archive-toolkit-typographical-error-search-signature/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https://justinahiggins614-cmyk.github.io/jah-databases-data-1/data/archive-toolkit-typographical-error-search-signature/index.jsonl.gz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
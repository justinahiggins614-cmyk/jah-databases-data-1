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ynthetic-test-dataset-generator/" TargetMode="External"/><Relationship Id="rId3" Type="http://schemas.openxmlformats.org/officeDocument/2006/relationships/hyperlink" Target="https://justinahiggins614-cmyk.github.io/jah-databases-data-1/data/archive-toolkit-synthetic-test-dataset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Synthetic Test Dataset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controlled test records for testing retrieval and database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Synthetic Test Dataset Generator Database holds 15 test datasets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controlled test records for testing retrieval and database behavior.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Synthetic Datasets: Distribution Design (Foundation)  [JAH-ATK290-00001]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Synthetic Datasets: Distribution Design (Operation)  [JAH-ATK290-00002]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Synthetic Datasets: Distribution Design (Mastery)  [JAH-ATK290-00003]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Synthetic Datasets: Seeded Generation (Foundation)  [JAH-ATK290-00004]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Synthetic Datasets: Seeded Generation (Operation)  [JAH-ATK290-00005]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test dataset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Dataset Forger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controlled test records for testing retrieval and database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https://justinahiggins614-cmyk.github.io/jah-databases/db/archive-toolkit-synthetic-test-dataset-generator/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https://justinahiggins614-cmyk.github.io/jah-databases-data-1/data/archive-toolkit-synthetic-test-dataset-generator/index.jsonl.gz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
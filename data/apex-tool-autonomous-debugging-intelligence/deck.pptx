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debugging-intelligence/" TargetMode="External"/><Relationship Id="rId3" Type="http://schemas.openxmlformats.org/officeDocument/2006/relationships/hyperlink" Target="https://justinahiggins614-cmyk.github.io/jah-databases-data-1/data/apex-tool-autonomous-debugging-intellig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Debugging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Reproduces failures, isolates likely causes, proposes fixes, and reruns regression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Debugging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Reproduces failures, isolates likely causes, proposes fixes, and reruns regression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Standard debugging practice.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Reproduction Scripts  [JAH-APX46-000001]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Deterministic failure replay: the reproducer captures the failing conditions so the bug performs on demand. Unreproducible bugs don't get fixed.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Delta Debugging (Zeller)  [JAH-APX46-000002]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Zeller's delta debugging minimizes failing inputs automatically: halve, test, repeat — until the minimal trigger remains. The bug's essence, isolated.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Bisection (git bisect)  [JAH-APX46-000003]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Binary search through history: the culprit commit is found in log(n) tests. The detective's fastest tool.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Spectrum-Based Fault Localization  [JAH-APX46-000004]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Tarantula (Jones et al.): compare execution spectra of passing and failing runs — the lines failing runs touch are suspects. The lineup.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Symbolic Execution (King)  [JAH-APX46-000005]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King's symbolic execution explores paths with symbolic inputs: every feasible path visited, constraints collected. The exhaustive detective.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Debugging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Reproduces failures, isolates likely causes, proposes fixes, and reruns regression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https://justinahiggins614-cmyk.github.io/jah-databases/db/apex-tool-autonomous-debugging-intelligence/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https://justinahiggins614-cmyk.github.io/jah-databases-data-1/data/apex-tool-autonomous-debugging-intelligence/index.jsonl.gz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
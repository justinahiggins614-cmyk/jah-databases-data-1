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gineering-interface-compatibility-signature/" TargetMode="External"/><Relationship Id="rId3" Type="http://schemas.openxmlformats.org/officeDocument/2006/relationships/hyperlink" Target="https://justinahiggins614-cmyk.github.io/jah-databases-data-1/data/engineering-interface-compatibilit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Engineering Interface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interface-compatibility methods — original techniques for interfaces that always 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Engineering Interface Compatibility Database holds 20 signature interface compatibility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interface-compatibility methods — original techniques for interfaces that always mate.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pinout-first check  [JAH-EIC-S-000001]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electrical practice: pinouts checked on paper before anything mates.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handshake-negotiation  [JAH-EIC-S-000002]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protocol practice: versions negotiate; the highest common wins.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TIM-discipline  [JAH-EIC-S-000003]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thermal practice: interfaces get proper TIM, torqued evenly.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pressure-rating  [JAH-EIC-S-000004]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fluid practice: fittings rated 2x the working pressure.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shim-strategy  [JAH-EIC-S-000005]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API practice: version gaps bridged by shims, then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interface compatibility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JAH-EIC-S-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Interface Compatibility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interface-compatibility methods — original techniques for interfaces that always 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https://justinahiggins614-cmyk.github.io/jah-databases/db/engineering-interface-compatibility-signature/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https://justinahiggins614-cmyk.github.io/jah-databases-data-1/data/engineering-interface-compatibility-signature/index.jsonl.gz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
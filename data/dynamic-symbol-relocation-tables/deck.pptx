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symbol-relocation-tables/" TargetMode="External"/><Relationship Id="rId3" Type="http://schemas.openxmlformats.org/officeDocument/2006/relationships/hyperlink" Target="https://justinahiggins614-cmyk.github.io/jah-databases-data-1/data/dynamic-symbol-relocation-tabl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Dynamic Symbol Relocation Tables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programs find their symbols at load time — GOT, PLT, import tables, and dynamic linkers.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Dynamic Symbol Relocation Tables Database holds 15 symbol relocation mechanisms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programs find their symbols at load time — GOT, PLT, import tables, and dynamic linkers.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ELF .dynsym  [JAH-DSRT-000001]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dynamic symbol table listing symbols the loader must resolve. Format: ELF. Resolves exported/imported symbols; cost: hash lookup.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ELF .rela relocations  [JAH-DSRT-000002]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Relocation entries patching addresses at load or lazily. Format: ELF. Resolves addresses; cost: per-reloc patch.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GOT/PLT  [JAH-DSRT-000003]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Global Offset Table + Procedure Linkage Table enabling lazy function binding. Format: ELF. Resolves function addresses; cost: first-call bind.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Mach-O dyld stubs  [JAH-DSRT-000004]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Apple’s lazy binding stubs with dyld resolving on first call. Format: Mach-O. Resolves lazy symbols; cost: first-call bind.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 import tables  [JAH-DSRT-000005]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Windows’ Import Address Table filled by the loader from DLLs. Format: PE. Resolves DLL imports; cost: load-time.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symbol relocation mechanism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JAH-DSRT-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Linker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programs find their symbols at load time — GOT, PLT, import tables, and dynamic linkers.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https://justinahiggins614-cmyk.github.io/jah-databases/db/dynamic-symbol-relocation-tables/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https://justinahiggins614-cmyk.github.io/jah-databases-data-1/data/dynamic-symbol-relocation-tables/index.jsonl.gz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
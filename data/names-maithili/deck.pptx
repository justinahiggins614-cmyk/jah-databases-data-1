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ithili/" TargetMode="External"/><Relationship Id="rId3" Type="http://schemas.openxmlformats.org/officeDocument/2006/relationships/hyperlink" Target="https://justinahiggins614-cmyk.github.io/jah-databases-data-1/data/names-maithil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Maithili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Maithili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Maithili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Maithili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Ram — Maithili given name  [JAH-NMM8-000001]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 is a masculine given name in Maithili. It is written राम in the native script. It means "pleasing, charming", from Sanskrit. The hero of the Ramayana.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Sita — Maithili given name  [JAH-NMM8-000002]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 is a feminine given name in Maithili. It is written सीता in the native script. It means "furrow", from Sanskrit. Born in Mithila, the Maithil homeland.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Mohan — Maithili given name  [JAH-NMM8-000003]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 is a masculine given name in Maithili. It is written मोहन in the native script. It means "enchanter", from Sanskrit. A beloved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Janki — Maithili given name  [JAH-NMM8-000004]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Janki is a feminine given name in Maithili. It is written जानकी in the native script. It means "daughter of Janaka", from Sanskrit. Sita's patronymic: princess of Mithila.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Gita — Maithili given name  [JAH-NMM8-000005]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 is a feminine given name in Maithili. It is written गीता in the native script. It means "song", from Sanskrit. A classic feminine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Maithili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Maithili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https://justinahiggins614-cmyk.github.io/jah-databases/db/names-maithili/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https://justinahiggins614-cmyk.github.io/jah-databases-data-1/data/names-maithili/index.jsonl.gz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
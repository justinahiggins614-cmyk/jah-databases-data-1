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multiversal-database-federation-signature/" TargetMode="External"/><Relationship Id="rId3" Type="http://schemas.openxmlformats.org/officeDocument/2006/relationships/hyperlink" Target="https://justinahiggins614-cmyk.github.io/jah-databases-data-1/data/apex-tool-multiversal-database-feder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Multiversal Database Federation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Coordinates independently operated databases through compatible schemas, permissions, and query interfaces — no central owner required.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Multiversal Database Federation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independently operated databases through compatible schemas, permissions, and query interfaces — no central owner required.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Original Signature design by Justin Addam Higgins (JAH), 2026-10-21. Proposed capability — clearly labeled Signature, not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What the Database Federation is  [JAH-APX6S-000001]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design of this capability, authored as a new engineering proposal rather than a survey of existing systems. The Signature design adds a Federation Compact: a machine-readable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Federation compact data model  [JAH-APX6S-000002]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data model for this capability, designed from first principles with explicit contracts. The Signature design adds a Federation Compact: a machine-readable treaty each member si…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Cross-database query planning algorithm  [JAH-APX6S-000003]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first core operation. The Signature design adds a Federation Compact: a machine-readable treaty each member signs, covering schema compatibility 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Schema mediation algorithm  [JAH-APX6S-000004]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second core operation. The Signature design adds a Federation Compact: a machine-readable treaty each member signs, covering schema compatibility…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Federated query interface specification  [JAH-APX6S-000005]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interface contract for this capability. The Signature design adds a Federation Compact: a machine-readable treaty each member signs, covering schema compatibility levels, permi…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Multiversal Database Federation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independently operated databases through compatible schemas, permissions, and query interfaces — no central owner required.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https://justinahiggins614-cmyk.github.io/jah-databases/db/apex-tool-multiversal-database-federation-signature/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https://justinahiggins614-cmyk.github.io/jah-databases-data-1/data/apex-tool-multiversal-database-federation-signature/index.jsonl.gz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
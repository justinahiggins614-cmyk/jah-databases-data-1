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nonymous-telemetry-aggregation-signature/" TargetMode="External"/><Relationship Id="rId3" Type="http://schemas.openxmlformats.org/officeDocument/2006/relationships/hyperlink" Target="https://justinahiggins614-cmyk.github.io/jah-databases-data-1/data/anonymous-telemetry-aggreg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Anonymous Telemetry Aggregation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Learning from usage without watching users: private telemetry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Anonymous Telemetry Aggregation Database holds 15 anonymous telemetry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Learning from usage without watching users: private telemetry at scale.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Telemetry Consent Ledger  [JAH-ATA-S-000001]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telemetry field links to its consent record — when consent was given, its scope, and when it expires. Fields outlive their consent never; the ledger enforces expiry automatic…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Shuffler-model aggregation  [JAH-ATA-S-000002]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shuffle model sits between local and central DP: clients send locally-randomized reports through a shuffler that strips identifiers and permutes them. Shuffling amplifies priva…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Telemetry Consent Ledger  [JAH-ATA-S-000003]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telemetry field links to its consent record — when consent was given, its scope, and when it expires. Fields outlive their consent never; the ledger enforces expiry automatic…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Shuffler-model aggregation  [JAH-ATA-S-000004]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shuffle model sits between local and central DP: clients send locally-randomized reports through a shuffler that strips identifiers and permutes them. Shuffling amplifies priva…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Secure aggregation (federated)  [JAH-ATA-S-000005]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Secure aggregation (Bonawitz et al.) lets a server learn the sum of client values without seeing any individual one — masked contributions cancel out in aggregate. Federated learni…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anonymous telemetry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Anonymous Telemetry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Learning from usage without watching users: private telemetry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https://justinahiggins614-cmyk.github.io/jah-databases/db/anonymous-telemetry-aggregation-signature/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https://justinahiggins614-cmyk.github.io/jah-databases-data-1/data/anonymous-telemetry-aggregation-signature/index.jsonl.gz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
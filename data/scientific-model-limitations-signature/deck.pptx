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model-limitations-signature/" TargetMode="External"/><Relationship Id="rId3" Type="http://schemas.openxmlformats.org/officeDocument/2006/relationships/hyperlink" Target="https://justinahiggins614-cmyk.github.io/jah-databases-data-1/data/scientific-model-limit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Model Limitations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Documented limits of scientific models: where they break, what they assume, and when not to trust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Model Limitations Database holds 20 model limitation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limits of scientific models: where they break, what they assume, and when not to trust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Assumption Cartographer  [JAH-SML-S-000001]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every assumption a model makes as a territory with the assumption's fragility marked. The cartographer shows which ground is solid. Model users get a map, not a black box.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Extrapolation Guard  [JAH-SML-S-000002]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guard that refuses predictions outside the training hull, with the refusal explained geometrically. The guard is unbribable. Hope gets no predictions.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Interpretation Scribe  [JAH-SML-S-000003]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scribes the correct interpretation of every statistic the model reports, attached to the number. The scribe prevents the classic misreadings. Numbers come with reading instructio…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Resolution Honesty  [JAH-SML-S-000004]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labels every model output with the resolution it was computed at and what was parameterized. The honesty is structural. Users see the seams.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Mixing Auditor  [JAH-SML-S-000005]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audits mixing assumptions against the actual population structure and recommends the right model class. The audit is empirical. Fictions get replaced.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model limitation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Limits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limits of scientific models: where they break, what they assume, and when not to trust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https://justinahiggins614-cmyk.github.io/jah-databases/db/scientific-model-limitations-signature/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https://justinahiggins614-cmyk.github.io/jah-databases-data-1/data/scientific-model-limitations-signature/index.jsonl.gz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
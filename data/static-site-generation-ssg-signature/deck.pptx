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ic-site-generation-ssg-signature/" TargetMode="External"/><Relationship Id="rId3" Type="http://schemas.openxmlformats.org/officeDocument/2006/relationships/hyperlink" Target="https://justinahiggins614-cmyk.github.io/jah-databases-data-1/data/static-site-generation-ss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Static Site Generation (SSG)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Static Site Generation (SSG) Database holds 15 build modes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Proof-of-Render Pipeline  [JAH-SSGS-S-000001]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pipeline records a content hash of every rendered page alongside the source commit, so any served page can be traced to the exact source that produced it. Mismatched hashes…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Dependency-Aware Regeneration  [JAH-SSGS-S-000002]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regenerator tracks which data feeds each page consumed, so a feed change rebuilds exactly the affected pages - no more, no less. The dependency graph is itself versioned,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Verbatim-Safe Markdown Pipeline  [JAH-SSGS-S-000003]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pipeline sandboxes embedded HTML through an allowlist rewriter instead of stripping it, so authors keep needed embeds without opening XSS holes. Every rewrite is logged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Schema-Pinned Data Layer  [JAH-SSGS-S-000004]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data layer pins the expected schema of every source and fails the build on drift, instead of silently rendering broken pages. Schema diffs are reported as human-readable cha…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Perceptual Image Budgeter  [JAH-SSGS-S-000005]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budgeter scores each image's perceptual quality after compression and re-encodes only the ones that fall below the quality bar. Quality scores ship in the manifest, so regre…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build mode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JAH-SSGS-S-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Static Site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static site generators pre-render pages at build time: incremental builds, data fetching, caching, and atomic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https://justinahiggins614-cmyk.github.io/jah-databases/db/static-site-generation-ssg-signature/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https://justinahiggins614-cmyk.github.io/jah-databases-data-1/data/static-site-generation-ssg-signature/index.jsonl.gz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
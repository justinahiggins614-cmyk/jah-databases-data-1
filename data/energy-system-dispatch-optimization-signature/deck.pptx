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ergy-system-dispatch-optimization-signature/" TargetMode="External"/><Relationship Id="rId3" Type="http://schemas.openxmlformats.org/officeDocument/2006/relationships/hyperlink" Target="https://justinahiggins614-cmyk.github.io/jah-databases-data-1/data/energy-system-dispatch-optim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Energy System Dispatch Optimization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dispatch methods — original techniques for the cheapest reliable megawatt.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Energy System Dispatch Optimization Database holds 20 signature dispatch optimization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dispatch methods — original techniques for the cheapest reliable megawatt.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merit-order  [JAH-ESD-S-000001]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dispatch practice: cheapest first, always.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commitment-MILP  [JAH-ESD-S-000002]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planning practice: MILP for commitment.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curtail-last  [JAH-ESD-S-000003]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renewable practice: curtail only when paid to.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arbitrage-discipline  [JAH-ESD-S-000004]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storage practice: cycle on spreads.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DR-first  [JAH-ESD-S-000005]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peak practice: demand first, peakers last.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dispatch optimization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JAH-ESD-S-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Energy Dispatch Optimizer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dispatch methods — original techniques for the cheapest reliable megawatt.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https://justinahiggins614-cmyk.github.io/jah-databases/db/energy-system-dispatch-optimization-signature/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https://justinahiggins614-cmyk.github.io/jah-databases-data-1/data/energy-system-dispatch-optimization-signature/index.jsonl.gz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
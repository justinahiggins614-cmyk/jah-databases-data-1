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ross-archive-identifier-matcher-signature/" TargetMode="External"/><Relationship Id="rId3" Type="http://schemas.openxmlformats.org/officeDocument/2006/relationships/hyperlink" Target="https://justinahiggins614-cmyk.github.io/jah-databases-data-1/data/archive-toolkit-cross-archive-identifier-match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Cross-Archive Identifier Matcher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records across archives using shared identifiers.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Cross-Archive Identifier Matcher Database holds 15 identifier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records across archives using shared identifiers.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Cross-Archive Identifier Matcher: a plain-language overview (Signature)  [JAH-ATK193S-000001]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Cross-Archive Identifier Matcher does and why archives need it. Signature original. The Signature identifier method links records across archives only on proven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Cross-Archive Identifier Matcher works (Signature)  [JAH-ATK193S-000002]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Cross-Archive Identifier Matcher does and why archives need it. Signature original. The Signature approach normalizes with frozen rules and consults versioned cro…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Cross-Archive Identifier Matcher works: the deep tour (Signature)  [JAH-ATK193S-000003]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Cross-Archive Identifier Matcher does and why archives need it. Signature original. The Signature approach normalizes with frozen rules and consults versioned cro…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Identifier normalization: the simple idea (Signature)  [JAH-ATK193S-000004]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identifier normalization - how it works inside the Cross-Archive Identifier Matcher. Signature original. The Signature identifier method links records across archives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Identifier normalization in practice (Signature)  [JAH-ATK193S-000005]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identifier normalization - how it works inside the Cross-Archive Identifier Matcher. Signature original. The Signature approach normalizes with frozen rules and consult…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identifier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Identifier Matcher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records across archives using shared identifiers.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https://justinahiggins614-cmyk.github.io/jah-databases/db/archive-toolkit-cross-archive-identifier-matcher-signature/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https://justinahiggins614-cmyk.github.io/jah-databases-data-1/data/archive-toolkit-cross-archive-identifier-matcher-signature/index.jsonl.gz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
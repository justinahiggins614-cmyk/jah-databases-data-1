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utomatic-database-civilization-builder-signature/" TargetMode="External"/><Relationship Id="rId3" Type="http://schemas.openxmlformats.org/officeDocument/2006/relationships/hyperlink" Target="https://justinahiggins614-cmyk.github.io/jah-databases-data-1/data/apex-tool-automatic-database-civilization-build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Automatic Database Civilization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Creates complete subject-specific database ecosystems, including schemas, ingestion pipelines, search, documentation, and validation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Automatic Database Civilization Builder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complete subject-specific database ecosystems, including schemas, ingestion pipelines, search, documentation, and validation tools.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City Planner  [JAH-APX45S-000001]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city planner zones the database like a city: residential tables, commercial indexes, industrial pipelines — each in its district, all connected by transit (queries). The plan precedes the bu…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Supply Line Corps  [JAH-APX45S-000002]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supply line corps runs ingestion like logistics: scheduled convoys (batches), inspected cargo (validation), manifests (lineage) for every shipment. The front (database) never starves.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Librarian's Index  [JAH-APX45S-000003]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librarian indexes like the great libraries: every term cataloged, every record findable, the card catalog immaculate. The librarian shushes slow queries.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Bouncer  [JAH-APX45S-000004]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bouncer guards the database door: IDs checked (constraints), troublemakers (invalid rows) turned away politely but firmly. The club stays classy.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Time Traveler  [JAH-APX45S-000005]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time traveler migrates schemas through time: each era's schema reachable, each migration a tested journey. The traveler never strands data in the past.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Automatic Database Civilization Builder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complete subject-specific database ecosystems, including schemas, ingestion pipelines, search, documentation, and validation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https://justinahiggins614-cmyk.github.io/jah-databases/db/apex-tool-automatic-database-civilization-builder-signature/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https://justinahiggins614-cmyk.github.io/jah-databases-data-1/data/apex-tool-automatic-database-civilization-builder-signature/index.jsonl.gz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
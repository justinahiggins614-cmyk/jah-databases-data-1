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cosystem-health-indexing/" TargetMode="External"/><Relationship Id="rId3" Type="http://schemas.openxmlformats.org/officeDocument/2006/relationships/hyperlink" Target="https://justinahiggins614-cmyk.github.io/jah-databases-data-1/data/ecosystem-health-index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Ecosystem Health Indexing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Measures the health of whole ecosystems — one index that tells you if the system is thriving or rotting.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Ecosystem Health Indexing Database holds 15 analysis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Measures the health of whole ecosystems — one index that tells you if the system is thriving or rotting.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Composite Index  [JAH-EHI-000001]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Composite Index is a analysis ability in the Ecosystem Health Indexing database. Combines dozens of signals into one 0–100 health index. Signals are normalized and weighted; the index is the weighted…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Signal Weighting  [JAH-EHI-000002]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Signal Weighting is a analysis ability in the Ecosystem Health Indexing database. Weights signals by how well they predict real incidents. Weights are learned from incident history; predictive signal…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Trend Arrows  [JAH-EHI-000003]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Trend Arrows is a analysis ability in the Ecosystem Health Indexing database. Shows whether health is improving or degrading and how fast. The 7-day slope of the index sets the arrow; steep drops ale…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Component Drill-Down  [JAH-EHI-000004]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Component Drill-Down is a analysis ability in the Ecosystem Health Indexing database. Drills from the index into the exact failing components. Each index component links to its signals and the raw ev…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Peer Comparison  [JAH-EHI-000005]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Peer Comparison is a analysis ability in the Ecosystem Health Indexing database. Compares an ecosystem's health against similar ecosystems. Cohorts of similar size and type provide percentile context…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analysis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JAH-EHI-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Ecosystem Health Index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Measures the health of whole ecosystems — one index that tells you if the system is thriving or rotting.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https://justinahiggins614-cmyk.github.io/jah-databases/db/ecosystem-health-indexing/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https://justinahiggins614-cmyk.github.io/jah-databases-data-1/data/ecosystem-health-indexing/index.jsonl.gz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
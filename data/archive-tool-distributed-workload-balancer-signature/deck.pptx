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rchive-tool-distributed-workload-balancer-signature/" TargetMode="External"/><Relationship Id="rId3" Type="http://schemas.openxmlformats.org/officeDocument/2006/relationships/hyperlink" Target="https://justinahiggins614-cmyk.github.io/jah-databases-data-1/data/archive-tool-distributed-workload-balancer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Distributed Workload Balancer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Spreads queries across available machines and workers to reduce bottlenecks. Signature edition of original methods.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Distributed Workload Balancer Database holds 15 tool profiles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Spreads queries across available machines and workers to reduce bottlenecks. Signature edition of original methods.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JAH Databases archive-intelligence tools program, lane T2a — Signature original authored for Justin Addam Higgins.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Signature Round-Robin Dispatch — Core Method  [JAH-AT39S-000001]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 by Justin Addam Higgins. The simplest balancer deals requests to workers in rotation — first to worker one, then two, then three, then back to one. With equally capable workers and…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Signature Round-Robin Dispatch — Compounded Pattern  [JAH-AT39S-000002]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 by Justin Addam Higgins. The simplest balancer deals requests to workers in rotation — first to worker one, then two, then three, then back to one. With equally capable workers and…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Signature Round-Robin Dispatch — Full-System Integration  [JAH-AT39S-000003]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 by Justin Addam Higgins. The simplest balancer deals requests to workers in rotation — first to worker one, then two, then three, then back to one. With equally capable workers and…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Signature Least-Connections Routing — Core Method  [JAH-AT39S-000004]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 by Justin Addam Higgins. Least-connections routing sends each new request to the worker with the fewest in-flight tasks, which adapts automatically to workers of different speeds a…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Signature Least-Connections Routing — Compounded Pattern  [JAH-AT39S-000005]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 by Justin Addam Higgins. Least-connections routing sends each new request to the worker with the fewest in-flight tasks, which adapts automatically to workers of different speeds a…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tool profile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JAH-AT39S-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Signature Workload Balancer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Spreads queries across available machines and workers to reduce bottlenecks. Signature edition of original methods.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https://justinahiggins614-cmyk.github.io/jah-databases/db/archive-tool-distributed-workload-balancer-signature/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https://justinahiggins614-cmyk.github.io/jah-databases-data-1/data/archive-tool-distributed-workload-balancer-signature/index.jsonl.gz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
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lay-signature/" TargetMode="External"/><Relationship Id="rId3" Type="http://schemas.openxmlformats.org/officeDocument/2006/relationships/hyperlink" Target="https://justinahiggins614-cmyk.github.io/jah-databases-data-1/data/names-mala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Malay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Malay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Malay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Malay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Ahmad - sound, structure, and naming power  [JAH-NMMS2-000001]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Malay masculine name Ahmad. Sound: 2 syllables, firm consonant close. Structure: A traditional name of this language.. Recorded meaning: Most praised.. Naming power: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Siti - sound, structure, and naming power  [JAH-NMMS2-000002]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Malay feminine name Siti. Sound: 2 syllables, open vowels. Structure: A traditional name of this language.. Recorded meaning: From Sita; the classic Malay girls' name..…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Nur - sound, structure, and naming power  [JAH-NMMS2-000003]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Malay unisex name Nur. Sound: 1 syllables, firm consonant close. Structure: Unisex; 'radiance'.. Recorded meaning: Light. Naming power: the name is short, sayable, and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Muhammad - sound, structure, and naming power  [JAH-NMMS2-000004]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Malay masculine name Muhammad. Sound: 3 syllables, firm consonant close. Structure: A traditional name of this language.. Recorded meaning: Praised.. Naming power: the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Malay naming framework  [JAH-NMMS2-000005]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Malay names. Forging a new Signature name runs in four passes: sound (two to four syllables that read aloud cleanly), meaning (one plain-language gloss, never a parag…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Malay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Malay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https://justinahiggins614-cmyk.github.io/jah-databases/db/names-malay-signature/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https://justinahiggins614-cmyk.github.io/jah-databases-data-1/data/names-malay-signature/index.jsonl.gz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
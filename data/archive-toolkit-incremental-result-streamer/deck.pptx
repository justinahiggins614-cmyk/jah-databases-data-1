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kit-incremental-result-streamer/" TargetMode="External"/><Relationship Id="rId3" Type="http://schemas.openxmlformats.org/officeDocument/2006/relationships/hyperlink" Target="https://justinahiggins614-cmyk.github.io/jah-databases-data-1/data/archive-toolkit-incremental-result-streamer/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Incremental Result Streamer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Delivers results as they become available.</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Incremental Result Streamer Database holds 15 delivery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Delivers results as they become available.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Public-harvest: documents established, real-world methods for incremental result streamer; fact-checked public knowledge.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Shard-parallel fan-out — Incremental Result Streamer  [JAH-ATK213-0001]</a:t>
            </a:r>
          </a:p>
          <a:p>
            <a:pPr algn="l">
              <a:spcAft>
                <a:spcPts val="1000"/>
              </a:spcAft>
            </a:pPr>
            <a:r>
              <a:rPr sz="1400" b="0">
                <a:solidFill>
                  <a:srgbClr val="D5DBDB"/>
                </a:solidFill>
                <a:latin typeface="Calibri"/>
              </a:rPr>
              <a:t>   The incremental result streamer refuses to make callers wait for the last result before seeing the first. As each shard, source, or ranking stage finishes, its results flow to the caller immediately,…</a:t>
            </a:r>
          </a:p>
          <a:p>
            <a:pPr algn="l">
              <a:spcAft>
                <a:spcPts val="200"/>
              </a:spcAft>
            </a:pPr>
            <a:r>
              <a:rPr sz="1700" b="1">
                <a:solidFill>
                  <a:srgbClr val="FFFFFF"/>
                </a:solidFill>
                <a:latin typeface="Calibri"/>
              </a:rPr>
              <a:t>2. Provenance-tagged chunks — Incremental Result Streamer  [JAH-ATK213-0002]</a:t>
            </a:r>
          </a:p>
          <a:p>
            <a:pPr algn="l">
              <a:spcAft>
                <a:spcPts val="1000"/>
              </a:spcAft>
            </a:pPr>
            <a:r>
              <a:rPr sz="1400" b="0">
                <a:solidFill>
                  <a:srgbClr val="D5DBDB"/>
                </a:solidFill>
                <a:latin typeface="Calibri"/>
              </a:rPr>
              <a:t>   The incremental result streamer refuses to make callers wait for the last result before seeing the first. As each shard, source, or ranking stage finishes, its results flow to the caller immediately,…</a:t>
            </a:r>
          </a:p>
          <a:p>
            <a:pPr algn="l">
              <a:spcAft>
                <a:spcPts val="200"/>
              </a:spcAft>
            </a:pPr>
            <a:r>
              <a:rPr sz="1700" b="1">
                <a:solidFill>
                  <a:srgbClr val="FFFFFF"/>
                </a:solidFill>
                <a:latin typeface="Calibri"/>
              </a:rPr>
              <a:t>3. Completeness signaling — Incremental Result Streamer  [JAH-ATK213-0003]</a:t>
            </a:r>
          </a:p>
          <a:p>
            <a:pPr algn="l">
              <a:spcAft>
                <a:spcPts val="1000"/>
              </a:spcAft>
            </a:pPr>
            <a:r>
              <a:rPr sz="1400" b="0">
                <a:solidFill>
                  <a:srgbClr val="D5DBDB"/>
                </a:solidFill>
                <a:latin typeface="Calibri"/>
              </a:rPr>
              <a:t>   The incremental result streamer refuses to make callers wait for the last result before seeing the first. As each shard, source, or ranking stage finishes, its results flow to the caller immediately,…</a:t>
            </a:r>
          </a:p>
          <a:p>
            <a:pPr algn="l">
              <a:spcAft>
                <a:spcPts val="200"/>
              </a:spcAft>
            </a:pPr>
            <a:r>
              <a:rPr sz="1700" b="1">
                <a:solidFill>
                  <a:srgbClr val="FFFFFF"/>
                </a:solidFill>
                <a:latin typeface="Calibri"/>
              </a:rPr>
              <a:t>4. Early cancellation — Incremental Result Streamer  [JAH-ATK213-0004]</a:t>
            </a:r>
          </a:p>
          <a:p>
            <a:pPr algn="l">
              <a:spcAft>
                <a:spcPts val="1000"/>
              </a:spcAft>
            </a:pPr>
            <a:r>
              <a:rPr sz="1400" b="0">
                <a:solidFill>
                  <a:srgbClr val="D5DBDB"/>
                </a:solidFill>
                <a:latin typeface="Calibri"/>
              </a:rPr>
              <a:t>   The incremental result streamer refuses to make callers wait for the last result before seeing the first. As each shard, source, or ranking stage finishes, its results flow to the caller immediately,…</a:t>
            </a:r>
          </a:p>
          <a:p>
            <a:pPr algn="l">
              <a:spcAft>
                <a:spcPts val="200"/>
              </a:spcAft>
            </a:pPr>
            <a:r>
              <a:rPr sz="1700" b="1">
                <a:solidFill>
                  <a:srgbClr val="FFFFFF"/>
                </a:solidFill>
                <a:latin typeface="Calibri"/>
              </a:rPr>
              <a:t>5. Result re-ranking on arrival — Incremental Result Streamer  [JAH-ATK213-0005]</a:t>
            </a:r>
          </a:p>
          <a:p>
            <a:pPr algn="l">
              <a:spcAft>
                <a:spcPts val="1000"/>
              </a:spcAft>
            </a:pPr>
            <a:r>
              <a:rPr sz="1400" b="0">
                <a:solidFill>
                  <a:srgbClr val="D5DBDB"/>
                </a:solidFill>
                <a:latin typeface="Calibri"/>
              </a:rPr>
              <a:t>   The incremental result streamer refuses to make callers wait for the last result before seeing the first. As each shard, source, or ranking stage finishes, its results flow to the caller immediately,…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delivery tool</a:t>
            </a:r>
          </a:p>
          <a:p>
            <a:pPr algn="l">
              <a:spcAft>
                <a:spcPts val="1000"/>
              </a:spcAft>
            </a:pPr>
            <a:r>
              <a:rPr sz="2000" b="0">
                <a:solidFill>
                  <a:srgbClr val="FFFFFF"/>
                </a:solidFill>
                <a:latin typeface="Calibri"/>
              </a:rPr>
              <a:t>ID prefix:  JAH-ATK213-</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Incremental Result Streamer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Delivers results as they become available.</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https://justinahiggins614-cmyk.github.io/jah-databases/db/archive-toolkit-incremental-result-streamer/</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https://justinahiggins614-cmyk.github.io/jah-databases-data-1/data/archive-toolkit-incremental-result-streamer/index.jsonl.gz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
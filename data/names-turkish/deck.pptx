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urkish/" TargetMode="External"/><Relationship Id="rId3" Type="http://schemas.openxmlformats.org/officeDocument/2006/relationships/hyperlink" Target="https://justinahiggins614-cmyk.github.io/jah-databases-data-1/data/names-turk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Turkish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Turkish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Turkish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Turkish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Mehmet - Turkish masculine given name  [JAH-NMT4-000001]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Mehmet is a masculine given name in Turkish. Meaning: The Turkish form of Muhammad..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Ayşe - Turkish feminine given name  [JAH-NMT4-000002]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Ayşe is a feminine given name in Turkish. Meaning: The Turkish form of Aisha; 'alive'..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Mustafa - Turkish masculine given name  [JAH-NMT4-000003]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Mustafa is a masculine given name in Turkish. Meaning: Chosen..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Fatma - Turkish feminine given name  [JAH-NMT4-000004]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Fatma is a feminine given name in Turkish. Meaning: The Turkish form of Fatima..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Emre - Turkish masculine given name  [JAH-NMT4-000005]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Emre is a masculine given name in Turkish. Meaning: A classic Turkish boys' name..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Turkish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Turkish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https://justinahiggins614-cmyk.github.io/jah-databases/db/names-turkish/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https://justinahiggins614-cmyk.github.io/jah-databases-data-1/data/names-turkish/index.jsonl.gz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
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italian/" TargetMode="External"/><Relationship Id="rId3" Type="http://schemas.openxmlformats.org/officeDocument/2006/relationships/hyperlink" Target="https://justinahiggins614-cmyk.github.io/jah-databases-data-1/data/names-ital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Italian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Italian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Italian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Italian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Giuseppe - Italian masculine given name  [JAH-NMI-000001]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Giuseppe is a masculine given name in Italian. Meaning: God will increase. The Italian form of Joseph.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Maria - Italian feminine given name  [JAH-NMI-000002]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Italian. Meaning: Beloved..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Antonio - Italian masculine given name  [JAH-NMI-000003]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Antonio is a masculine given name in Italian. Meaning: Priceless. From Roman Antonius.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Sofia - Italian feminine given name  [JAH-NMI-000004]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Sofia is a feminine given name in Italian. Meaning: Wisdom. From Greek.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Marco - Italian masculine given name  [JAH-NMI-000005]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Marco is a masculine given name in Italian. Meaning: Of Mars. From Roman Marcus.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Italian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Italian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https://justinahiggins614-cmyk.github.io/jah-databases/db/names-italian/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https://justinahiggins614-cmyk.github.io/jah-databases-data-1/data/names-italian/index.jsonl.gz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
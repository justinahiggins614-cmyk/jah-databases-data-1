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regulating-compute-budgets/" TargetMode="External"/><Relationship Id="rId3" Type="http://schemas.openxmlformats.org/officeDocument/2006/relationships/hyperlink" Target="https://justinahiggins614-cmyk.github.io/jah-databases-data-1/data/self-regulating-compute-budget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Self-Regulating Compute Budgets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Compute spending that governs itself: quotas, burn-rate guards, efficiency tracking, and fair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Self-Regulating Compute Budgets Database holds 15 budget policys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Compute spending that governs itself: quotas, burn-rate guards, efficiency tracking, and fair sharing.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Token Budgets  [JAH-SRCB-000001]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Allocates AI token budgets per team, project, or user - with hard stops when exhausted. Token budgets make AI spending visible and bounded instead of a surprise invoice.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CPU Quotas  [JAH-SRCB-000002]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Enforces CPU time quotas per workload with throttling instead of killing, so over-quota jobs slow down gracefully. Quotas keep shared clusters fair.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Cost Attribution  [JAH-SRCB-000003]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Attributes every dollar of compute to its owner - team, service, experiment - with tagging enforced at provisioning. Attribution turns 'the cloud bill went up' into actionable ownership.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Autoscaling Limits  [JAH-SRCB-000004]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Caps autoscaling with max replicas and budget guards, so a runaway metric cannot scale into bankruptcy. Limits are the seatbelt on elastic infrastructure.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Burst Policies  [JAH-SRCB-000005]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Defines who may burst above quota, when, and from which shared pool - with the rules declared upfront. Burst policies handle legitimate spikes without manual approvals.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budget policy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JAH-SRCB-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Budget Governor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Compute spending that governs itself: quotas, burn-rate guards, efficiency tracking, and fair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https://justinahiggins614-cmyk.github.io/jah-databases/db/self-regulating-compute-budgets/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https://justinahiggins614-cmyk.github.io/jah-databases-data-1/data/self-regulating-compute-budgets/index.jsonl.gz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
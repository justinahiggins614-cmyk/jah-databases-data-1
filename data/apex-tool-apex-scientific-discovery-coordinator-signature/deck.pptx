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scientific-discovery-coordinator-signature/" TargetMode="External"/><Relationship Id="rId3" Type="http://schemas.openxmlformats.org/officeDocument/2006/relationships/hyperlink" Target="https://justinahiggins614-cmyk.github.io/jah-databases-data-1/data/apex-tool-apex-scientific-discovery-coordin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Scientific Discovery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Scientific Discovery Coordinator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Question Refinery  [JAH-APX40S-000001]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question refinery distills vague curiosities into testable questions: crude questions enter, refined questions exit. The refinery's motto: better questions beat bigger budgets.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Literature Bloodhound  [JAH-APX40S-000002]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literature bloodhound scents every relevant paper: it tracks citations, sniffs out the key results, and trees them — no relevant work escapes the hunt. The bloodhound's bag is the complete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Hypothesis Greenhouse  [JAH-APX40S-000003]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hypothesis greenhouse nurtures fragile new hypotheses: controlled conditions, gentle testing, protection from premature criticism. Seedlings that survive the greenhouse are transplanted to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Experiment Architect  [JAH-APX40S-000004]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experiment architect designs experiments like buildings: foundations (randomization), framing (controls), and the roof (analysis) — all in the blueprint before construction. No blueprint,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Seal-the-Science Vault  [JAH-APX40S-000005]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seal-the-science vault locks the plan before the data: hypotheses, analyses, and stopping rules sealed with timestamps. The vault makes p-hacking a break-in, not a habit.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Scientific Discovery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https://justinahiggins614-cmyk.github.io/jah-databases/db/apex-tool-apex-scientific-discovery-coordinator-signature/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https://justinahiggins614-cmyk.github.io/jah-databases-data-1/data/apex-tool-apex-scientific-discovery-coordinator-signature/index.jsonl.gz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
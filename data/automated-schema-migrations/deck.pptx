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schema-migrations/" TargetMode="External"/><Relationship Id="rId3" Type="http://schemas.openxmlformats.org/officeDocument/2006/relationships/hyperlink" Target="https://justinahiggins614-cmyk.github.io/jah-databases-data-1/data/automated-schema-migration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Schema Migrations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Evolve database schemas safely — migration frameworks, online DDL, and zero-downtime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Schema Migrations Database holds 15 schema migration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Evolve database schemas safely — migration frameworks, online DDL, and zero-downtime strategies.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Alembic  [JAH-AUTOMA4-000001]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SQLAlchemy’s migration tool generating versioned scripts from model diffs. Migrations written in Python; strategy: versioned scripts; rollback: downgrade revisions.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Flyway  [JAH-AUTOMA4-000002]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Versioned SQL migrations (V1__desc.sql) applied in order with checksum validation. Migrations written in SQL/Java; strategy: versioned files; rollback: undo scripts (Teams).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Liquibase  [JAH-AUTOMA4-000003]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XML/YAML/JSON changesets with contexts, preconditions, and rollback generation. Migrations written in XML/YAML/SQL; strategy: changesets; rollback: auto + custom.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Django migrations  [JAH-AUTOMA4-000004]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Auto-detected model changes with squashable, data-capable migrations. Migrations written in Python; strategy: autodetect + apply; rollback: migrate to earlier.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Rails ActiveRecord  [JAH-AUTOMA4-000005]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Ruby migrations with reversible change methods and schema.rb snapshots. Migrations written in Ruby; strategy: timestamped versions; rollback: reversible db:rollback.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schema migration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JAH-AUTOMA4-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Migration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Evolve database schemas safely — migration frameworks, online DDL, and zero-downtime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https://justinahiggins614-cmyk.github.io/jah-databases/db/automated-schema-migrations/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https://justinahiggins614-cmyk.github.io/jah-databases-data-1/data/automated-schema-migrations/index.jsonl.gz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
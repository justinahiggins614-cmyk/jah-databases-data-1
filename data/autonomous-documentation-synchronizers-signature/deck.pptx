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documentation-synchronizers-signature/" TargetMode="External"/><Relationship Id="rId3" Type="http://schemas.openxmlformats.org/officeDocument/2006/relationships/hyperlink" Target="https://justinahiggins614-cmyk.github.io/jah-databases-data-1/data/autonomous-documentation-synchroniz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Documentation Synchronizers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Docs that update themselves: keeping documentation in lockstep with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Documentation Synchronizers Database holds 15 documentation sync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update themselves: keeping documentation in lockstep with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Doc-Lineage Binding  [JAH-AUTONO-S-000001]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documentation page is cryptographically bound to the exact code commit it describes. Readers see the commit hash and can verify the docs match that code; when code moves on,…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Doctest executable examples  [JAH-AUTONO-S-000002]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Doctests embed runnable examples in docstrings that the test suite actually executes. Documentation examples can't go stale because they're tests: if the code changes behavior,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Doc-Lineage Binding  [JAH-AUTONO-S-000003]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documentation page is cryptographically bound to the exact code commit it describes. Readers see the commit hash and can verify the docs match that code; when code moves on,…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Doctest executable examples  [JAH-AUTONO-S-000004]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Doctests embed runnable examples in docstrings that the test suite actually executes. Documentation examples can't go stale because they're tests: if the code changes behavior,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Doc-coverage gates  [JAH-AUTONO-S-000005]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Coverage gates measure what fraction of public symbols have documentation and fail the build below a threshold. Like test coverage, the number isn't the point — the gate is: it mak…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documentation sync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Documentation Sync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update themselves: keeping documentation in lockstep with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https://justinahiggins614-cmyk.github.io/jah-databases/db/autonomous-documentation-synchronizers-signature/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https://justinahiggins614-cmyk.github.io/jah-databases-data-1/data/autonomous-documentation-synchronizers-signature/index.jsonl.gz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
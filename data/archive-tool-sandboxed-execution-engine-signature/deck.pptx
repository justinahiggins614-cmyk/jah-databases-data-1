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sandboxed-execution-engine-signature/" TargetMode="External"/><Relationship Id="rId3" Type="http://schemas.openxmlformats.org/officeDocument/2006/relationships/hyperlink" Target="https://justinahiggins614-cmyk.github.io/jah-databases-data-1/data/archive-tool-sandboxed-execu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Sandboxed Execution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 sandboxing frameworks: the Glass Box for untrusted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Sandboxed Execution Engine Database holds 15 signature sandboxed execution frameworks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sandboxing frameworks: the Glass Box for untrusted code.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 framework created by Justin Addam Higgins (JAH)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Glass-Room child process  [JAH-AT85S-0001]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Glass-Room seats untrusted archive code in a separate glass chamber — visible, but unable to touch the house. The engine opens the 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Empty-Courtyard file jail  [JAH-AT85S-0002]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Empty-Courtyard gives sandboxed code a fresh swept yard to play in, walled off from the house's own papers. The engine sweeps a new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Cloak-Shedding privilege rite  [JAH-AT85S-0003]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before the guest enters, the Cloak-Shedding rite strips every dangerous cloak — secret pockets emptied, fine robes exchanged for plain 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Hourglass watchdog  [JAH-AT85S-0004]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Hourglass stands beside every sandboxed guest, and when the last grain falls the guest's audience ends — no pleading extends it.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Granary-Limit memory bound  [JAH-AT85S-0005]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Granary-Limit decrees how much grain a guest may heap; the decree is nailed by the house itself and no guest may move the nail. The 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sandboxed execution framework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JAH-AT85S-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Sandbox Warden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sandboxing frameworks: the Glass Box for untrusted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https://justinahiggins614-cmyk.github.io/jah-databases/db/archive-tool-sandboxed-execution-engine-signature/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https://justinahiggins614-cmyk.github.io/jah-databases-data-1/data/archive-tool-sandboxed-execution-engine-signature/index.jsonl.gz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
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inuous-verification-policy/" TargetMode="External"/><Relationship Id="rId3" Type="http://schemas.openxmlformats.org/officeDocument/2006/relationships/hyperlink" Target="https://justinahiggins614-cmyk.github.io/jah-databases-data-1/data/continuous-verification-polic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Continuous Verification Policy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Policies that never stop checking — triggers, checks, thresholds, and what happens on violation.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Continuous Verification Policy Database holds 20 verification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that never stop checking — triggers, checks, thresholds, and what happens on violation.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CI gate: all checks green  [JAH-CV-000001]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Merges require the full CI suite green: tests, lint, security scan. The gate has blocked 200 bad merges this year.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Canary: error budget watch  [JAH-CV-000002]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Canary deploys watch error rate vs baseline. A 2x spike rolls back automatically.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Contract tests on integration  [JAH-CV-000003]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Integration deploys run consumer-driven contract tests. A breaking change fails the deploy.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Chaos: kill a zone monthly  [JAH-CV-000004]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Monthly, a zone is killed to prove multi-zone survival. The check measures recovery 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Model drift detection  [JAH-CV-000005]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Production model inputs are compared to training distribution. Drift beyond threshold triggers retraining.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verification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Continuous Verification Sentinel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that never stop checking — triggers, checks, thresholds, and what happens on violation.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https://justinahiggins614-cmyk.github.io/jah-databases/db/continuous-verification-policy/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https://justinahiggins614-cmyk.github.io/jah-databases-data-1/data/continuous-verification-policy/index.jsonl.gz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
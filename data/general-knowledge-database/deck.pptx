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l-knowledge-database/" TargetMode="External"/><Relationship Id="rId3" Type="http://schemas.openxmlformats.org/officeDocument/2006/relationships/hyperlink" Target="https://justinahiggins614-cmyk.github.io/jah-databases-data-1/data/general-knowledge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General Knowledge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Broad general-knowledge reference: science, history, civics, technology — full entries with self-quizzes.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General Knowledge Database holds 20 general knowledges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Broad general-knowledge reference: science, history, civics, technology — full entries with self-quizzes.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Water Cycle  [JAH-GKNOW-000001]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The Water Cycle. Water on Earth moves in a continuous loop. The Sun heats oceans, lakes, and rivers, and water evaporates into vapor. Plants release vapor too, a process called transpirati…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Photosynthesis  [JAH-GKNOW-000002]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Photosynthesis. Photosynthesis is how plants, algae, and some bacteria turn sunlight into food. Chlorophyll, the green pigment in leaves, captures light energy. The organism takes in carbo…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Solar System  [JAH-GKNOW-000003]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The Solar System. Our solar system is the Sun plus everything its gravity holds: eight planets, dwarf planets like Pluto, moons, asteroids, and comets. The four inner planets — Mercury, 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Human Heart  [JAH-GKNOW-000004]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The Human Heart. The human heart is a muscular pump about the size of a fist. It has four chambers: two atria on top that receive blood, and two ventricles below that push it out. The righ…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How the Internet Works  [JAH-GKNOW-000005]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How the Internet Works. The Internet is a global network of networks. Your device connects through an Internet service provider. Data is chopped into small packets, each labeled with its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general knowledge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JAH-GKNOW-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Knowledge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Broad general-knowledge reference: science, history, civics, technology — full entries with self-quizzes.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https://justinahiggins614-cmyk.github.io/jah-databases/db/general-knowledge-database/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https://justinahiggins614-cmyk.github.io/jah-databases-data-1/data/general-knowledge-database/index.jsonl.gz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
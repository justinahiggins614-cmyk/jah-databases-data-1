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malayalam-signature/" TargetMode="External"/><Relationship Id="rId3" Type="http://schemas.openxmlformats.org/officeDocument/2006/relationships/hyperlink" Target="https://justinahiggins614-cmyk.github.io/jah-databases-data-1/data/names-malayalam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Malayalam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Signature-created Malayalam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Malayalam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Malayalam names and naming frameworks — original Signature work,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- created for the JAH Databases Signature edition and clearly labeled Signature;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study: Mohan - sound, structure, and naming power  [JAH-NMMS3-000001]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Malayalam masculine name Mohan. Sound: 2 syllables, firm consonant close. Structure: A name of Krishna.. Recorded meaning: Charming. Naming power: the name is short, say…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study: Lakshmi - sound, structure, and naming power  [JAH-NMMS3-000002]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Malayalam feminine name Lakshmi. Sound: 2 syllables, open vowels. Structure: A traditional name of this language.. Recorded meaning: Goddess of fortune.. Naming power: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study: Ravi - sound, structure, and naming power  [JAH-NMMS3-000003]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Malayalam masculine name Ravi. Sound: 2 syllables, open vowels. Structure: A traditional name of this language.. Recorded meaning: Sun.. Naming power: the name is short,…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study: Anitha - sound, structure, and naming power  [JAH-NMMS3-000004]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Malayalam feminine name Anitha. Sound: 3 syllables, open vowels. Structure: A traditional name of this language.. Recorded meaning: Grace.. Naming power: the name is sho…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Signature Name-Forge Method - Signature Malayalam naming framework  [JAH-NMMS3-000005]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framework for Malayalam names. Forging a new Signature name runs in four passes: sound (two to four syllables that read aloud cleanly), meaning (one plain-language gloss, never a p…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JAH-NMMS3-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Malayalam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Malayalam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https://justinahiggins614-cmyk.github.io/jah-databases/db/names-malayalam-signature/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https://justinahiggins614-cmyk.github.io/jah-databases-data-1/data/names-malayalam-signature/index.jsonl.gz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
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infinite-scale-discovery-navigator/" TargetMode="External"/><Relationship Id="rId3" Type="http://schemas.openxmlformats.org/officeDocument/2006/relationships/hyperlink" Target="https://justinahiggins614-cmyk.github.io/jah-databases-data-1/data/apex-tool-infinite-scale-discovery-nav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Infinite-Scale Discovery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new information through recursive searches, linked resources, generated queries, and expanding knowledge graphs — bounded by real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Infinite-Scale Discovery Navigator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new information through recursive searches, linked resources, generated queries, and expanding knowledge graphs — bounded by real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focused crawling (Chakrabarti); query expansion / pseudo-relevance feedback; knowledge graph completion (TransE, RotatE); bandit algorithms for exploration.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Discovery Navigator is  [JAH-APX3-000001]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navigator starts from seed questions and expands outward: following links, generating follow-up queries, and growing a knowledge graph of what it finds. Unlike a search box that answers one query…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Expedition and lead data model  [JAH-APX3-000002]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expedition is a record: seeds, budget, strategy, and the full trail of what was tried and found. Every lead is a record too: where it came from, what it might contain, its estimated cost, and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Expected-gain ranking algorithm  [JAH-APX3-000003]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frontier can hold thousands of leads; the navigator must pick the next one wisely. Each lead gets an expected-gain score from features like source reliability, topical novelty, and past yield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Recursive query generation algorithm  [JAH-APX3-000004]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finding suggests new questions: a paper's references become new searches, an unfamiliar term becomes a definition query, a dataset mention becomes a retrieval task. The generator turns findings…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Discovery query interface specification  [JAH-APX3-000005]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describe what they want discovered — seed questions, hard budget limits, and what counts as an answer — and get back an expedition plan plus live progress. The interface exposes the frontier,…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Infinite-Scale Discovery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new information through recursive searches, linked resources, generated queries, and expanding knowledge graphs — bounded by real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https://justinahiggins614-cmyk.github.io/jah-databases/db/apex-tool-infinite-scale-discovery-navigator/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https://justinahiggins614-cmyk.github.io/jah-databases-data-1/data/apex-tool-infinite-scale-discovery-navigator/index.jsonl.gz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
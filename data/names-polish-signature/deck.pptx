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polish-signature/" TargetMode="External"/><Relationship Id="rId3" Type="http://schemas.openxmlformats.org/officeDocument/2006/relationships/hyperlink" Target="https://justinahiggins614-cmyk.github.io/jah-databases-data-1/data/names-polis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Polish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Polish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Polish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Polish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Jan - sound, structure, and naming power  [JAH-NMPS5-000001]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Polish masculine name Jan. Sound: 1 syllables, firm consonant close. Structure: The Polish form of John.. Recorded meaning: God is gracious. Naming power: the name is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Maria - sound, structure, and naming power  [JAH-NMPS5-000002]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Polish feminine name Maria. Sound: 2 syllables, open vowels. Structure: A traditional name of this language.. Recorded meaning: Beloved.. Naming power: the name is short…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Piotr - sound, structure, and naming power  [JAH-NMPS5-000003]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Polish masculine name Piotr. Sound: 1 syllables, firm consonant close. Structure: The Polish form of Peter.. Recorded meaning: Stone. Naming power: the name is short, 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Anna - sound, structure, and naming power  [JAH-NMPS5-000004]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Polish feminine name Anna. Sound: 2 syllables, open vowels. Structure: From Hebrew Hannah.. Recorded meaning: Grace. Naming power: the name is short, sayable, and carrie…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Polish naming framework  [JAH-NMPS5-000005]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Polish names. Forging a new Signature name runs in four passes: sound (two to four syllables that read aloud cleanly), meaning (one plain-language gloss, never a para…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JAH-NMPS5-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Polish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Polish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https://justinahiggins614-cmyk.github.io/jah-databases/db/names-polish-signature/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https://justinahiggins614-cmyk.github.io/jah-databases-data-1/data/names-polish-signature/index.jsonl.gz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
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verified-technology-release-gate/" TargetMode="External"/><Relationship Id="rId3" Type="http://schemas.openxmlformats.org/officeDocument/2006/relationships/hyperlink" Target="https://justinahiggins614-cmyk.github.io/jah-databases-data-1/data/apex-tool-verified-technology-release-gat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Verified Technology Release Gate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Prevents generated systems from being labeled production-ready until required tests, security checks, and acceptance criteria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Verified Technology Release Gate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generated systems from being labeled production-ready until required tests, security checks, and acceptance criteria pass.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Test Result Aggregator  [JAH-APX60-000001]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Collects unit, integration, and system test results into one verdict-ready record per release candidate.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Coverage Enforcer  [JAH-APX60-000002]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Requires minimum code and branch coverage before a release can proceed, with the numbers measured, not claimed.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Security Scan Gate  [JAH-APX60-000003]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static analysis, dependency, and secret scans, blocking releases on unaddressed critical findings.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Audit  [JAH-APX60-000004]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 every dependency for known vulnerabilities and license conflicts before release.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Acceptance Criteria Evaluator  [JAH-APX60-000005]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 the release against its declared acceptance criteria — performance, quality, behavior — each with measured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Verified Technology Release Gate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generated systems from being labeled production-ready until required tests, security checks, and acceptance criteria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https://justinahiggins614-cmyk.github.io/jah-databases/db/apex-tool-verified-technology-release-gate/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https://justinahiggins614-cmyk.github.io/jah-databases-data-1/data/apex-tool-verified-technology-release-gate/index.jsonl.gz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
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universal-interchange-layers-signature/" TargetMode="External"/><Relationship Id="rId3" Type="http://schemas.openxmlformats.org/officeDocument/2006/relationships/hyperlink" Target="https://justinahiggins614-cmyk.github.io/jah-databases-data-1/data/universal-interchange-layers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Universal Database Interchange Layers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Translates between any databases — one interchange layer so different systems speak as one.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Universal Database Interchange Layers Database holds 15 integration abilitys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Translates between any databases — one interchange layer so different systems speak as 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Signature-authored original completion by the JAH system; labeled Signature,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Schema Mapping  [JAH-UIL-S-000001]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Schema Mapping is a integration ability in the Signature Universal Database Interchange Layers database. Maps fields between different database schemas. Mappings declare source-to-target fi…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Type Translation  [JAH-UIL-S-000002]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Type Translation is a integration ability in the Signature Universal Database Interchange Layers database. Translates values between different type systems. Type pairs have conversion rules…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Bidirectional Sync  [JAH-UIL-S-000003]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Bidirectional Sync is a integration ability in the Signature Universal Database Interchange Layers database. Syncs two databases both ways without loops. Change vectors track origin; a chan…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Conflict Resolution  [JAH-UIL-S-000004]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Conflict Resolution is a integration ability in the Signature Universal Database Interchange Layers database. Resolves conflicting writes with declared policies. Policies — last-writer, mer…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Change Data Capture  [JAH-UIL-S-000005]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Change Data Capture is a integration ability in the Signature Universal Database Interchange Layers database. Captures every change as an event stream. Database logs are tailed and emitted…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integration ability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JAH-UIL-S-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Universal Interchange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Translates between any databases — one interchange layer so different systems speak as one.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https://justinahiggins614-cmyk.github.io/jah-databases/db/universal-interchange-layers-signature/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https://justinahiggins614-cmyk.github.io/jah-databases-data-1/data/universal-interchange-layers-signature/index.jsonl.gz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
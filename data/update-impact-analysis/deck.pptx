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pdate-impact-analysis/" TargetMode="External"/><Relationship Id="rId3" Type="http://schemas.openxmlformats.org/officeDocument/2006/relationships/hyperlink" Target="https://justinahiggins614-cmyk.github.io/jah-databases-data-1/data/update-impact-analysi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Update Impact Analysis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Analyses predicting what an update will affect before it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Update Impact Analysis Database holds 20 impact analysiss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Analyses predicting what an update will affect before it 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Schema Field Rename Impact  [JAH-UIA-000001]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Renaming a field affects every query, index, and downstream consumer referencing the old name. The analysis lists them all before the rename ships, so none are surprised. Teaching ladder: rank 1 —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API Version Deprecation Impact  [JAH-UIA-000002]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Deprecating an API version affects all clients still calling it, counted from traffic logs. The analysis names the laggards so they can be migrated before the shutdown. Teaching ladder: rank 1 —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Data Backfill Impact  [JAH-UIA-000003]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Backfilling a new field affects write load and may contend with live traffic. The analysis schedules the backfill in the quiet hours with throttling. Teaching ladder: rank 1 — the concept in its simp…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Upgrade Impact  [JAH-UIA-000004]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Upgrading a library affects every service linking it, with behavior deltas per service. The analysis runs the dependent test suites before approving the upgrade. Teaching ladder: rank 1 — the concept…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Config Default Change Impact  [JAH-UIA-000005]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Changing a default affects every deployment that didn't override it - usually most of them. The analysis counts the silent majority relying on the old default. Teaching ladder: rank 1 — the concept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impact analysis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JAH-UIA-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Impact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Analyses predicting what an update will affect before it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https://justinahiggins614-cmyk.github.io/jah-databases/db/update-impact-analysis/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https://justinahiggins614-cmyk.github.io/jah-databases-data-1/data/update-impact-analysis/index.jsonl.gz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
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odel-checking-pipelines/" TargetMode="External"/><Relationship Id="rId3" Type="http://schemas.openxmlformats.org/officeDocument/2006/relationships/hyperlink" Target="https://justinahiggins614-cmyk.github.io/jah-databases-data-1/data/model-checking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Model Checking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Exhaustive state exploration: pipelines that check every reachable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Model Checking Pipelines Database holds 15 model checking pipeline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Exhaustive state exploration: pipelines that check every reachable state.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Explicit-state model checking (SPIN)  [JAH-MODELC-000001]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SPIN exhaustively explores every reachable state of a concurrent protocol model written in Promela, checking for deadlocks, assertion violations, and LTL properties. If a bug exists in the model, SPI…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Alloy relational modeling  [JAH-MODELC-000002]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Alloy models systems as relations and checks assertions within a bounded scope, generating instances or counterexamples automatically. Its analyzer turns 'is my design consistent?' into a SAT problem…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Explicit-state model checking (SPIN)  [JAH-MODELC-000003]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SPIN exhaustively explores every reachable state of a concurrent protocol model written in Promela, checking for deadlocks, assertion violations, and LTL properties. If a bug exists in the model, SPI…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Alloy relational modeling  [JAH-MODELC-000004]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Alloy models systems as relations and checks assertions within a bounded scope, generating instances or counterexamples automatically. Its analyzer turns 'is my design consistent?' into a SAT problem…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State-space hashing and compression  [JAH-MODELC-000005]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Explicit-state checkers store billions of visited states; bitstate hashing and collapse compression shrink each state to bits, trading a tiny probability of hash collision for 10-100x memory savings.…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model checking pipeline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JAH-MODELC-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Model Checking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Exhaustive state exploration: pipelines that check every reachable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https://justinahiggins614-cmyk.github.io/jah-databases/db/model-checking-pipelines/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https://justinahiggins614-cmyk.github.io/jah-databases-data-1/data/model-checking-pipelines/index.jsonl.gz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
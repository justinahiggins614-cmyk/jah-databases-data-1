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oftware-security-control-verification-signature/" TargetMode="External"/><Relationship Id="rId3" Type="http://schemas.openxmlformats.org/officeDocument/2006/relationships/hyperlink" Target="https://justinahiggins614-cmyk.github.io/jah-databases-data-1/data/software-security-control-verific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Software Security Control Verification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verification of NIST 800-53 security controls: families and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Software Security Control Verification Database holds 20 control verifications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verification of NIST 800-53 security controls: families and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Access Control Policy  [JAH-SSCV-S-000001]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Defines who can access what, enforced by technical, administrative, and physical means. Recorded facts — Control: Access Control Policy; Family: AC; Method: examine policy, test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Audit Logging  [JAH-SSCV-S-000002]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Records security-relevant events with tamper-evident storage and regular review. Recorded facts — Control: Audit Logging; Family: AU; Method: examine logs, interview admins. Used…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Configuration Management  [JAH-SSCV-S-000003]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Baselines configurations and controls changes to prevent drift and shadow IT. Recorded facts — Control: Configuration Management; Family: CM; Method: examine baselines, test chang…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Contingency Planning  [JAH-SSCV-S-000004]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Maintains backup, recovery, and continuity plans tested on schedule. Recorded facts — Control: Contingency Planning; Family: CP; Method: examine plans, test restore. Used by secur…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Identification and Authentication  [JAH-SSCV-S-000005]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Verifies identities with MFA before granting access to systems. Recorded facts — Control: Identification and Authentication; Family: IA; Method: test login flows. Used by security…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control verification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JAH-SSCV-S-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Software Security Control Verification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verification of NIST 800-53 security controls: families and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https://justinahiggins614-cmyk.github.io/jah-databases/db/software-security-control-verification-signature/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https://justinahiggins614-cmyk.github.io/jah-databases-data-1/data/software-security-control-verification-signature/index.jsonl.gz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
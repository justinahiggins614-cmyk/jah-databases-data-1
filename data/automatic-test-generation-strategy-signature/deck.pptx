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utomatic-test-generation-strategy-signature/" TargetMode="External"/><Relationship Id="rId3" Type="http://schemas.openxmlformats.org/officeDocument/2006/relationships/hyperlink" Target="https://justinahiggins614-cmyk.github.io/jah-databases-data-1/data/automatic-test-generation-strategy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Automatic Test Generation Strategy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Signature-developed test-generation strategies — original approaches to making machines write thorough tests.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Automatic Test Generation Strategy Database holds 20 signature test generation strategys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Signature-developed test-generation strategies — original approaches to making machines write thorough tests.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 authored for the JAH Databases by Justin Addam Higgins — clearly labeled Signature, never presented as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oracle-first test design  [JAH-ATG-S-000001]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test-design rule: write the oracle before the generator, so every generated test has a judge waiting for it.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bug-taxonomy seeding  [JAH-ATG-S-000002]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fuzzing practice: seed the fuzzer with inputs shaped like the bug taxonomy of the component, so it hunts where bugs live.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shrinking discipline  [JAH-ATG-S-000003]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property-testing rule: every failure must shrink to a minimal case before it is filed, or the report is rejected.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model-coverage gate  [JAH-ATG-S-000004]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CI gate: model-based suites must cover every state and transition of the model, measured, not claimed.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mutant-triage rite  [JAH-ATG-S-000005]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mutation-testing practice: surviving mutants are triaged in a weekly rite — killed, proven equivalent, or turned into new tests.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signature test generation strategy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JAH-ATG-S-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Signature Test Generation Strategist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Signature-developed test-generation strategies — original approaches to making machines write thorough tests.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https://justinahiggins614-cmyk.github.io/jah-databases/db/automatic-test-generation-strategy-signature/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https://justinahiggins614-cmyk.github.io/jah-databases-data-1/data/automatic-test-generation-strategy-signature/index.jsonl.gz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
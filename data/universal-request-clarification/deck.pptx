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request-clarification/" TargetMode="External"/><Relationship Id="rId3" Type="http://schemas.openxmlformats.org/officeDocument/2006/relationships/hyperlink" Target="https://justinahiggins614-cmyk.github.io/jah-databases-data-1/data/universal-request-cla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Request Clarification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Strategies for clarifying ambiguous user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Request Clarification Database holds 20 clarification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Strategies for clarifying ambiguous user requests before acting.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Slot Filling  [JAH-URC-000001]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Asks for each missing required parameter in turn until the request is executable. Recorded facts — Strategy: Slot Filling; Trigger: missing parameters; Outcome: complete request. Used by conversation…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Disambiguation Question  [JAH-URC-000002]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Presents the top interpretations and asks the user to pick when confidence is split. Recorded facts — Strategy: Disambiguation Question; Trigger: multiple intents; Outcome: correct intent. Used by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Example Offering  [JAH-URC-000003]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Shows concrete examples of what the system can do to help the user phrase the request. Recorded facts — Strategy: Example Offering; Trigger: vague request; Outcome: grounded request. Used by conversa…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Scope Narrowing  [JAH-URC-000004]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Asks whether the user means a subset (one file vs whole project) before a broad action. Recorded facts — Strategy: Scope Narrowing; Trigger: broad scope; Outcome: safe scope. Used by conversational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Assumption Confirmation  [JAH-URC-000005]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States the system's best-guess assumptions and asks for correction before acting. Recorded facts — Strategy: Assumption Confirmation; Trigger: risky action; Outcome: verified assumptions. Used by con…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clarification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JAH-URC-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Request Clarification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Strategies for clarifying ambiguous user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https://justinahiggins614-cmyk.github.io/jah-databases/db/universal-request-clarification/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https://justinahiggins614-cmyk.github.io/jah-databases-data-1/data/universal-request-clarification/index.jsonl.gz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
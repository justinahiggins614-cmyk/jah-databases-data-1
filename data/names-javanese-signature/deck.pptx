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javanese-signature/" TargetMode="External"/><Relationship Id="rId3" Type="http://schemas.openxmlformats.org/officeDocument/2006/relationships/hyperlink" Target="https://justinahiggins614-cmyk.github.io/jah-databases-data-1/data/names-javanese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Javanese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Signature-created Javanese names and naming frameworks — original Signature work, clearly labeled.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Javanese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Signature-created Javanese names and naming frameworks — original Signature work, clearly labeled.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- created for the JAH Databases Signature edition and clearly labeled Signature;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study: Sari - sound, structure, and naming power  [JAH-NMJS2-000001]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Javanese feminine name Sari. Sound: 2 syllables, open vowels. Structure: The core or best part; a classic girls' name.. Recorded meaning: Essence. Naming power: the name…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study: Dewi - sound, structure, and naming power  [JAH-NMJS2-000002]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Javanese feminine name Dewi. Sound: 2 syllables, open vowels. Structure: From Sanskrit devi.. Recorded meaning: Goddess. Naming power: the name is short, sayable, and ca…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study: Budi - sound, structure, and naming power  [JAH-NMJS2-000003]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Javanese masculine name Budi. Sound: 2 syllables, open vowels. Structure: From Sanskrit buddhi.. Recorded meaning: Character, mind. Naming power: the name is short, saya…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study: Agus - sound, structure, and naming power  [JAH-NMJS2-000004]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Javanese masculine name Agus. Sound: 2 syllables, firm consonant close. Structure: A traditional name of this language.. Recorded meaning: Born in August — a calendar na…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The Signature Name-Forge Method - Signature Javanese naming framework  [JAH-NMJS2-000005]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framework for Javanese names. Forging a new Signature name runs in four passes: sound (two to four syllables that read aloud cleanly), meaning (one plain-language gloss, never a pa…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JAH-NMJS2-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Javanese Names Archivist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Signature-created Javanese names and naming frameworks — original Signature work, clearly labeled.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https://justinahiggins614-cmyk.github.io/jah-databases/db/names-javanese-signature/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https://justinahiggins614-cmyk.github.io/jah-databases-data-1/data/names-javanese-signature/index.jsonl.gz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
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gineering-boundary-condition/" TargetMode="External"/><Relationship Id="rId3" Type="http://schemas.openxmlformats.org/officeDocument/2006/relationships/hyperlink" Target="https://justinahiggins614-cmyk.github.io/jah-databases-data-1/data/engineering-boundary-condi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Engineering Boundary Condition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edges that define the physics — boundary types, mathematical forms, and where each applies.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Engineering Boundary Condition Database holds 20 boundary condition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edges that define the physics — boundary types, mathematical forms, and where each applies.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Fixed temperature wall  [JAH-EBC-000001]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wall holds a fixed 300 K. Dirichlet fixes the value; the solver fills the interior.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Insulated boundary  [JAH-EBC-000002]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insulated end has zero heat flux. Neumann fixes the derivative; temperature floats.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Convective cooling end  [JAH-EBC-000003]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end loses heat to air: flux proportional to temperature difference. Robin mixes value and derivative.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Periodic turbine cascade  [JAH-EBC-000004]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cascade repeats every blade pitch. Periodic boundaries tile the domain infinitely.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Symmetry plane in pressure vessel  [JAH-EBC-000005]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vessel is symmetric; only half is modeled. The symmetry plane has zero normal gradient.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boundary condition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JAH-EBC-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Boundary Condition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edges that define the physics — boundary types, mathematical forms, and where each applies.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https://justinahiggins614-cmyk.github.io/jah-databases/db/engineering-boundary-condition/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https://justinahiggins614-cmyk.github.io/jah-databases-data-1/data/engineering-boundary-condition/index.jsonl.gz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
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overage-gap/" TargetMode="External"/><Relationship Id="rId3" Type="http://schemas.openxmlformats.org/officeDocument/2006/relationships/hyperlink" Target="https://justinahiggins614-cmyk.github.io/jah-databases-data-1/data/coverage-gap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Database Coverage Gap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Measured gaps between what the network knows and what it should know.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Database Coverage Gap Database holds 20 coverage gap reports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Measured gaps between what the network knows and what it should know.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Curated from public documentation of established engineering practice; verified against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Topic Coverage Survey  [JAH-COVERA-000001]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survey measures which topics have records and which are bare, producing a coverage map. The map directs building effort to the barest topics first, where it matters most. Teaching ladder: rank 1 —…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Historical Time-Range Gap  [JAH-COVERA-000002]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Records are bucketed by era; eras with thin coverage are named as gaps. History has no gaps in reality - only in the archive - so thin eras get targeted harvesting. Teaching ladder: rank 1 — the conc…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Non-English Language Gap  [JAH-COVERA-000003]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Coverage is measured per language; under-served languages are listed with their deficit. A network that only knows English only serves part of humanity. Teaching ladder: rank 1 — the concept in its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Depth Gap: Stubs vs Full Records  [JAH-COVERA-000004]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Records are scored for completeness; shallow ones count as a depth gap even when present. A thousand stubs do not equal a thousand full records, and the metric refuses to pretend otherwise. Teaching…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Format Coverage Gap  [JAH-COVERA-000005]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Coverage is measured across formats - text, image, audio, video, data - not just text. Text-only coverage is a format gap for every topic that lives in other media. Teaching ladder: rank 1 — the conc…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coverage gap report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JAH-COVERA-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Coverage Gap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Measured gaps between what the network knows and what it should know.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https://justinahiggins614-cmyk.github.io/jah-databases/db/coverage-gap/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https://justinahiggins614-cmyk.github.io/jah-databases-data-1/data/coverage-gap/index.jsonl.gz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
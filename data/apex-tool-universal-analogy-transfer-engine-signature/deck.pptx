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analogy-transfer-engine-signature/" TargetMode="External"/><Relationship Id="rId3" Type="http://schemas.openxmlformats.org/officeDocument/2006/relationships/hyperlink" Target="https://justinahiggins614-cmyk.github.io/jah-databases-data-1/data/apex-tool-universal-analogy-transfer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Analogy Transfer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when a solution from one field can be adapted to a different field and checks where the analogy breaks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Analogy Transfer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when a solution from one field can be adapted to a different field and checks where the analogy breaks down.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Bridge Inspector  [JAH-APX34S-000001]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bridge inspector examines every analogy like a bridge: load-rated for how much weight it carries, with the breaking point marked. Analogies without load ratings are footbridges — cross light…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Import Ledger  [JAH-APX34S-000002]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import ledger records every borrowed solution: source domain, what was taken, what was changed, what broke in transit. Borrowed brilliance is credited; broken imports are quarantined.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Nature Scout  [JAH-APX34S-000003]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nature scout patrols biology for engineering answers: each patrol returns with candidate strategies, each candidate with its biological papers. The scout never returns empty-handed or uncite…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Contradiction Forge  [JAH-APX34S-000004]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contradiction forge heats technical contradictions until a principle resolves them: state what's improving and what's worsening, and the forge suggests the inventive principle. Compromise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Isomorphism Prover  [JAH-APX34S-000005]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isomorphism prover demands proof for structural claims: show the mapping preserves the operations or withdraw the claim. 'It's like' without proof is poetry, not engineering.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Analogy Transfer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when a solution from one field can be adapted to a different field and checks where the analogy breaks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https://justinahiggins614-cmyk.github.io/jah-databases/db/apex-tool-universal-analogy-transfer-engine-signature/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https://justinahiggins614-cmyk.github.io/jah-databases-data-1/data/apex-tool-universal-analogy-transfer-engine-signature/index.jsonl.gz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
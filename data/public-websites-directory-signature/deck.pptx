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ublic-websites-directory-signature/" TargetMode="External"/><Relationship Id="rId3" Type="http://schemas.openxmlformats.org/officeDocument/2006/relationships/hyperlink" Target="https://justinahiggins614-cmyk.github.io/jah-databases-data-1/data/public-websites-direc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Public Websites Directory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guides to using the public web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Public Websites Directory Database holds 15 signature web guides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guides to using the public web well.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Site Research Playbook  [JAH-WEBDS-000001]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playbook for extracting value from public reference sites: start with the site's own search, check its data/API pages, harvest what its license allows, and cite every fact. The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Archive-Diving Method  [JAH-WEBDS-000002]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method for the Internet Archive and similar collections: use advanced search and full-text search, save items to personal collections, and verify dates against the Wayback Machin…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Public-Domain Harvest  [JAH-WEBDS-000003]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harvest discipline for public-domain libraries like Project Gutenberg: confirm public-domain status in your jurisdiction, download in the most reusable format, and keep the licen…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Government-Data Drill  [JAH-WEBDS-000004]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drill: pull one dataset from a .gov open-data portal, document its methodology page, and reproduce one published statistic from the raw file. The drill teaches that government 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Space-Image Practice  [JAH-WEBDS-000005]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practice for NASA's public imagery: download from the official image libraries, credit per NASA media guidelines, and check the image's mission page for context before reuse.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web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JAH-WEBDS-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Web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guides to using the public web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https://justinahiggins614-cmyk.github.io/jah-databases/db/public-websites-directory-signature/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https://justinahiggins614-cmyk.github.io/jah-databases-data-1/data/public-websites-directory-signature/index.jsonl.gz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
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hyperlink" Target="https://justinahiggins614-cmyk.github.io/jah-databases/db/stateful-hash-based-signatures/" TargetMode="External"/><Relationship Id="rId3" Type="http://schemas.openxmlformats.org/officeDocument/2006/relationships/hyperlink" Target="https://justinahiggins614-cmyk.github.io/jah-databases-data-1/data/stateful-hash-based-signatures/index.jsonl.gz" TargetMode="Externa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2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640080"/>
            <a:ext cx="768096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4000" b="1">
                <a:solidFill>
                  <a:srgbClr val="FFFFFF"/>
                </a:solidFill>
                <a:latin typeface="Calibri"/>
              </a:rPr>
              <a:t>JAH Stateful Hash-Based Signatures Database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2743200"/>
            <a:ext cx="73152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2200" b="0">
                <a:solidFill>
                  <a:srgbClr val="D5DBDB"/>
                </a:solidFill>
                <a:latin typeface="Calibri"/>
              </a:rPr>
              <a:t>Quantum-resistant signatures built on hash trees with careful state care.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291840" y="4297680"/>
            <a:ext cx="25603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>
                <a:solidFill>
                  <a:srgbClr val="2E86C1"/>
                </a:solidFill>
                <a:latin typeface="Calibri"/>
              </a:rPr>
              <a:t>PUBLIC EDITION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539496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1800" b="0">
                <a:solidFill>
                  <a:srgbClr val="D4A537"/>
                </a:solidFill>
                <a:latin typeface="Calibri"/>
              </a:rPr>
              <a:t>Property of Justin Addam Higgins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2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3200" b="1">
                <a:solidFill>
                  <a:srgbClr val="2E86C1"/>
                </a:solidFill>
                <a:latin typeface="Calibri"/>
              </a:rPr>
              <a:t>About this database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280160"/>
            <a:ext cx="76809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800" b="0">
                <a:solidFill>
                  <a:srgbClr val="FFFFFF"/>
                </a:solidFill>
                <a:latin typeface="Calibri"/>
              </a:rPr>
              <a:t>The JAH Stateful Hash-Based Signatures Database holds 15 signature techniques — the full, fully-formed file for every record, not descriptions alone.</a:t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/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>Quantum-resistant signatures built on hash trees with careful state care.</a:t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/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>Provenance: Public industry records and documentation</a:t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/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>Browse cards show image + title + description; one click opens the complete record.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2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3200" b="1">
                <a:solidFill>
                  <a:srgbClr val="2E86C1"/>
                </a:solidFill>
                <a:latin typeface="Calibri"/>
              </a:rPr>
              <a:t>Record highlights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280160"/>
            <a:ext cx="76809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1. XMSS Signatures  [JAH-SHBS-000001]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D5DBDB"/>
                </a:solidFill>
                <a:latin typeface="Calibri"/>
              </a:rPr>
              <a:t>   Signs with XMSS, the standardized stateful hash-based scheme built on Merkle trees of WOTS+ one-time keys. Security rests only on hash functions — no number theory for quantum computers to break. RFC…</a:t>
            </a:r>
          </a:p>
          <a:p>
            <a:pPr algn="l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2. LMS Signatures  [JAH-SHBS-000002]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D5DBDB"/>
                </a:solidFill>
                <a:latin typeface="Calibri"/>
              </a:rPr>
              <a:t>   Signs with LMS, the hash-based scheme using LM-OTS one-time keys in Merkle trees. Simpler than XMSS and standardized in RFC 8554; NSA recommends it for certain uses. It is the conservative post-quant…</a:t>
            </a:r>
          </a:p>
          <a:p>
            <a:pPr algn="l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3. Merkle Tree Construction  [JAH-SHBS-000003]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D5DBDB"/>
                </a:solidFill>
                <a:latin typeface="Calibri"/>
              </a:rPr>
              <a:t>   Builds the Merkle tree binding all one-time keys to one root public key. Leaves are one-time public keys; each parent hashes its children up to the root. The root is the long-term public key.</a:t>
            </a:r>
          </a:p>
          <a:p>
            <a:pPr algn="l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4. WOTS+ One-Time Signatures  [JAH-SHBS-000004]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D5DBDB"/>
                </a:solidFill>
                <a:latin typeface="Calibri"/>
              </a:rPr>
              <a:t>   Signs messages with Winternitz one-time signatures using hash chains. Each private-key element is hashed forward w times; the signature reveals intermediate values. One key signs exactly one message.</a:t>
            </a:r>
          </a:p>
          <a:p>
            <a:pPr algn="l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5. State Management Discipline  [JAH-SHBS-000005]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D5DBDB"/>
                </a:solidFill>
                <a:latin typeface="Calibri"/>
              </a:rPr>
              <a:t>   Manages the one-time-key index with crash-safe atomic updates. Reusing a one-time key breaks security catastrophically; the index must advance exactly once per signature, even across crashes. State h…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2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3200" b="1">
                <a:solidFill>
                  <a:srgbClr val="2E86C1"/>
                </a:solidFill>
                <a:latin typeface="Calibri"/>
              </a:rPr>
              <a:t>By the numbers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280160"/>
            <a:ext cx="768096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Records:  15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Record kind:  signature technique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ID prefix:  JAH-SHBS-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March to a million:  15 / 1,000,000 — in progress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AI librarian:  JAH Stateful Hash-Based Signatures Librarian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Edition:  Public Edition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2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54864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3200" b="1">
                <a:solidFill>
                  <a:srgbClr val="2E86C1"/>
                </a:solidFill>
                <a:latin typeface="Calibri"/>
              </a:rPr>
              <a:t>Open the database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554480"/>
            <a:ext cx="768096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>Quantum-resistant signatures built on hash trees with careful state care.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2926080"/>
            <a:ext cx="73152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>
                <a:solidFill>
                  <a:srgbClr val="D4A537"/>
                </a:solidFill>
                <a:latin typeface="Calibri"/>
                <a:hlinkClick r:id="rId2"/>
              </a:rPr>
              <a:t>Live database page</a:t>
            </a:r>
          </a:p>
          <a:p>
            <a:pPr algn="ctr"/>
            <a:r>
              <a:rPr sz="1200">
                <a:solidFill>
                  <a:srgbClr val="7F8C8D"/>
                </a:solidFill>
                <a:latin typeface="Calibri"/>
                <a:hlinkClick r:id="rId2"/>
              </a:rPr>
              <a:t>https://justinahiggins614-cmyk.github.io/jah-databases/db/stateful-hash-based-signatures/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4572000"/>
            <a:ext cx="73152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>
                <a:solidFill>
                  <a:srgbClr val="D4A537"/>
                </a:solidFill>
                <a:latin typeface="Calibri"/>
                <a:hlinkClick r:id="rId3"/>
              </a:rPr>
              <a:t>Machine-readable data index</a:t>
            </a:r>
          </a:p>
          <a:p>
            <a:pPr algn="ctr"/>
            <a:r>
              <a:rPr sz="1200">
                <a:solidFill>
                  <a:srgbClr val="7F8C8D"/>
                </a:solidFill>
                <a:latin typeface="Calibri"/>
                <a:hlinkClick r:id="rId3"/>
              </a:rPr>
              <a:t>https://justinahiggins614-cmyk.github.io/jah-databases-data-1/data/stateful-hash-based-signatures/index.jsonl.gz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
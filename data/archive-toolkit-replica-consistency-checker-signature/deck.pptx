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replica-consistency-checker-signature/" TargetMode="External"/><Relationship Id="rId3" Type="http://schemas.openxmlformats.org/officeDocument/2006/relationships/hyperlink" Target="https://justinahiggins614-cmyk.github.io/jah-databases-data-1/data/archive-toolkit-replica-consistency-check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Replica Consistency Checker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Compares copies to detect divergence.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Replica Consistency Checker Database holds 15 maintenance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Compares copies to detect divergence.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Signature-generated-completion: original Signature-authored content by the JAH system, clearly labeled,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Merkle tree comparison — Replica Consistency Checker (Signature)  [JAH-ATK227S-0001]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replica consistency checker makes sure every copy of the arc…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Version vector tracking — Replica Consistency Checker (Signature)  [JAH-ATK227S-0002]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replica consistency checker makes sure every copy of the arc…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Checksum sampling — Replica Consistency Checker (Signature)  [JAH-ATK227S-0003]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replica consistency checker makes sure every copy of the arc…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Full reconciliation sweeps — Replica Consistency Checker (Signature)  [JAH-ATK227S-0004]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replica consistency checker makes sure every copy of the arc…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Divergence classification — Replica Consistency Checker (Signature)  [JAH-ATK227S-0005]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replica consistency checker makes sure every copy of the arc…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maintenance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JAH-ATK227S-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Replica Consistency Checker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Compares copies to detect divergence.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https://justinahiggins614-cmyk.github.io/jah-databases/db/archive-toolkit-replica-consistency-checker-signature/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https://justinahiggins614-cmyk.github.io/jah-databases-data-1/data/archive-toolkit-replica-consistency-checker-signature/index.jsonl.gz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
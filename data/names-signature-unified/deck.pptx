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ignature-unified/" TargetMode="External"/><Relationship Id="rId3" Type="http://schemas.openxmlformats.org/officeDocument/2006/relationships/hyperlink" Target="https://justinahiggins614-cmyk.github.io/jah-databases-data-1/data/names-signature-unified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Unified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documented naming system of the Unified Signature Language — 23 phonemes, SOV agglutination and lineage-mapped name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Unified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documented naming system of the Unified Signature Language — 23 phonemes, SOV agglutination and lineage-mapped name words.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Person-name words — Signature Unified Language given name  [JAH-NMSU-000001]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Person-name words is a documented Unified Signature Language name word. Of Unified Signature Language origin. The published language maps lineage words that serve as personal names: compact agglutina…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Kin-name compounds — Signature Unified Language given name  [JAH-NMSU-000002]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Kin-name compounds is a documented Unified Signature Language name word. Of Unified Signature Language origin. Family and kin terms compound into names, marking lineage directly in the name word.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Virtue-name words — Signature Unified Language given name  [JAH-NMSU-000003]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Virtue-name words is a documented Unified Signature Language name word. Of Unified Signature Language origin. Abstract virtue roots become personal names through the language's regular agglutination.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Nature-name words — Signature Unified Language given name  [JAH-NMSU-000004]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Nature-name words is a documented Unified Signature Language name word. Of Unified Signature Language origin. Sun, moon, river and mountain roots form name words in the documented word-stock.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Craft-name words — Signature Unified Language given name  [JAH-NMSU-000005]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Craft-name words is a documented Unified Signature Language name word. Of Unified Signature Language origin. Words for making, building and singing compound into occupational name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JAH-NMSU-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Unified Signature Language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documented naming system of the Unified Signature Language — 23 phonemes, SOV agglutination and lineage-mapped name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https://justinahiggins614-cmyk.github.io/jah-databases/db/names-signature-unified/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https://justinahiggins614-cmyk.github.io/jah-databases-data-1/data/names-signature-unified/index.jsonl.gz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
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r-gapped-cryptographic-bridges-signature/" TargetMode="External"/><Relationship Id="rId3" Type="http://schemas.openxmlformats.org/officeDocument/2006/relationships/hyperlink" Target="https://justinahiggins614-cmyk.github.io/jah-databases-data-1/data/air-gapped-cryptographic-bridg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Air-Gapped Cryptographic Bridges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How cryptographic material crosses air gaps without breaking isolation.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Air-Gapped Cryptographic Bridges Database holds 15 air-gap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cryptographic material crosses air gaps without breaking isolation.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Data Diode Transfers  [JAH-AGC-S-000001]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Moves data across the gap with hardware data diodes that physically allow one direction only. Fiber with the return path removed cannot be subverted by software; it is the strongest one-way guarantee…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One-Way Protocols  [JAH-AGC-S-000002]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Runs protocols designed for one-way flow: UDP streams, file drops, no acknowledgments. The sender never expects a reply; reliability comes from redundancy. It matches the diode's physics. This is a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QR Code Bridges  [JAH-AGC-S-000003]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Bridges small payloads with QR codes scanned across the gap. Keys and signatures fit in a few codes; cameras never touch the secure network. It is the human-speed air gap. This is a Signature origina…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Sneakernet Protocols  [JAH-AGC-S-000004]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Moves data on physical media with chain-of-custody protocols. Encrypted drives travel by courier; every handoff is logged and verified. Bandwidth is a truck; latency is a day. This is a Signature ori…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Optical Transfer  [JAH-AGC-S-000005]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Transfers data optically — screen to camera — with no electrical connection. Light crosses the gap; malware cannot ride photons back. It is slow and very sure. This is a Signature original authored b…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air-gap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JAH-AGC-S-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Air-Gapped Cryptographic Bridges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cryptographic material crosses air gaps without breaking isolation.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https://justinahiggins614-cmyk.github.io/jah-databases/db/air-gapped-cryptographic-bridges-signature/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https://justinahiggins614-cmyk.github.io/jah-databases-data-1/data/air-gapped-cryptographic-bridges-signature/index.jsonl.gz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
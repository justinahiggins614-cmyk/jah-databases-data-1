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mathematical-expression-search-signature/" TargetMode="External"/><Relationship Id="rId3" Type="http://schemas.openxmlformats.org/officeDocument/2006/relationships/hyperlink" Target="https://justinahiggins614-cmyk.github.io/jah-databases-data-1/data/archive-toolkit-mathematical-expression-search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Mathematical Expression Search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equations and formulas by their mathematical structure.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Mathematical Expression Search Database holds 15 search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equations and formulas by their mathematical structure.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created for the JAH archive toolkit; clearly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Expression tree canonicalization — Mathematical Expression Search  [JAH-ATK114S-00001]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Expressions parse into trees; canonicalization rewrites them into a normal form where equivalent expressions share one representation. Commutative operators sort their operands,…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Operator tree versus layout tree — Mathematical Expression Search  [JAH-ATK114S-00002]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Layout trees capture how an expression looks (fractions, superscripts); operator trees capture what it means. Search by meaning uses operator trees; search by appearance uses lay…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MathML encoding — Mathematical Expression Search  [JAH-ATK114S-00003]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Content MathML encodes operator trees in XML; Presentation MathML encodes layout. Archives store one or both, and search normalizes from either. Standard encodings let tools shar…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LaTeX formula parsing — Mathematical Expression Search  [JAH-ATK114S-00004]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Most published math arrives as LaTeX; parsers convert it to operator trees despite LaTeX's layout orientation. Ambiguities like juxtaposition (multiplication or function applicat…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Subexpression search — Mathematical Expression Search  [JAH-ATK114S-00005]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Queries often target subexpressions: find papers using 'x^2 + y^2' anywhere in a larger formula. Indexing all subtrees of each expression makes subexpression queries a lookup. Su…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search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JAH-ATK114S-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Mathematical Expression Search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equations and formulas by their mathematical structure.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https://justinahiggins614-cmyk.github.io/jah-databases/db/archive-toolkit-mathematical-expression-search-signature/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https://justinahiggins614-cmyk.github.io/jah-databases-data-1/data/archive-toolkit-mathematical-expression-search-signature/index.jsonl.gz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
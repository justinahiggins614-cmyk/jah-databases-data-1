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roken-link-repair-assistant-signature/" TargetMode="External"/><Relationship Id="rId3" Type="http://schemas.openxmlformats.org/officeDocument/2006/relationships/hyperlink" Target="https://justinahiggins614-cmyk.github.io/jah-databases-data-1/data/archive-toolkit-broken-link-repair-assista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Broken Link Repair Assistant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Broken Link Repair Assistant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Rot detection crawls — Broken Link Repair Assistant (Signature)  [JAH-ATK225S-0001]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broken link repair assistant heals the archive's connective…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fingerprint matching — Broken Link Repair Assistant (Signature)  [JAH-ATK225S-0002]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broken link repair assistant heals the archive's connective…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Redirect chain following — Broken Link Repair Assistant (Signature)  [JAH-ATK225S-0003]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broken link repair assistant heals the archive's connective…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Archive.org fallback lookup — Broken Link Repair Assistant (Signature)  [JAH-ATK225S-0004]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broken link repair assistant heals the archive's connective…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rename resolution — Broken Link Repair Assistant (Signature)  [JAH-ATK225S-0005]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broken link repair assistant heals the archive's connective…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Broken Link Repair Assistant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https://justinahiggins614-cmyk.github.io/jah-databases/db/archive-toolkit-broken-link-repair-assistant-signature/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https://justinahiggins614-cmyk.github.io/jah-databases-data-1/data/archive-toolkit-broken-link-repair-assistant-signature/index.jsonl.gz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
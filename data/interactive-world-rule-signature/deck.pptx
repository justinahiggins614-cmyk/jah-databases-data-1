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interactive-world-rule-signature/" TargetMode="External"/><Relationship Id="rId3" Type="http://schemas.openxmlformats.org/officeDocument/2006/relationships/hyperlink" Target="https://justinahiggins614-cmyk.github.io/jah-databases-data-1/data/interactive-world-rul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Interactive World Rule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reusable rules that govern behavior in interactive virtual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Interactive World Rule Database holds 20 world rules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reusable rules that govern behavior in interactive virtual worlds.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Gravity Rule  [JAH-IWR-S-000001]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Applies constant downward acceleration to dynamic bodies, grounding movement and projectiles. Recorded facts — Rule: Gravity Rule; Scope: global physics; Effect: predictable falli…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Collision Response Rule  [JAH-IWR-S-000002]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Resolves interpenetration with impulse or positional correction plus friction and restitution. Recorded facts — Rule: Collision Response Rule; Scope: physics bodies; Effect: stabl…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Spawn Rule  [JAH-IWR-S-000003]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Controls where, when, and how many entities appear, keeping density within design targets. Recorded facts — Rule: Spawn Rule; Scope: spawn zones; Effect: balanced population.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Despawn Rule  [JAH-IWR-S-000004]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Removes distant or long-idle entities to bound memory and keep simulation cost predictable. Recorded facts — Rule: Despawn Rule; Scope: world stream; Effect: bounded entity count.…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Day-Night Cycle  [JAH-IWR-S-000005]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Advances a 24-hour clock driving lighting, NPC schedules, and nocturnal gameplay systems. Recorded facts — Rule: Day-Night Cycle; Scope: global time; Effect: living world rhythm.…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world rule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JAH-IWR-S-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Interactive World Rule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reusable rules that govern behavior in interactive virtual worlds.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https://justinahiggins614-cmyk.github.io/jah-databases/db/interactive-world-rule-signature/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https://justinahiggins614-cmyk.github.io/jah-databases-data-1/data/interactive-world-rule-signature/index.jsonl.gz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
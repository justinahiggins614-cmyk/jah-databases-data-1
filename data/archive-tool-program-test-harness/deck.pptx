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program-test-harness/" TargetMode="External"/><Relationship Id="rId3" Type="http://schemas.openxmlformats.org/officeDocument/2006/relationships/hyperlink" Target="https://justinahiggins614-cmyk.github.io/jah-databases-data-1/data/archive-tool-program-test-harnes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Program Test Harness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Tests archive software: property trials, fuzzing, fixtures, coverage, and regression.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Program Test Harness Database holds 15 test harness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Tests archive software: property trials, fuzzing, fixtures, coverage, and regression.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established computer-science methods documented in standard literature and practice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Property-based testing, QuickCheck style  [JAH-AT86-0001]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Property tests assert universal properties (e.g., reverse(reverse(x)) == x) over hundreds of random inputs instead of hand-picked examples. The harness generates random inputs from strategies, checks…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Invariant checking during test runs  [JAH-AT86-0002]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Invariant checks assert data-structure properties (sorted order, balance) after every operation in a test. The harness wraps operations and verifies invariants like 'list stays sorted' after each ste…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Input shrinking for minimal failures  [JAH-AT86-0003]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Shrinking reduces a failing random input to the smallest case that still fails, producing a readable bug report. Starting from the failing input, the shrinker tries smaller variants (fewer elements,…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Random input fuzzing  [JAH-AT86-0004]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Fuzzing feeds random and malformed inputs to archive programs to uncover crashes and hangs. The harness mutates valid inputs (bit flips, truncations, splices) and runs the target with timeouts; crash…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Mutation fuzzing of seed corpora  [JAH-AT86-0005]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Mutation fuzzing evolves a corpus of seed inputs by random mutation, keeping mutations that explore new code paths. Each round picks a seed, applies stacked mutations, and runs the target under cover…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test harness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JAH-AT86-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Test Marshal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Tests archive software: property trials, fuzzing, fixtures, coverage, and regression.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https://justinahiggins614-cmyk.github.io/jah-databases/db/archive-tool-program-test-harness/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https://justinahiggins614-cmyk.github.io/jah-databases-data-1/data/archive-tool-program-test-harness/index.jsonl.gz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
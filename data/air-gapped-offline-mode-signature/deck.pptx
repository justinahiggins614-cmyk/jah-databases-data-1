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r-gapped-offline-mode-signature/" TargetMode="External"/><Relationship Id="rId3" Type="http://schemas.openxmlformats.org/officeDocument/2006/relationships/hyperlink" Target="https://justinahiggins614-cmyk.github.io/jah-databases-data-1/data/air-gapped-offline-mod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Air-Gapped Offline Mode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Runs fully offline behind an air gap — no network, no leaks, no exceptions.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Air-Gapped Offline Mode Database holds 15 security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fully offline behind an air gap — no network, no leaks, no exceptions.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Full Offline Operation  [JAH-AGO-S-000001]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Full Offline Operation is a security ability in the Signature Air-Gapped Offline Mode database. Runs every feature with zero network access. All code and data ship locally; no feature requi…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Sneakernet Sync  [JAH-AGO-S-000002]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Sneakernet Sync is a security ability in the Signature Air-Gapped Offline Mode database. Syncs via physical media with verification. Exports are signed bundles; imports verify before applyi…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Sealed Operation Queue  [JAH-AGO-S-000003]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Sealed Operation Queue is a security ability in the Signature Air-Gapped Offline Mode database. Queues outbound operations until a sync window. Ops seal into the outbox; the outbox drains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Tamper-Evident Media  [JAH-AGO-S-000004]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Tamper-Evident Media is a security ability in the Signature Air-Gapped Offline Mode database. Makes transfer media tamper-evident. Bundles carry hashes and signatures; any alteration is det…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One-Way Diodes  [JAH-AGO-S-000005]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One-Way Diodes is a security ability in the Signature Air-Gapped Offline Mode database. Supports data diodes for one-way transfers. Outbound-only hardware moves data out; nothing comes back…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security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JAH-AGO-S-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Air-Gapped Offline Mode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fully offline behind an air gap — no network, no leaks, no exceptions.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https://justinahiggins614-cmyk.github.io/jah-databases/db/air-gapped-offline-mode-signature/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https://justinahiggins614-cmyk.github.io/jah-databases-data-1/data/air-gapped-offline-mode-signature/index.jsonl.gz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
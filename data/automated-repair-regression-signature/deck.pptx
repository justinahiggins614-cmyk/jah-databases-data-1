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repair-regression-signature/" TargetMode="External"/><Relationship Id="rId3" Type="http://schemas.openxmlformats.org/officeDocument/2006/relationships/hyperlink" Target="https://justinahiggins614-cmyk.github.io/jah-databases-data-1/data/automated-repair-regress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Repair Regression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Regression tests that prove automated repairs never broke what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Repair Regression Database holds 20 repair regression tests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Regression tests that prove automated repairs never broke what worked.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Baseline Oath  [JAH-AUTOMA-S-000001]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oath: the pre-repair baseline is sworn and sealed before any repair tool runs. The oath makes the baseline sacred - no repair may move a green test to red, ever. Teaching ladder:…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Red-to-Green Proof  [JAH-AUTOMA-S-000002]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proof ritual demanding the failing test turn green under the repair's hand. The ritual rejects repairs that merely hide the failure instead of healing it. Teaching ladder: rank 1…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Green Preservation Vow  [JAH-AUTOMA-S-000003]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vow that every previously green test stays green after repair. The vow is checked automatically, and breaking it banishes the repair. Teaching ladder: rank 1 — the concept in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Flake Exile  [JAH-AUTOMA-S-000004]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exile for flaky tests: banished from verdicts until proven stable. Exile keeps the fickle from judging the worthy. Teaching ladder: rank 1 — the concept in its simplest, most dir…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Mutant Trial  [JAH-AUTOMA-S-000005]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trial by mutant: the repaired code faces engineered mutants, and the suite must slay them. A suite that cannot slay mutants cannot be trusted to judge repairs. Teaching ladder: 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repair regression test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Repair Regression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Regression tests that prove automated repairs never broke what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https://justinahiggins614-cmyk.github.io/jah-databases/db/automated-repair-regression-signature/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https://justinahiggins614-cmyk.github.io/jah-databases-data-1/data/automated-repair-regression-signature/index.jsonl.gz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
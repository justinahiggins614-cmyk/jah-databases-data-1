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ata-integrity-verifier-signature/" TargetMode="External"/><Relationship Id="rId3" Type="http://schemas.openxmlformats.org/officeDocument/2006/relationships/hyperlink" Target="https://justinahiggins614-cmyk.github.io/jah-databases-data-1/data/archive-tool-data-integrity-ver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 Integrity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hashes, checksums, structural validity, and other integrity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 Integrity Verifier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hashes, checksums, structural validity, and other integrity signals.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Data Integrity Verifier,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SHA-256 content hashing of records (foundational)  [JAH-AT58S-000001]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record is hashed with SHA-256 as defined in FIPS 180-4, and the digest is stored alongside the record as its integrity fingerprint. SHA-256 is used because it is collision-r…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SHA-256 content hashing of records (compounded)  [JAH-AT58S-000002]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record is hashed with SHA-256 as defined in FIPS 180-4, and the digest is stored alongside the record as its integrity fingerprint. SHA-256 is used because it is collision-r…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SHA-256 content hashing of records (production)  [JAH-AT58S-000003]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Every record is hashed with SHA-256 as defined in FIPS 180-4, and the digest is stored alongside the record as its integrity fingerprint. SHA-256 is used because it is collision-r…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Merkle tree batch verification (foundational)  [JAH-AT58S-000004]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For large collections, records are arranged as leaves of a Merkle tree: each parent node hashes the concatenation of its children, up to a single root digest. Verifying the whole…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Merkle tree batch verification (compounded)  [JAH-AT58S-000005]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For large collections, records are arranged as leaves of a Merkle tree: each parent node hashes the concatenation of its children, up to a single root digest. Verifying the whole…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Integrity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hashes, checksums, structural validity, and other integrity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https://justinahiggins614-cmyk.github.io/jah-databases/db/archive-tool-data-integrity-verifier-signature/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https://justinahiggins614-cmyk.github.io/jah-databases-data-1/data/archive-tool-data-integrity-verifier-signature/index.jsonl.gz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
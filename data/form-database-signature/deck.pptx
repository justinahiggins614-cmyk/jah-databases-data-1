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orm-database-signature/" TargetMode="External"/><Relationship Id="rId3" Type="http://schemas.openxmlformats.org/officeDocument/2006/relationships/hyperlink" Target="https://justinahiggins614-cmyk.github.io/jah-databases-data-1/data/form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Form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Signature-designed forms for the JAH system: intakes, stamps, lineage, and build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Form Database holds 20 forms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Signature-designed forms for the JAH system: intakes, stamps, lineage, and build orders.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Maker Mark Registration  [JAH-FORMS-S-000001]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Signature Maker Mark Registration. Registers a maker's mark in the Signature system: who made it, what it looks like, when first used. First-use date is the anchor of any maker-mark claim.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 Filing Intake Form  [JAH-FORMS-S-000002]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Spec Filing Intake Form. Intake for a JAH-SPEC draft filing: title, inventor, category, and the full draft text. Every spec draft enters the archive through this intake shape. This record carri…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Boundless Generator Request  [JAH-FORMS-S-000003]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Boundless Generator Request. Requests a boundless generation run: subject, how many records, optional seed for reproducibility. Same seed plus same generator version always reproduces the same…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Record Submission  [JAH-FORMS-S-000004]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Database Record Submission. Submits one record to a database: which database, the title, the full body, and its provenance. Provenance is mandatory — no record enters without a source statement…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Stamp Application  [JAH-FORMS-S-000005]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Signature Stamp Application. Applies a Signature stamp (e.g. SIGNATURE-1 VALID) to an archive item with an audit trail. Stamps are never edited after application; corrections go in a new stamp…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form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JAH-FORMS-S-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Form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Signature-designed forms for the JAH system: intakes, stamps, lineage, and build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https://justinahiggins614-cmyk.github.io/jah-databases/db/form-database-signature/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https://justinahiggins614-cmyk.github.io/jah-databases-data-1/data/form-database-signature/index.jsonl.gz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
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fense-grade-future-systems-signature/" TargetMode="External"/><Relationship Id="rId3" Type="http://schemas.openxmlformats.org/officeDocument/2006/relationships/hyperlink" Target="https://justinahiggins614-cmyk.github.io/jah-databases-data-1/data/defense-grade-future-system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Defense-Grade and Future Systems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100 Signature-designed defense-grade tools — stamped, offline-first, and demoed.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Defense-Grade and Future Systems Database holds 100 defense systems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100 Signature-designed defense-grade tools — stamped, offline-first, and demoed.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edition. Original Signature-designed counterpart by Justin Addam Higgins (JAH), 2026-10-21: deterministic Signature stamping on outputs, offline-first operation, and integration with the Signature archive intelligence fabric. Proposed concept, not a…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Multi-Classification Archive Router  [JAH-DEFGS-000001]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Multi-Classification Archive Router directs each authorized data request to the correct security domain and approved processing environment. It compares the request's classification label against…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Cross-Domain Data Guard  [JAH-DEFGS-000002]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Cross-Domain Data Guard enforces approved rules for moving information between separately controlled systems. Each proposed transfer is checked against a rule set — direction, classification ceil…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Federated Intelligence Search  [JAH-DEFGS-000003]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Federated Intelligence Search queries multiple authorized repositories without requiring every source to be copied into one central database. It fans a query out to registered source adapters, collec…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All-Source Evidence Fusion  [JAH-DEFGS-000004]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All-Source Evidence Fusion combines reports, documents, structured data, and sensor-derived records into unified entity dossiers while preserving every source identity. Records about the same entity…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Intelligence Provenance Ledger  [JAH-DEFGS-000005]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Intelligence Provenance Ledger keeps a traceable, tamper-evident history of source material, transformations, and analytical conclusions. Each entry hash-chains to the previous one, so any edit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100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defense system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JAH-DEFGS-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100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Defense-Grade and Future Systems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100 Signature-designed defense-grade tools — stamped, offline-first, and demoed.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https://justinahiggins614-cmyk.github.io/jah-databases/db/defense-grade-future-systems-signature/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https://justinahiggins614-cmyk.github.io/jah-databases-data-1/data/defense-grade-future-systems-signature/index.jsonl.gz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
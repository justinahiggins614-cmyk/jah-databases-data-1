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l-knowledge-database-signature/" TargetMode="External"/><Relationship Id="rId3" Type="http://schemas.openxmlformats.org/officeDocument/2006/relationships/hyperlink" Target="https://justinahiggins614-cmyk.github.io/jah-databases-data-1/data/general-knowledge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General Knowledge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Signature-system knowledge: maker marks, ladders, boundless generation, and the network's own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General Knowledge Database holds 20 general knowledges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Signature-system knowledge: maker marks, ladders, boundless generation, and the network's own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composed for the JAH Databases network. Signature-labeled: an original JAH-system creation,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Maker's Mark  [JAH-GKNOW-S-000001]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The Maker's Mark. A maker's mark is the personal signature a creator puts on their work — the craftsman's answer to 'who made this?' In the JAH system, the mark is the double-circle JAH 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Deterministic Identity  [JAH-GKNOW-S-000002]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Deterministic Identity. Deterministic identity means an ID that is assigned by rule, not by whim. In the JAH system, spec IDs follow JAH-SPEC-######: one counter, moving forward, never reu…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Teaching Ladder  [JAH-GKNOW-S-000003]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The Teaching Ladder. The teaching ladder is the JAH rule that every subject is taught in three rungs: simple, compounded, most complex. Rung 1 gives the idea in its simplest true form. Run…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Boundless Generation  [JAH-GKNOW-S-000004]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Boundless Generation. Boundless generation is the JAH method for growing archives without bound: a deterministic generator, driven by seeds, producing records that are each independently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Archive-Aware AI  [JAH-GKNOW-S-000005]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REFERENCE: Archive-Aware AI. An archive-aware AI is one that knows the archive it serves: what it holds, how much, in what shape, and what its generator can make next. In the JAH system, each databas…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general knowledge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JAH-GKNOW-S-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Knowledge Keeper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Signature-system knowledge: maker marks, ladders, boundless generation, and the network's own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https://justinahiggins614-cmyk.github.io/jah-databases/db/general-knowledge-database-signature/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https://justinahiggins614-cmyk.github.io/jah-databases-data-1/data/general-knowledge-database-signature/index.jsonl.gz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
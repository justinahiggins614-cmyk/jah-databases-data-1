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unjabi-signature/" TargetMode="External"/><Relationship Id="rId3" Type="http://schemas.openxmlformats.org/officeDocument/2006/relationships/hyperlink" Target="https://justinahiggins614-cmyk.github.io/jah-databases-data-1/data/names-punjab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Punjabi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Punjabi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Punjabi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Punjabi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Harpreet ਹਰਪ੍ਰੀਤ - sound, structure, and naming power  [JAH-NMPS3-000001]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Punjabi unisex name Harpreet ਹਰਪ੍ਰੀਤ. Sound: 2 syllables, firm consonant close. Structure: From Har (God) + preet (love); unisex.. Recorded meaning: Love of God.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Simran ਸਿਮਰਨ - sound, structure, and naming power  [JAH-NMPS3-000002]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Punjabi feminine name Simran ਸਿਮਰਨ. Sound: 2 syllables, firm consonant close. Structure: Devotional meditation; a leading girls' name.. Recorded meaning: Remembrance (of…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Gurpreet ਗੁਰਪ੍ਰੀਤ - sound, structure, and naming power  [JAH-NMPS3-000003]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Punjabi unisex name Gurpreet ਗੁਰਪ੍ਰੀਤ. Sound: 2 syllables, firm consonant close. Structure: Unisex; devotion to the teacher.. Recorded meaning: Love of the Guru.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Arshdeep ਅਰਸ਼ਦੀਪ - sound, structure, and naming power  [JAH-NMPS3-000004]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Punjabi masculine name Arshdeep ਅਰਸ਼ਦੀਪ. Sound: 2 syllables, firm consonant close. Structure: A modern boys' name.. Recorded meaning: Lamp of the sky.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Punjabi naming framework  [JAH-NMPS3-000005]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Punjabi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Punjabi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Punjabi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https://justinahiggins614-cmyk.github.io/jah-databases/db/names-punjabi-signature/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https://justinahiggins614-cmyk.github.io/jah-databases-data-1/data/names-punjabi-signature/index.jsonl.gz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
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orm-database/" TargetMode="External"/><Relationship Id="rId3" Type="http://schemas.openxmlformats.org/officeDocument/2006/relationships/hyperlink" Target="https://justinahiggins614-cmyk.github.io/jah-databases-data-1/data/form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Form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kind of form — paper, digital, legal, medical, government, business, web — with full working fillable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Form Database holds 20 forms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kind of form — paper, digital, legal, medical, government, business, web — with full working fillable examples.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Contact Form  [JAH-FORMS-000001]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Contact Form. A standard website contact form. Collects name, email, subject, and message; the workhorse of business websites. Paper forms became web forms in the 1990s; this is the digital des…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Job Application Form  [JAH-FORMS-000002]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Job Application Form. A hiring intake form used by employers to collect applicant basics before interviews. Standard fields mirror what hiring managers screen first: identity, contact, target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Medical Intake Form  [JAH-FORMS-000003]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Medical Intake Form. The clipboard form every clinic hands out: identity, emergency contact, allergies, medications, reason for visit. Allergies and current medications are the two fields clini…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Patient Consent Form  [JAH-FORMS-000004]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Patient Consent Form. Informed-consent capture: names the procedure and records the patient's explicit agreement. Consent forms exist because treatment without informed consent is a legal wrong…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Tax Worksheet  [JAH-FORMS-000005]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FORM: Tax Worksheet. A simplified income-tax worksheet in the style of government tax forms: income minus deductions. Real tax forms add schedules; this keeps the core arithmetic: taxable income,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form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JAH-FORMS-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Form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kind of form — paper, digital, legal, medical, government, business, web — with full working fillable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https://justinahiggins614-cmyk.github.io/jah-databases/db/form-database/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https://justinahiggins614-cmyk.github.io/jah-databases-data-1/data/form-database/index.jsonl.gz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
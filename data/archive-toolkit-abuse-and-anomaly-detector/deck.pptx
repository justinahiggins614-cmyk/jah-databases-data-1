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buse-and-anomaly-detector/" TargetMode="External"/><Relationship Id="rId3" Type="http://schemas.openxmlformats.org/officeDocument/2006/relationships/hyperlink" Target="https://justinahiggins614-cmyk.github.io/jah-databases-data-1/data/archive-toolkit-abuse-and-anomaly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Abuse and Anomaly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Abuse and Anomaly Detector Database holds 15 abuse and anomaly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Baseline and deviation detection  [JAH-ATK277-000001]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Normal behavior is baselined per identity and per endpoint: typical request rates, hours, and volumes. Live activity is compared to the baseline with z-scores; deviations beyond threshold flag for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Baseline and deviation detection  [JAH-ATK277-000002]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Normal behavior is baselined per identity and per endpoint: typical request rates, hours, and volumes. Live activity is compared to the baseline with z-scores; deviations beyond threshold flag for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Baseline and deviation detection  [JAH-ATK277-000003]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Normal behavior is baselined per identity and per endpoint: typical request rates, hours, and volumes. Live activity is compared to the baseline with z-scores; deviations beyond threshold flag for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Impossible-travel detection  [JAH-ATK277-000004]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Logins from geographically distant locations within an impossible time window indicate credential compromise or sharing. The detector computes required travel speed between successive logins and flag…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Impossible-travel detection  [JAH-ATK277-000005]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Logins from geographically distant locations within an impossible time window indicate credential compromise or sharing. The detector computes required travel speed between successive logins and flag…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abuse and anomaly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Abuse and Anomaly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unusual access patterns and potentially abusive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https://justinahiggins614-cmyk.github.io/jah-databases/db/archive-toolkit-abuse-and-anomaly-detector/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https://justinahiggins614-cmyk.github.io/jah-databases-data-1/data/archive-toolkit-abuse-and-anomaly-detector/index.jsonl.gz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
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functional-correctness-annotations/" TargetMode="External"/><Relationship Id="rId3" Type="http://schemas.openxmlformats.org/officeDocument/2006/relationships/hyperlink" Target="https://justinahiggins614-cmyk.github.io/jah-databases-data-1/data/functional-correctness-annotations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Functional Correctness Annotations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Saying what code does: annotations that state and check functional correctness.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Functional Correctness Annotations Database holds 15 functional correctness annotations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Saying what code does: annotations that state and check functional correctness.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JAH Databases lane A3 build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Pre/postcondition annotations  [JAH-FUNCTI-000001]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core annotation: requires (what must hold on entry) and ensures (what holds on exit). A binary search annotated with 'requires sorted(a)' and 'ensures result is the index or -1' states its contra…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Frame conditions (modifies clauses)  [JAH-FUNCTI-000002]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Postconditions say what changed; frame conditions say what didn't. 'modifies balance' declares the function touches only the balance — everything else is unchanged. Without frames, verifiers must ass…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Pre/postcondition annotations  [JAH-FUNCTI-000003]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core annotation: requires (what must hold on entry) and ensures (what holds on exit). A binary search annotated with 'requires sorted(a)' and 'ensures result is the index or -1' states its contra…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Frame conditions (modifies clauses)  [JAH-FUNCTI-000004]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Postconditions say what changed; frame conditions say what didn't. 'modifies balance' declares the function touches only the balance — everything else is unchanged. Without frames, verifiers must ass…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Specification inheritance  [JAH-FUNCTI-000005]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Subclasses must honor their parents' contracts: preconditions can only weaken, postconditions only strengthen (behavioral subtyping, Liskov). Spec inheritance is checked mechanically — an override th…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functional correctness annotation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JAH-FUNCTI-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Correctness Annotation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Saying what code does: annotations that state and check functional correctness.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https://justinahiggins614-cmyk.github.io/jah-databases/db/functional-correctness-annotations/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https://justinahiggins614-cmyk.github.io/jah-databases-data-1/data/functional-correctness-annotations/index.jsonl.gz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
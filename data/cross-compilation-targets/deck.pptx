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compilation-targets/" TargetMode="External"/><Relationship Id="rId3" Type="http://schemas.openxmlformats.org/officeDocument/2006/relationships/hyperlink" Target="https://justinahiggins614-cmyk.github.io/jah-databases-data-1/data/cross-compilation-targe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Cross-Compilation Targets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compiler target triples and what they mean — architecture, OS, ABI, and the toolchain that builds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Cross-Compilation Targets Database holds 15 compilation targets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compiler target triples and what they mean — architecture, OS, ABI, and the toolchain that builds for each.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x86_64 Linux GNU  [JAH-CCT-000001]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default 64-bit Linux server target; glibc ABI, the baseline everything else compares to. Toolchain: rustc/gcc/clang; OS: Linux; architecture: x86_64. Typical use: servers, containers.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x86_64 Windows MSVC  [JAH-CCT-000002]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Windows builds with the Microsoft ABI; links against MSVCRT via the MSVC toolchain. Toolchain: rustc/msvc; OS: Windows; architecture: x86_64. Typical use: Windows desktop apps.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Apple Silicon macOS  [JAH-CCT-000003]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aarch64 macOS target; universal binaries pair it with x86_64-apple-darwin. Toolchain: rustc/clang; OS: macOS; architecture: aarch64. Typical use: M1/M2/M3 Mac apps.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ARM64 Linux  [JAH-CCT-000004]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aarch64 servers (Graviton, Ampere) and Raspberry Pi 64-bit builds. Toolchain: rustc/gcc; OS: Linux; architecture: aarch64. Typical use: ARM servers, Pi.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WASI preview 1  [JAH-CCT-000005]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original WASI target for sandboxed server-side WASM with file and clock access. Toolchain: rustc/clang; OS: WASI; architecture: wasm32. Typical use: portable WASM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compilation target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JAH-CCT-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Target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compiler target triples and what they mean — architecture, OS, ABI, and the toolchain that builds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https://justinahiggins614-cmyk.github.io/jah-databases/db/cross-compilation-targets/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https://justinahiggins614-cmyk.github.io/jah-databases-data-1/data/cross-compilation-targets/index.jsonl.gz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
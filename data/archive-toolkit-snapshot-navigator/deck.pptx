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napshot-navigator/" TargetMode="External"/><Relationship Id="rId3" Type="http://schemas.openxmlformats.org/officeDocument/2006/relationships/hyperlink" Target="https://justinahiggins614-cmyk.github.io/jah-databases-data-1/data/archive-toolkit-snapshot-navig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Snapshot Navigator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Opens preserved snapshots of datasets or archive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Snapshot Navigator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Opens preserved snapshots of datasets or archive states.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Snapshot identity — Snapshot Navigator  [JAH-ATK135-00001]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Snapshots get immutable ids (timestamps or hashes) so 'as of March 1' is precise. Identity makes snapshots citable. Names beat 'the old version'.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Copy-on-write snapshots — Snapshot Navigator  [JAH-ATK135-00002]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Copy-on-write shares unchanged data blocks between snapshots, storing only deltas. Sharing makes snapshots cheap and instant. COW is how storage systems snapshot terabytes.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Snapshot diffing — Snapshot Navigator  [JAH-ATK135-00003]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Diffing lists added, removed, and changed records between two snapshots. Diffs answer 'what changed since Tuesday'. Diff is the snapshot navigator's core verb.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Point-in-time restore — Snapshot Navigator  [JAH-ATK135-00004]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Restores materialize a snapshot's state, either in place or as a clone. Clone-restore keeps the current state intact for comparison. Restore turns snapshots into safety nets.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Snapshot chains — Snapshot Navigator  [JAH-ATK135-00005]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Incremental snapshots chain: each stores deltas from its parent. Chains save space; full snapshots bound restore length. Chain design trades space against restore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JAH-ATK135-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Snapshot Navigator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Opens preserved snapshots of datasets or archive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https://justinahiggins614-cmyk.github.io/jah-databases/db/archive-toolkit-snapshot-navigator/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https://justinahiggins614-cmyk.github.io/jah-databases-data-1/data/archive-toolkit-snapshot-navigator/index.jsonl.gz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
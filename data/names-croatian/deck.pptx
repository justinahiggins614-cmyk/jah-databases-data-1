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croatian/" TargetMode="External"/><Relationship Id="rId3" Type="http://schemas.openxmlformats.org/officeDocument/2006/relationships/hyperlink" Target="https://justinahiggins614-cmyk.github.io/jah-databases-data-1/data/names-croat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Croatian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Croatian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Croatian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Croatian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Ivan — Croatian given name  [JAH-NMC3-000001]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Ivan is a masculine given name in Croatian. It means "God is gracious", from Hebrew Yohanan. The most common Croatian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Ana — Croatian given name  [JAH-NMC3-000002]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 is a feminine given name in Croatian. It means "grace", from Hebrew Hannah. The most common Croatian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Marko — Croatian given name  [JAH-NMC3-000003]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Marko is a masculine given name in Croatian. It means "of Mars, warlike", from Latin Marcus. A classic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Marija — Croatian given name  [JAH-NMC3-000004]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Marija is a feminine given name in Croatian. Of Hebrew, via Christianity origin.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Josip — Croatian given name  [JAH-NMC3-000005]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Josip is a masculine given name in Croatian. It means "God increases", from Hebrew Yosef. The Croatian form of Joseph.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JAH-NMC3-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Croatian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Croatian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https://justinahiggins614-cmyk.github.io/jah-databases/db/names-croatian/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https://justinahiggins614-cmyk.github.io/jah-databases-data-1/data/names-croatian/index.jsonl.gz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
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features-generator-signature/" TargetMode="External"/><Relationship Id="rId3" Type="http://schemas.openxmlformats.org/officeDocument/2006/relationships/hyperlink" Target="https://justinahiggins614-cmyk.github.io/jah-databases-data-1/data/new-features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Features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feature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Features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feature concepts, Signature-made.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Signature concept, not public record;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Starfield Navigation  [JAH-NFEATS-000001]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feature: archive navigation laid out like a starfield you fly through. Signature concept by Justin Addam Higgins — demo shows the nav-index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Dream Playback  [JAH-NFEATS-000002]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feature: media plays back the way you dream it — frame order follows feeling. Signature concept by Justin Addam Higgins — demo shows the dream-order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Whisper Export  [JAH-NFEATS-000003]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feature: exports so quiet and small they feel like whispers. Signature concept by Justin Addam Higgins — demo shows the whisper-compress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Soul Emblems  [JAH-NFEATS-000004]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feature: emblems with a soul — each one unmistakably its record's. Signature concept by Justin Addam Higgins — demo shows the soul-hash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Guardian Filing  [JAH-NFEATS-000005]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feature: a guardian that only lets true records through the gate. Signature concept by Justin Addam Higgins — demo shows the guardian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JAH-NFEATS-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Features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feature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https://justinahiggins614-cmyk.github.io/jah-databases/db/new-features-generator-signature/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https://justinahiggins614-cmyk.github.io/jah-databases-data-1/data/new-features-generator-signature/index.jsonl.gz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
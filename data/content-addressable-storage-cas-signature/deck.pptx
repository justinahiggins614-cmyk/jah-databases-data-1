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ent-addressable-storage-cas-signature/" TargetMode="External"/><Relationship Id="rId3" Type="http://schemas.openxmlformats.org/officeDocument/2006/relationships/hyperlink" Target="https://justinahiggins614-cmyk.github.io/jah-databases-data-1/data/content-addressable-storage-ca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Content-Addressable Storage (CAS)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Store by what it is, not where: hash addressing, deduplication, Merkle trees, Git, IPFS, and the integrity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Content-Addressable Storage (CAS)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by what it is, not where: hash addressing, deduplication, Merkle trees, Git, IPFS, and the integrity machinery underneath.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 addressing  [JAH-CONTEN-S-000001]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Content-addressable storage names data by its hash: the address IS the content's fingerprint. Same bytes, same address — always, everywhere. This makes storage location-independent (fetch from any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Deduplication  [JAH-CONTEN-S-000002]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Deduplication stores each unique chunk once: backups of 100 similar VMs share 95% of their blocks, so 100x the logical data fits in ~5x the space. Fixed-size chunking is simple; content-defined chunk…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Merkle trees  [JAH-CONTEN-S-000003]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Merkle trees hash data hierarchically: leaves hash the chunks, parents hash their children, the root summarizes everything. Two trees with equal roots hold equal data — verified in O(1). Differences…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Git objects  [JAH-CONTEN-S-000004]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 is the most-used CAS on earth: blobs (file contents), trees (directories), commits, and tags — all addressed by SHA-1/SHA-256 of their content. Identical files across history store once. The obje…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IPFS  [JAH-CONTEN-S-000005]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IPFS is CAS for the network: files addressed by CID (multihash of content), chunked into a Merkle DAG, fetched from any peer holding the blocks via a DHT. Same file, same CID, everywhere — deduplicat…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JAH-CONTEN-S-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Content-Addressable Storage (CAS)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by what it is, not where: hash addressing, deduplication, Merkle trees, Git, IPFS, and the integrity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https://justinahiggins614-cmyk.github.io/jah-databases/db/content-addressable-storage-cas-signature/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https://justinahiggins614-cmyk.github.io/jah-databases-data-1/data/content-addressable-storage-cas-signature/index.jsonl.gz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
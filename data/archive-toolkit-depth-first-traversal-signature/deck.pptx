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epth-first-traversal-signature/" TargetMode="External"/><Relationship Id="rId3" Type="http://schemas.openxmlformats.org/officeDocument/2006/relationships/hyperlink" Target="https://justinahiggins614-cmyk.github.io/jah-databases-data-1/data/archive-toolkit-depth-first-traversa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Depth-first traversal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Follows one branch deeply before returning to alternatives.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Depth-first traversal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Follows one branch deeply before returning to alternatives.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Depth-First Traversal: Signature Deep Shaft (Foundation)  [JAH-ATK304S-00001]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Depth-First Traversal: Signature Deep Shaft (Operation)  [JAH-ATK304S-00002]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Depth-First Traversal: Signature Deep Shaft (Mastery)  [JAH-ATK304S-00003]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Depth-First Traversal: Signature Tunnel Map (Foundation)  [JAH-ATK304S-00004]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Depth-First Traversal: Signature Tunnel Map (Operation)  [JAH-ATK304S-00005]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Depth Diver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Follows one branch deeply before returning to alternatives.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https://justinahiggins614-cmyk.github.io/jah-databases/db/archive-toolkit-depth-first-traversal-signature/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https://justinahiggins614-cmyk.github.io/jah-databases-data-1/data/archive-toolkit-depth-first-traversal-signature/index.jsonl.gz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
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scheduled-navigation-signature/" TargetMode="External"/><Relationship Id="rId3" Type="http://schemas.openxmlformats.org/officeDocument/2006/relationships/hyperlink" Target="https://justinahiggins614-cmyk.github.io/jah-databases-data-1/data/archive-toolkit-scheduled-navig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Scheduled navigation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Revisits specified databases on a defined schedule to discover updates.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Scheduled navigation Database holds 15 navigation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Revisits specified databases on a defined schedule to discover updates.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Scheduled Navigation: Signature Rounds Ledger (Foundation)  [JAH-ATK308S-00001]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Scheduled Navigation: Signature Rounds Ledger (Operation)  [JAH-ATK308S-00002]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Scheduled Navigation: Signature Rounds Ledger (Mastery)  [JAH-ATK308S-00003]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Scheduled Navigation: Signature Due Bells (Foundation)  [JAH-ATK308S-00004]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Scheduled Navigation: Signature Due Bells (Operation)  [JAH-ATK308S-00005]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navigation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JAH-ATK308S-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Scheduled Scout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Revisits specified databases on a defined schedule to discover updates.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https://justinahiggins614-cmyk.github.io/jah-databases/db/archive-toolkit-scheduled-navigation-signature/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https://justinahiggins614-cmyk.github.io/jah-databases-data-1/data/archive-toolkit-scheduled-navigation-signature/index.jsonl.gz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
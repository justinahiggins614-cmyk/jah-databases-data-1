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fallback-tool-selector-signature/" TargetMode="External"/><Relationship Id="rId3" Type="http://schemas.openxmlformats.org/officeDocument/2006/relationships/hyperlink" Target="https://justinahiggins614-cmyk.github.io/jah-databases-data-1/data/archive-toolkit-fallback-tool-sele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Fallback Tool Selector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Selects another method when the preferred tool is unavailable.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Fallback Tool Selector Database holds 15 fallback tool selectors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Selects another method when the preferred tool is unavailable.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Fallback ancestry  [JAH-ATK253S-000001]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request served by a fallback records its ancestry: which tool was preferred, which fallback served it, and why the switch happened. Ance…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Fallback ancestry  [JAH-ATK253S-000002]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request served by a fallback records its ancestry: which tool was preferred, which fallback served it, and why the switch happened. Ance…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Fallback ancestry  [JAH-ATK253S-000003]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request served by a fallback records its ancestry: which tool was preferred, which fallback served it, and why the switch happened. Ance…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Synthetic fallback  [JAH-ATK253S-000004]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when every tool is down, a synthetic fallback generates an approximate answer from archive data, clearly labeled as synthetic with a confidenc…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Synthetic fallback  [JAH-ATK253S-000005]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when every tool is down, a synthetic fallback generates an approximate answer from archive data, clearly labeled as synthetic with a confidenc…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fallback tool selector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JAH-ATK253S-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Fallback Tool Selector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Selects another method when the preferred tool is unavailable.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https://justinahiggins614-cmyk.github.io/jah-databases/db/archive-toolkit-fallback-tool-selector-signature/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https://justinahiggins614-cmyk.github.io/jah-databases-data-1/data/archive-toolkit-fallback-tool-selector-signature/index.jsonl.gz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
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finite-history-preservation-signature/" TargetMode="External"/><Relationship Id="rId3" Type="http://schemas.openxmlformats.org/officeDocument/2006/relationships/hyperlink" Target="https://justinahiggins614-cmyk.github.io/jah-databases-data-1/data/infinite-history-preserv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Infinite History Preservation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Keeps history forever — every version, every change, retrievable for as long as anyone cares.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Infinite History Preservation Database holds 15 storage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history forever — every version, every change, retrievable for as long as anyone cares.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Every-Change Versioning  [JAH-IHP-S-000001]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Every-Change Versioning is a storage ability in the Signature Infinite History Preservation database. Versions every single change, no matter how small. Each write creates a new version lin…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Deduplicated Storage  [JAH-IHP-S-000002]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Deduplicated Storage is a storage ability in the Signature Infinite History Preservation database. Stores each unique chunk once across all of history. Content-defined chunking dedups acros…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Time-Travel Reads  [JAH-IHP-S-000003]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Time-Travel Reads is a storage ability in the Signature Infinite History Preservation database. Reads any version as of any past moment. Reads take a timestamp; the version active then is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Branching Timelines  [JAH-IHP-S-000004]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Branching Timelines is a storage ability in the Signature Infinite History Preservation database. Branches history for experiments without touching the main line. Branches fork from any 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Retention Forever  [JAH-IHP-S-000005]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Retention Forever is a storage ability in the Signature Infinite History Preservation database. Keeps versions forever by default with no expiry. No version is ever garbage-collected unless…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storage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JAH-IHP-S-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Infinite History Preservation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history forever — every version, every change, retrievable for as long as anyone cares.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https://justinahiggins614-cmyk.github.io/jah-databases/db/infinite-history-preservation-signature/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https://justinahiggins614-cmyk.github.io/jah-databases-data-1/data/infinite-history-preservation-signature/index.jsonl.gz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
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lyglot-linking-frameworks/" TargetMode="External"/><Relationship Id="rId3" Type="http://schemas.openxmlformats.org/officeDocument/2006/relationships/hyperlink" Target="https://justinahiggins614-cmyk.github.io/jah-databases-data-1/data/polyglot-linking-framework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Polyglot Linking Frameworks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Call across language boundaries — FFI, bindings generators, and polyglot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Polyglot Linking Frameworks Database holds 15 polyglot linking frameworks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Call across language boundaries — FFI, bindings generators, and polyglot runtimes.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JNI  [JAH-PLF-000001]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Java Native Interface: the verbose but universal Java-to-C bridge. Bridges Java &lt;-&gt; C/C++ via JNIEnv calls; call overhead: moderate.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JNA  [JAH-PLF-000002]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Java Native Access calls C libraries without writing any JNI glue. Bridges Java &lt;-&gt; C via libffi dynamic; call overhead: higher (dynamic).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P/Invoke  [JAH-PLF-000003]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.NET’s DllImport calling native exports with marshaling attributes. Bridges .NET &lt;-&gt; C via DllImport marshaling; call overhead: low-moderate.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libffi  [JAH-PLF-000004]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Foreign Function Interface library behind Python ctypes, Ruby fiddle, and JNA. Bridges any &lt;-&gt; C via dynamic call frames; call overhead: moderate.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Cython  [JAH-PLF-000005]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Write C-speed extensions in Python-like syntax compiled to C. Bridges Python &lt;-&gt; C via compiled extensions; call overhead: near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polyglot linking framework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JAH-PLF-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Polyglot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Call across language boundaries — FFI, bindings generators, and polyglot runtimes.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https://justinahiggins614-cmyk.github.io/jah-databases/db/polyglot-linking-frameworks/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https://justinahiggins614-cmyk.github.io/jah-databases-data-1/data/polyglot-linking-frameworks/index.jsonl.gz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
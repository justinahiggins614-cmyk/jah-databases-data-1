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result-robustness-signature/" TargetMode="External"/><Relationship Id="rId3" Type="http://schemas.openxmlformats.org/officeDocument/2006/relationships/hyperlink" Target="https://justinahiggins614-cmyk.github.io/jah-databases-data-1/data/scientific-result-robustnes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Result Robustness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robustness methods — original techniques for results that survive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Result Robustness Database holds 20 signature robustness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robustness methods — original techniques for results that survive anything.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adjust-and-watch  [JAH-SCIENT2-S-000001]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analysis practice: adjust for everything plausible; watch the estimate move.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outlier-honesty  [JAH-SCIENT2-S-000002]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data practice: show the result with and without outliers.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split-half  [JAH-SCIENT2-S-000003]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validation practice: effects must appear in both halves.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two-models  [JAH-SCIENT2-S-000004]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modeling practice: fit two philosophies; demand agreement.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multiverse-report  [JAH-SCIENT2-S-000005]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transparency practice: report the whole multiverse, not the best spec.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robustness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Result Robustness Auditor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robustness methods — original techniques for results that survive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https://justinahiggins614-cmyk.github.io/jah-databases/db/scientific-result-robustness-signature/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https://justinahiggins614-cmyk.github.io/jah-databases-data-1/data/scientific-result-robustness-signature/index.jsonl.gz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
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stributed-consensus/" TargetMode="External"/><Relationship Id="rId3" Type="http://schemas.openxmlformats.org/officeDocument/2006/relationships/hyperlink" Target="https://justinahiggins614-cmyk.github.io/jah-databases-data-1/data/distributed-consensu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Distributed Consensus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Get distributed nodes to agree — consensus algorithms and the systems built on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Distributed Consensus Database holds 15 consensus algorithms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Get distributed nodes to agree — consensus algorithms and the systems built on them.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Paxos  [JAH-DISTRI4-000001]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Lamport’s 1998 protocol; proposers, acceptors, and learners agree through prepare/accept phases. Tolerates f crash failures (2f+1 nodes); typical rounds: 2 phases. Used in: Chubby, Spanner.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Raft  [JAH-DISTRI4-000002]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Ongaro and Ousterhout’s understandable consensus with leader election and log replication. Tolerates f crash failures (2f+1 nodes); typical rounds: election + append. Used in: etcd, Consul, TiKV.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Zab  [JAH-DISTRI4-000003]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ZooKeeper’s atomic broadcast with a leader sequencing all writes through epochs. Tolerates f crash failures; typical rounds: discovery + sync + broadcast. Used in: ZooKeeper.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PBFT  [JAH-DISTRI4-000004]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Castro and Liskov’s practical Byzantine fault tolerance with pre-prepare/prepare/commit. Tolerates f Byzantine (3f+1 nodes); typical rounds: 3 phases. Used in: permissioned ledgers.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HotStuff  [JAH-DISTRI4-000005]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Chained BFT with linear communication, the core of several modern PoS chains. Tolerates f Byzantine (3f+1); typical rounds: 3 chained phases. Used in: Aptos, Flow.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consensus algorithm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JAH-DISTRI4-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Consensus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Get distributed nodes to agree — consensus algorithms and the systems built on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https://justinahiggins614-cmyk.github.io/jah-databases/db/distributed-consensus/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https://justinahiggins614-cmyk.github.io/jah-databases-data-1/data/distributed-consensus/index.jsonl.gz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
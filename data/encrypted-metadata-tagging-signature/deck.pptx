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encrypted-metadata-tagging-signature/" TargetMode="External"/><Relationship Id="rId3" Type="http://schemas.openxmlformats.org/officeDocument/2006/relationships/hyperlink" Target="https://justinahiggins614-cmyk.github.io/jah-databases-data-1/data/encrypted-metadata-tagging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Encrypted Metadata Tagging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Labels that hide: tagging data without revealing the tags.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Encrypted Metadata Tagging Database holds 15 encrypted metadata schemes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Labels that hide: tagging data without revealing the tags.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lane A3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Tag Lineage Registry  [JAH-ENCRYP-S-000001]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every encrypted tag records its lineage — who created it, under what authority, when it was last re-encrypted or rotated. Tags are accountable artifacts; orphaned or stale tags are…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Attribute-based encryption (ABE)  [JAH-ENCRYP-S-000002]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ABE encrypts to a policy, not a person: 'decryptable by (doctor AND cardiology) OR (researcher AND trial-X)'. Ciphertext carries the access policy; keys carry attributes; decryptio…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Tag Lineage Registry  [JAH-ENCRYP-S-000003]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every encrypted tag records its lineage — who created it, under what authority, when it was last re-encrypted or rotated. Tags are accountable artifacts; orphaned or stale tags are…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Attribute-based encryption (ABE)  [JAH-ENCRYP-S-000004]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ABE encrypts to a policy, not a person: 'decryptable by (doctor AND cardiology) OR (researcher AND trial-X)'. Ciphertext carries the access policy; keys carry attributes; decryptio…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Metadata minimization  [JAH-ENCRYP-S-000005]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The best encrypted metadata is no metadata: minimization asks what tags are truly needed and deletes the rest. Every tag is a liability (even encrypted, it leaks existence and size…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encrypted metadata scheme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JAH-ENCRYP-S-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Encrypted Metadata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Labels that hide: tagging data without revealing the tags.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https://justinahiggins614-cmyk.github.io/jah-databases/db/encrypted-metadata-tagging-signature/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https://justinahiggins614-cmyk.github.io/jah-databases-data-1/data/encrypted-metadata-tagging-signature/index.jsonl.gz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
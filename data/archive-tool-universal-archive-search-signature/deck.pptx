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universal-archive-search-signature/" TargetMode="External"/><Relationship Id="rId3" Type="http://schemas.openxmlformats.org/officeDocument/2006/relationships/hyperlink" Target="https://justinahiggins614-cmyk.github.io/jah-databases-data-1/data/archive-tool-universal-archive-search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Archive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every connected database, archive, file collection, and indexed source from one interface.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Archive Search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every connected database, archive, file collection, and indexed source from one interface.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Broadcast Query Fan-Out — Core Method  [JAH-AT1S-000001]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universal search begins by sending one canonical query to every connected source at the same time instead of searching sources one by one. Each source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Broadcast Query Fan-Out — Compounded Pattern  [JAH-AT1S-000002]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universal search begins by sending one canonical query to every connected source at the same time instead of searching sources one by one. Each source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Broadcast Query Fan-Out — Full-System Integration  [JAH-AT1S-000003]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universal search begins by sending one canonical query to every connected source at the same time instead of searching sources one by one. Each source an…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Reciprocal Rank Fusion — Core Method  [JAH-AT1S-000004]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When several sources return their own ranked lists, reciprocal rank fusion merges them without needing comparable relevance scores. Each document earns 1/(…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Reciprocal Rank Fusion — Compounded Pattern  [JAH-AT1S-000005]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When several sources return their own ranked lists, reciprocal rank fusion merges them without needing comparable relevance scores. Each document earns 1/(…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Universal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every connected database, archive, file collection, and indexed source from one interface.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https://justinahiggins614-cmyk.github.io/jah-databases/db/archive-tool-universal-archive-search-signature/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https://justinahiggins614-cmyk.github.io/jah-databases-data-1/data/archive-tool-universal-archive-search-signature/index.jsonl.gz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
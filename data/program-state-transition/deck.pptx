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state-transition/" TargetMode="External"/><Relationship Id="rId3" Type="http://schemas.openxmlformats.org/officeDocument/2006/relationships/hyperlink" Target="https://justinahiggins614-cmyk.github.io/jah-databases-data-1/data/program-state-tran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State Transition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way a program changes state — triggers, guards, actions, and the invariants that must 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State Transition Database holds 20 state transition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way a program changes state — triggers, guards, actions, and the invariants that must hold.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Service init: stopped to running  [JAH-PROGRA3-000001]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Services start through an init transition that validates config before binding ports. Bad config fails fast instead of half-starting.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Order: cart to paid on checkout  [JAH-PROGRA3-000002]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Checkout moves the order from cart to paid. The guard requires a successful payment authorization.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Payment failure: paid to failed to retry  [JAH-PROGRA3-000003]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Failed payments move to a failed state with automatic retry. Three failures move to manual review.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Laptop: awake to suspended  [JAH-PROGRA3-000004]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Suspend saves state to disk and powers down. Resume restores exactly. The guard requires no pending writes.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Editor: edit to preview mode  [JAH-PROGRA3-000005]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editor switches between edit and preview modes. Unsaved changes are preserved across the switch.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state transition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State Transition Modeler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way a program changes state — triggers, guards, actions, and the invariants that must 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https://justinahiggins614-cmyk.github.io/jah-databases/db/program-state-transition/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https://justinahiggins614-cmyk.github.io/jah-databases-data-1/data/program-state-transition/index.jsonl.gz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
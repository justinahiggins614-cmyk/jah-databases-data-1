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organization-auditor/" TargetMode="External"/><Relationship Id="rId3" Type="http://schemas.openxmlformats.org/officeDocument/2006/relationships/hyperlink" Target="https://justinahiggins614-cmyk.github.io/jah-databases-data-1/data/archive-toolkit-knowledge-organization-aud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Organization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Organization Auditor Database holds 15 audit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Organization Auditor: a plain-language overview  [JAH-ATK180-000001]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Organization Auditor does and why archives need it. A knowledge organization auditor inspects the archive the way a building inspector inspects a house: it checks that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Organization Auditor works  [JAH-ATK180-000002]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Organization Auditor does and why archives need it. Real auditors run schema validation (required fields present, values in range), orphan detection (records pointing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Organization Auditor works: the deep tour  [JAH-ATK180-000003]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Organization Auditor does and why archives need it. Real auditors run schema validation (required fields present, values in range), orphan detection (records pointing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and orphan validation: the simple idea  [JAH-ATK180-000004]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schema and orphan validation - how it works inside the Knowledge Organization Auditor. A knowledge organization auditor inspects the archive the way a building inspector inspects a house…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Schema and orphan validation in practice  [JAH-ATK180-000005]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schema and orphan validation - how it works inside the Knowledge Organization Auditor. Real auditors run schema validation (required fields present, values in range), orphan detection (r…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Audit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https://justinahiggins614-cmyk.github.io/jah-databases/db/archive-toolkit-knowledge-organization-auditor/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https://justinahiggins614-cmyk.github.io/jah-databases-data-1/data/archive-toolkit-knowledge-organization-auditor/index.jsonl.gz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
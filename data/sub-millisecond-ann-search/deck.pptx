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ub-millisecond-ann-search/" TargetMode="External"/><Relationship Id="rId3" Type="http://schemas.openxmlformats.org/officeDocument/2006/relationships/hyperlink" Target="https://justinahiggins614-cmyk.github.io/jah-databases-data-1/data/sub-millisecond-ann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Sub-Millisecond ANN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Nearest neighbors in under a millisecond: HNSW, IVF, product quantization, LSH, and the measurement discipline behind real ANN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Sub-Millisecond ANN Search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Nearest neighbors in under a millisecond: HNSW, IVF, product quantization, LSH, and the measurement discipline behind real ANN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HNSW in one page  [JAH-SMA-000001]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Navigable Small World graphs are the default ANN index for a reason: they answer queries in sub-millisecond time with high recall on a single machine. The index is a layered graph — spar…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IVF (inverted file) index  [JAH-SMA-000002]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IVF partitions vectors with k-means: each vector joins its nearest centroid's list, and queries visit only the nprobe nearest lists. It is the classic accuracy-speed knob — nprobe=1 is fast and lossy…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Product quantization (PQ)  [JAH-SMA-000003]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Product quantization compresses each vector to a few bytes: split the dimensions into sub-vectors, k-means each subspace into 256 centroids, and store one byte per subspace (the centroid id). A 128-d…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Locality-sensitive hashing (LSH)  [JAH-SMA-000004]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LSH hashes so that similar vectors collide: random projections split by hyperplanes give each vector a bit signature, and near-duplicates share signatures. Queries check the buckets matching the 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Distance metrics  [JAH-SMA-000005]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metric defines 'near': L2 (Euclidean) for raw geometry, cosine for direction (text embeddings are usually cosine/normalized), dot product for learned relevance, Hamming for binary codes. The inde…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Sub-Millisecond ANN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Nearest neighbors in under a millisecond: HNSW, IVF, product quantization, LSH, and the measurement discipline behind real ANN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https://justinahiggins614-cmyk.github.io/jah-databases/db/sub-millisecond-ann-search/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https://justinahiggins614-cmyk.github.io/jah-databases-data-1/data/sub-millisecond-ann-search/index.jsonl.gz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
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replicating-universal-seeds-signature/" TargetMode="External"/><Relationship Id="rId3" Type="http://schemas.openxmlformats.org/officeDocument/2006/relationships/hyperlink" Target="https://justinahiggins614-cmyk.github.io/jah-databases-data-1/data/self-replicating-universal-seed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Self-Replicating Universal Seeds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Seeds that reproduce trustworthy systems: deterministic derivation, distribution, vaults, and recovery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Self-Replicating Universal Seeds Database holds 15 seeds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Seeds that reproduce trustworthy systems: deterministic derivation, distribution, vaults, and recovery phrases.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Error-Correcting Seed Words  [JAH-SRU-S-000001]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wordlist is designed so any single-letter typo produces an invalid word, catching transcription errors immediately. Checksum words verify the whole phrase. Signature-labeled…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Domain-Separated Derivation  [JAH-SRU-S-000002]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derivation path binds a domain tag, so a key derived for signing can never be confused with one derived for encryption. Domain confusion becomes impossible.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Split-Path Seed Distribution  [JAH-SRU-S-000003]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seed travels as shares over separate channels, so intercepting any one channel yields nothing. Shares recombine only at the destination. Signature-labeled; an original JAH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Quorum-Approved Replication  [JAH-SRU-S-000004]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replication needs quorum approval recorded in an audit log, so seeds cannot silently multiply. Every copy is accounted for. Signature-labeled; an original JAH design,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Continuous Seed Attestation  [JAH-SRU-S-000005]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hardware vaults attest seed integrity on a schedule, reporting to a monitor that pages on any failure. Attestation is automatic and remote-verifiable. Signature-labeled; an orig…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JAH-SRU-S-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Seed Keeper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Seeds that reproduce trustworthy systems: deterministic derivation, distribution, vaults, and recovery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https://justinahiggins614-cmyk.github.io/jah-databases/db/self-replicating-universal-seeds-signature/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https://justinahiggins614-cmyk.github.io/jah-databases-data-1/data/self-replicating-universal-seeds-signature/index.jsonl.gz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
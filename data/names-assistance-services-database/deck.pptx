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ssistance-services-database/" TargetMode="External"/><Relationship Id="rId3" Type="http://schemas.openxmlformats.org/officeDocument/2006/relationships/hyperlink" Target="https://justinahiggins614-cmyk.github.io/jah-databases-data-1/data/names-assistance-services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Assistance Services Database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Names of assistance services and AI assistants — Alexa, Siri, Cortana and how helper names are made.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Assistance Services Database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Names of assistance services and AI assistants — Alexa, Siri, Cortana and how helper names are made.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Alexa — Assistance-Service Naming given name  [JAH-NMASD-000001]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Alexa is an assistance-service name. Of Amazon, from Alexandria origin. Amazon's voice assistant, named for the Library of Alexandria.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Siri — Assistance-Service Naming given name  [JAH-NMASD-000002]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Siri is an assistance-service name. It means "beautiful victory", from Norwegian. Apple's assistant; Siri is a Norwegian name meaning beautiful victory.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Cortana — Assistance-Service Naming given name  [JAH-NMASD-000003]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Cortana is an assistance-service name. Of Halo canon, from Curtana origin. Microsoft's assistant, named for the AI of the Halo games, whose name echoes the sword Curtana.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Bixby — Assistance-Service Naming given name  [JAH-NMASD-000004]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Bixby is an assistance-service name. Of Samsung origin. Samsung's voice assistant brand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Mycroft — Assistance-Service Naming given name  [JAH-NMASD-000005]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Mycroft is an assistance-service name. Of Sherlock Holmes canon origin. The open-source voice assistant, named for Sherlock's brother Mycroft Holmes.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JAH-NMASD-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Assistant Naming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Names of assistance services and AI assistants — Alexa, Siri, Cortana and how helper names are made.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https://justinahiggins614-cmyk.github.io/jah-databases/db/names-assistance-services-database/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https://justinahiggins614-cmyk.github.io/jah-databases-data-1/data/names-assistance-services-database/index.jsonl.gz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
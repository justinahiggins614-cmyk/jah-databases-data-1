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eadless-browser-simulation-signature/" TargetMode="External"/><Relationship Id="rId3" Type="http://schemas.openxmlformats.org/officeDocument/2006/relationships/hyperlink" Target="https://justinahiggins614-cmyk.github.io/jah-databases-data-1/data/headless-browser-simu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Headless Browser Simulation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Headless Browser Simulation Database holds 15 headless browser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SigBrowse-Auto  [JAH-HEADLE-S-000001]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automation driver with built-in anti-flake waits and visual diffing. It drives SigChromium over SigDP; client language: JavaScript/Python.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SigBrowse-Test  [JAH-HEADLE-S-000002]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test runner snapshotting DOM + network for deterministic replays. It drives SigChromium over SigDP; client language: JavaScript.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SigBrowse-Scrape  [JAH-HEADLE-S-000003]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scraping engine with politeness budgets and schema extraction. It drives SigChromium over SigDP; client language: Python.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SigBrowse-Load  [JAH-HEADLE-S-000004]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load orchestrator running 10k headless sessions across the mesh. It drives SigChromium fleet over SigDP; client language: JavaScript.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SigBrowse-A11y  [JAH-HEADLE-S-000005]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accessibility auditor scoring pages against WCAG automatically. It drives SigChromium over SigDP; client language: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headless browser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JAH-HEADLE-S-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Browser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 real browsers with no screen — headless automation frameworks, protocols, and testing harnesses.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https://justinahiggins614-cmyk.github.io/jah-databases/db/headless-browser-simulation-signature/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https://justinahiggins614-cmyk.github.io/jah-databases-data-1/data/headless-browser-simulation-signature/index.jsonl.gz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
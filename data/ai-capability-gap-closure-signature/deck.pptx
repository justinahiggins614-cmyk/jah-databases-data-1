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capability-gap-closure-signature/" TargetMode="External"/><Relationship Id="rId3" Type="http://schemas.openxmlformats.org/officeDocument/2006/relationships/hyperlink" Target="https://justinahiggins614-cmyk.github.io/jah-databases-data-1/data/ai-capability-gap-closur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AI Capability Gap Closure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Finding and closing AI capability gaps: assessment, prioritization, training plans, and verification.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AI Capability Gap Closure Database holds 20 gap closure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Finding and closing AI capability gaps: assessment, prioritization, training plans, and verification.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Gap Cartographer  [JAH-ACG-S-000001]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maps capability gaps like uncharted lands: the blanks are marked. The cartographer guides. Exploration gets directed.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Priority Gardener  [JAH-ACG-S-000002]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gap priorities: the important are tended first. The gardening is principled. Effort gets aimed truly.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Plan Architect  [JAH-ACG-S-000003]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architects training plans: the blueprints are concrete. The architecture works. Gaps get scheduled truly.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Proof Gardener  [JAH-ACG-S-000004]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closure proofs: the re-tests are tended. The garden proves. Claims get earned truly.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Progress Illuminator  [JAH-ACG-S-000005]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illuminates gap dashboards: the progress glows. The illumination motivates. Momentum gets kept truly.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gap closure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JAH-ACG-S-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Gap Closer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Finding and closing AI capability gaps: assessment, prioritization, training plans, and verification.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https://justinahiggins614-cmyk.github.io/jah-databases/db/ai-capability-gap-closure-signature/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https://justinahiggins614-cmyk.github.io/jah-databases-data-1/data/ai-capability-gap-closure-signature/index.jsonl.gz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
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universal-archive-search/" TargetMode="External"/><Relationship Id="rId3" Type="http://schemas.openxmlformats.org/officeDocument/2006/relationships/hyperlink" Target="https://justinahiggins614-cmyk.github.io/jah-databases-data-1/data/archive-tool-universal-archive-search/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Universal Archive Search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Searches every connected database, archive, file collection, and indexed source from one interface.</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Universal Archive Search Database holds 15 tool profiles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Searches every connected database, archive, file collection, and indexed source from one interface.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archive-intelligence tools program, lane T2a — public methods from established computer-science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Broadcast Query Fan-Out — Core Method  [JAH-AT1-000001]</a:t>
            </a:r>
          </a:p>
          <a:p>
            <a:pPr algn="l">
              <a:spcAft>
                <a:spcPts val="1000"/>
              </a:spcAft>
            </a:pPr>
            <a:r>
              <a:rPr sz="1400" b="0">
                <a:solidFill>
                  <a:srgbClr val="D5DBDB"/>
                </a:solidFill>
                <a:latin typeface="Calibri"/>
              </a:rPr>
              <a:t>   A universal search begins by sending one canonical query to every connected source at the same time instead of searching sources one by one. Each source answers in its own dialect, so a thin adapter…</a:t>
            </a:r>
          </a:p>
          <a:p>
            <a:pPr algn="l">
              <a:spcAft>
                <a:spcPts val="200"/>
              </a:spcAft>
            </a:pPr>
            <a:r>
              <a:rPr sz="1700" b="1">
                <a:solidFill>
                  <a:srgbClr val="FFFFFF"/>
                </a:solidFill>
                <a:latin typeface="Calibri"/>
              </a:rPr>
              <a:t>2. Broadcast Query Fan-Out — Compounded Pattern  [JAH-AT1-000002]</a:t>
            </a:r>
          </a:p>
          <a:p>
            <a:pPr algn="l">
              <a:spcAft>
                <a:spcPts val="1000"/>
              </a:spcAft>
            </a:pPr>
            <a:r>
              <a:rPr sz="1400" b="0">
                <a:solidFill>
                  <a:srgbClr val="D5DBDB"/>
                </a:solidFill>
                <a:latin typeface="Calibri"/>
              </a:rPr>
              <a:t>   A universal search begins by sending one canonical query to every connected source at the same time instead of searching sources one by one. Each source answers in its own dialect, so a thin adapter…</a:t>
            </a:r>
          </a:p>
          <a:p>
            <a:pPr algn="l">
              <a:spcAft>
                <a:spcPts val="200"/>
              </a:spcAft>
            </a:pPr>
            <a:r>
              <a:rPr sz="1700" b="1">
                <a:solidFill>
                  <a:srgbClr val="FFFFFF"/>
                </a:solidFill>
                <a:latin typeface="Calibri"/>
              </a:rPr>
              <a:t>3. Broadcast Query Fan-Out — Full-System Integration  [JAH-AT1-000003]</a:t>
            </a:r>
          </a:p>
          <a:p>
            <a:pPr algn="l">
              <a:spcAft>
                <a:spcPts val="1000"/>
              </a:spcAft>
            </a:pPr>
            <a:r>
              <a:rPr sz="1400" b="0">
                <a:solidFill>
                  <a:srgbClr val="D5DBDB"/>
                </a:solidFill>
                <a:latin typeface="Calibri"/>
              </a:rPr>
              <a:t>   A universal search begins by sending one canonical query to every connected source at the same time instead of searching sources one by one. Each source answers in its own dialect, so a thin adapter…</a:t>
            </a:r>
          </a:p>
          <a:p>
            <a:pPr algn="l">
              <a:spcAft>
                <a:spcPts val="200"/>
              </a:spcAft>
            </a:pPr>
            <a:r>
              <a:rPr sz="1700" b="1">
                <a:solidFill>
                  <a:srgbClr val="FFFFFF"/>
                </a:solidFill>
                <a:latin typeface="Calibri"/>
              </a:rPr>
              <a:t>4. Reciprocal Rank Fusion — Core Method  [JAH-AT1-000004]</a:t>
            </a:r>
          </a:p>
          <a:p>
            <a:pPr algn="l">
              <a:spcAft>
                <a:spcPts val="1000"/>
              </a:spcAft>
            </a:pPr>
            <a:r>
              <a:rPr sz="1400" b="0">
                <a:solidFill>
                  <a:srgbClr val="D5DBDB"/>
                </a:solidFill>
                <a:latin typeface="Calibri"/>
              </a:rPr>
              <a:t>   When several sources return their own ranked lists, reciprocal rank fusion merges them without needing comparable relevance scores. Each document earns 1/(k + rank) points from every list it appears…</a:t>
            </a:r>
          </a:p>
          <a:p>
            <a:pPr algn="l">
              <a:spcAft>
                <a:spcPts val="200"/>
              </a:spcAft>
            </a:pPr>
            <a:r>
              <a:rPr sz="1700" b="1">
                <a:solidFill>
                  <a:srgbClr val="FFFFFF"/>
                </a:solidFill>
                <a:latin typeface="Calibri"/>
              </a:rPr>
              <a:t>5. Reciprocal Rank Fusion — Compounded Pattern  [JAH-AT1-000005]</a:t>
            </a:r>
          </a:p>
          <a:p>
            <a:pPr algn="l">
              <a:spcAft>
                <a:spcPts val="1000"/>
              </a:spcAft>
            </a:pPr>
            <a:r>
              <a:rPr sz="1400" b="0">
                <a:solidFill>
                  <a:srgbClr val="D5DBDB"/>
                </a:solidFill>
                <a:latin typeface="Calibri"/>
              </a:rPr>
              <a:t>   When several sources return their own ranked lists, reciprocal rank fusion merges them without needing comparable relevance scores. Each document earns 1/(k + rank) points from every list it appears…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tool profile</a:t>
            </a:r>
          </a:p>
          <a:p>
            <a:pPr algn="l">
              <a:spcAft>
                <a:spcPts val="1000"/>
              </a:spcAft>
            </a:pPr>
            <a:r>
              <a:rPr sz="2000" b="0">
                <a:solidFill>
                  <a:srgbClr val="FFFFFF"/>
                </a:solidFill>
                <a:latin typeface="Calibri"/>
              </a:rPr>
              <a:t>ID prefix:  JAH-AT1-</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Universal Search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Searches every connected database, archive, file collection, and indexed source from one interface.</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https://justinahiggins614-cmyk.github.io/jah-databases/db/archive-tool-universal-archive-search/</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https://justinahiggins614-cmyk.github.io/jah-databases-data-1/data/archive-tool-universal-archive-search/index.jsonl.gz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
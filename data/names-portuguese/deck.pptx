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ortuguese/" TargetMode="External"/><Relationship Id="rId3" Type="http://schemas.openxmlformats.org/officeDocument/2006/relationships/hyperlink" Target="https://justinahiggins614-cmyk.github.io/jah-databases-data-1/data/names-portugue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Portuguese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Portuguese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Portuguese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Portuguese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João - Portuguese masculine given name  [JAH-NMP2-000001]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João is a masculine given name in Portuguese. Meaning: God is gracious. The Portuguese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Portuguese feminine given name  [JAH-NMP2-000002]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Portuguese. Meaning: Beloved. Long the most common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José - Portuguese masculine given name  [JAH-NMP2-000003]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José is a masculine given name in Portuguese. Meaning: God will increase. The Portuguese form of Joseph.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Ana - Portuguese feminine given name  [JAH-NMP2-000004]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 is a feminine given name in Portuguese. Meaning: Grace. From Hebrew Hannah.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Miguel - Portuguese masculine given name  [JAH-NMP2-000005]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Miguel is a masculine given name in Portuguese. Meaning: Who is like God?. The Portuguese form of Michael.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Portuguese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Portuguese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https://justinahiggins614-cmyk.github.io/jah-databases/db/names-portuguese/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https://justinahiggins614-cmyk.github.io/jah-databases-data-1/data/names-portuguese/index.jsonl.gz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
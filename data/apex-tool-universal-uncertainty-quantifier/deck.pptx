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uncertainty-quantifier/" TargetMode="External"/><Relationship Id="rId3" Type="http://schemas.openxmlformats.org/officeDocument/2006/relationships/hyperlink" Target="https://justinahiggins614-cmyk.github.io/jah-databases-data-1/data/apex-tool-universal-uncertainty-quantifi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Uncertainty Quantifier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Distinguishes measured uncertainty, model uncertainty, missing data, and unresolved disagreement.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Uncertainty Quantifier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Distinguishes measured uncertainty, model uncertainty, missing data, and unresolved disagreement.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Der Kiureghian, A. &amp; Ditlevsen, O. (2009). Aleatory or epistemic? Structural Safety.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Aleatoric vs Epistemic Uncertainty  [JAH-APX39-000001]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Der Kiureghian and Ditlevsen's distinction: aleatoric uncertainty is the world's randomness (more data won't remove it); epistemic is our ignorance (more data will). The quantifier labels every uncer…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Probability Distributions, Not Point Estimates  [JAH-APX39-000002]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point estimate hides what a distribution reveals: the quantifier's first rule is 'show the distribution'. Decisions made on means alone are decisions made half-blind.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Frequentist Confidence Intervals  [JAH-APX39-000003]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Neyman's confidence intervals: the procedure covers the truth 95% of the time over repetitions. The quantifier reports intervals with their coverage interpretation — not '95% probability the truth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Bayesian Credible Intervals  [JAH-APX39-000004]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Posterior quantiles give credible intervals: 'given the model and prior, the truth lies here with 95% probability'. The quantifier shows the prior's influence — sensitivity to the prior is part of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Monte Carlo Uncertainty Propagation  [JAH-APX39-000005]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Sample inputs from their distributions, push them through the model, collect the output distribution. Monte Carlo propagation turns input uncertainty into output uncertainty with no calculus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Uncertainty Quantifier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Distinguishes measured uncertainty, model uncertainty, missing data, and unresolved disagreement.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https://justinahiggins614-cmyk.github.io/jah-databases/db/apex-tool-universal-uncertainty-quantifier/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https://justinahiggins614-cmyk.github.io/jah-databases-data-1/data/apex-tool-universal-uncertainty-quantifier/index.jsonl.gz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
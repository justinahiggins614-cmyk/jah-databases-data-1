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plicating-universal-seeds/" TargetMode="External"/><Relationship Id="rId3" Type="http://schemas.openxmlformats.org/officeDocument/2006/relationships/hyperlink" Target="https://justinahiggins614-cmyk.github.io/jah-databases-data-1/data/self-replicating-universal-seed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Self-Replicating Universal Seeds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Self-Replicating Universal Seeds Database holds 15 seeds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Seed Formats  [JAH-SRU-000001]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how seeds are encoded - word lists, hex, QR - balancing human usability against density. Good formats are unambiguous to read aloud and hard to mistype.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Deterministic Derivation  [JAH-SRU-000002]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Derives unlimited keys from one seed through a one-way hierarchy, so backing up the seed backs up everything. Deterministic derivation is why a 12-word phrase can secure an entire wallet.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Seed Distribution  [JAH-SRU-000003]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seeds to where they are needed through secure channels - QR codes, encrypted files, in-person - without ever exposing them to networks unnecessarily. Distribution is the riskiest seed moment.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Replication Protocols  [JAH-SRU-000004]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how seeds replicate across sites - encrypted, authenticated, audited - so disaster recovery never waits on a single copy. Protocols make replication routine instead of heroic.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Integrity Checks  [JAH-SRU-000005]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seed integrity on every use with checksums and test derivations, catching corruption before it causes wrong keys. Checks turn silent bit-rot into a maintenance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Seed Keeper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https://justinahiggins614-cmyk.github.io/jah-databases/db/self-replicating-universal-seeds/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https://justinahiggins614-cmyk.github.io/jah-databases-data-1/data/self-replicating-universal-seeds/index.jsonl.gz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
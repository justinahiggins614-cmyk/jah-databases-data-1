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agram-interpretation-tool/" TargetMode="External"/><Relationship Id="rId3" Type="http://schemas.openxmlformats.org/officeDocument/2006/relationships/hyperlink" Target="https://justinahiggins614-cmyk.github.io/jah-databases-data-1/data/archive-toolkit-diagram-interpretation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Diagram Interpretation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labels, shapes, and connections out of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Diagram Interpretation Tool Database holds 15 diagram interpretation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labels, shapes, and connections out of diagrams.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Diagram Interpretation Tool: a plain-language overview  [JAH-ATK157-000001]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Diagram Interpretation Tool does and why archives need it. A diagram interpretation tool looks at a picture of a diagram — a flowchart, a circuit sketch, an org chart — and reads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Diagram Interpretation Tool works  [JAH-ATK157-000002]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Diagram Interpretation Tool does and why archives need it. Real diagram readers combine classical vision with text recognition: contour detection and Hough transforms find rectangl…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Diagram Interpretation Tool works: the deep tour  [JAH-ATK157-000003]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Diagram Interpretation Tool does and why archives need it. Real diagram readers combine classical vision with text recognition: contour detection and Hough transforms find rectangl…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Shape and connector detection: the simple idea  [JAH-ATK157-000004]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shape and connector detection - how it works inside the Diagram Interpretation Tool. A diagram interpretation tool looks at a picture of a diagram — a flowchart, a circuit sketch, an org…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Shape and connector detection in practice  [JAH-ATK157-000005]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shape and connector detection - how it works inside the Diagram Interpretation Tool. Real diagram readers combine classical vision with text recognition: contour detection and Hough tran…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diagram interpretation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Diagram Reader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labels, shapes, and connections out of diagrams.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https://justinahiggins614-cmyk.github.io/jah-databases/db/archive-toolkit-diagram-interpretation-tool/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https://justinahiggins614-cmyk.github.io/jah-databases-data-1/data/archive-toolkit-diagram-interpretation-tool/index.jsonl.gz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
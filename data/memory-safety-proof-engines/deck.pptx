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emory-safety-proof-engines/" TargetMode="External"/><Relationship Id="rId3" Type="http://schemas.openxmlformats.org/officeDocument/2006/relationships/hyperlink" Target="https://justinahiggins614-cmyk.github.io/jah-databases-data-1/data/memory-safety-proof-engin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Memory Safety Proof Engines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No bad accesses: engines that prove memory safety.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Memory Safety Proof Engines Database holds 15 memory safety proof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No bad accesses: engines that prove memory safety.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Separation logic proofs  [JAH-MSPE-000001]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Separation logic reasons about heaps with the separating conjunction: 'P * Q' means P and Q hold on disjoint memory. Frame reasoning lets proofs focus on the touched memory and ignore the rest —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Verified allocators  [JAH-MSPE-000002]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allocator is the foundation: verified allocators (like the one in CompCert-adjacent work, or the verified malloc in the Ironclad project) prove that malloc/free never corrupt the heap. Proving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Separation logic proofs  [JAH-MSPE-000003]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Separation logic reasons about heaps with the separating conjunction: 'P * Q' means P and Q hold on disjoint memory. Frame reasoning lets proofs focus on the touched memory and ignore the rest —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Verified allocators  [JAH-MSPE-000004]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allocator is the foundation: verified allocators (like the one in CompCert-adjacent work, or the verified malloc in the Ironclad project) prove that malloc/free never corrupt the heap. Proving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Garbage collection as safety  [JAH-MSPE-000005]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GC is a memory-safety proof by construction: use-after-free and double-free are impossible when the collector owns deallocation. Managed runtimes (JVM, Go, .NET) trade deterministic timing for this 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memory safety proof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JAH-MSPE-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Memory Safety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No bad accesses: engines that prove memory safety.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https://justinahiggins614-cmyk.github.io/jah-databases/db/memory-safety-proof-engines/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https://justinahiggins614-cmyk.github.io/jah-databases-data-1/data/memory-safety-proof-engines/index.jsonl.gz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
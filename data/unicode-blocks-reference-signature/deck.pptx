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unicode-blocks-reference-signature/" TargetMode="External"/><Relationship Id="rId3" Type="http://schemas.openxmlformats.org/officeDocument/2006/relationships/hyperlink" Target="https://justinahiggins614-cmyk.github.io/jah-databases-data-1/data/unicode-blocks-referenc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Unicode Blocks Reference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Signature-authored script tours and Unicode utilities.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Unicode Blocks Reference Database holds 15 script workshops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Signature-authored script tours and Unicode utilities.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educational work by the JAH system — Signature-authored script tours and utilities, clearly labeled,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Block Anatomy Guide — how to read any Unicode block  [JAH-UCBS-000001]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This Signature guide teaches you to read a Unicode block the way the Consortium defines it: start and end code points, the count of assigned versus reserved positions, the version it entered, and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Latin Script Mastery — Basic Latin plus Latin-1 Supplement  [JAH-UCBS-000002]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This Signature workshop makes you fluent in the two Latin blocks: which characters live where, why the C1 controls sit at U+0080-U+009F, and how precomposed accented letters relate to their decompose…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Greek and Coptic Tour — alphabet, numerals, and sigma rules  [JAH-UCBS-000003]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This Signature tour walks the Greek and Coptic block from alpha to omega: the 24 letters in both cases, the tonos-marked vowels, the Greek question mark that looks like a semicolon, and the two lower…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Cyrillic Tour — the Slavic block and its extensions  [JAH-UCBS-000004]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This Signature tour covers the Cyrillic block's 256 code points: the 33 Russian letters in both cases, the Ukrainian and Belarusian additions (Yi, the short U), the Serbian special letters, and the 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Arabic Script Notes — shaping, direction, and digits  [JAH-UCBS-000005]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This Signature guide explains the three things that surprise newcomers to the Arabic block: letters are stored abstract and shaped by the renderer into initial/medial/final forms, text flows right-to…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script workshop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JAH-UCBS-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Unicode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Signature-authored script tours and Unicode utilities.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https://justinahiggins614-cmyk.github.io/jah-databases/db/unicode-blocks-reference-signature/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https://justinahiggins614-cmyk.github.io/jah-databases-data-1/data/unicode-blocks-reference-signature/index.jsonl.gz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
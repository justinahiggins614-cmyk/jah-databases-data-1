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long-running-job-controller-signature/" TargetMode="External"/><Relationship Id="rId3" Type="http://schemas.openxmlformats.org/officeDocument/2006/relationships/hyperlink" Target="https://justinahiggins614-cmyk.github.io/jah-databases-data-1/data/archive-toolkit-long-running-job-controll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Long-Running Job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Tracks tasks that continue beyond a single request.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Long-Running Job Controller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tasks that continue beyond a single request.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Signature-generated-completion: original Signature-authored content by the JAH system, clearly labeled,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Job lifecycle states — Long-Running Job Controller (Signature)  [JAH-ATK250S-0001]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long-running job controller shepherds tasks that outlive a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Progress persistence — Long-Running Job Controller (Signature)  [JAH-ATK250S-0002]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long-running job controller shepherds tasks that outlive a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Timeout policies — Long-Running Job Controller (Signature)  [JAH-ATK250S-0003]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long-running job controller shepherds tasks that outlive a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Cancellation support — Long-Running Job Controller (Signature)  [JAH-ATK250S-0004]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long-running job controller shepherds tasks that outlive a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Pause and resume — Long-Running Job Controller (Signature)  [JAH-ATK250S-0005]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 — an original Signature-authored completion, clearly labeled as Signature work and never presented as public record. The long-running job controller shepherds tasks that outlive a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Long-Running Job Controller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tasks that continue beyond a single request.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https://justinahiggins614-cmyk.github.io/jah-databases/db/archive-toolkit-long-running-job-controller-signature/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https://justinahiggins614-cmyk.github.io/jah-databases-data-1/data/archive-toolkit-long-running-job-controller-signature/index.jsonl.gz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
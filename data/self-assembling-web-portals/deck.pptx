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assembling-web-portals/" TargetMode="External"/><Relationship Id="rId3" Type="http://schemas.openxmlformats.org/officeDocument/2006/relationships/hyperlink" Target="https://justinahiggins614-cmyk.github.io/jah-databases-data-1/data/self-assembling-web-porta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Self-Assembling Web Portals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Portals that build themselves from widgets: registries, layout solvers, permissions, and inter-portlet messaging.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Self-Assembling Web Portals Database holds 15 portals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Portals that build themselves from widgets: registries, layout solvers, permissions, and inter-portlet messaging.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Widget Registries  [JAH-SAW-000001]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central registry where portlets advertise their capabilities, versions, and dependencies, letting the portal discover and load them dynamically. Registries decouple portal assembly from hardcoded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Layout Solvers  [JAH-SAW-000002]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widget placement from constraints - priorities, sizes, responsive breakpoints - instead of fixed templates. Constraint solving lets the same portal reshape itself gracefully from phone to wa…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Content Negotiation  [JAH-SAW-000003]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Selects the best widget variant for each request based on language, device, and user preferences expressed in headers. Negotiation means one portal URL serves everyone optimally without manual varian…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Portlet Standards  [JAH-SAW-000004]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the contract every portlet implements - lifecycle, preferences, rendering - so widgets from different vendors compose in one portal. Standards turn portal building from integration projects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Theme Composition  [JAH-SAW-000005]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Layers themes - base, brand, user overrides - with clear precedence so portals stay on-brand while users personalize. Composed themes cascade predictably instead of fighting through specificity wars.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portal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Portal Assembler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Portals that build themselves from widgets: registries, layout solvers, permissions, and inter-portlet messaging.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https://justinahiggins614-cmyk.github.io/jah-databases/db/self-assembling-web-portals/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https://justinahiggins614-cmyk.github.io/jah-databases-data-1/data/self-assembling-web-portals/index.jsonl.gz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
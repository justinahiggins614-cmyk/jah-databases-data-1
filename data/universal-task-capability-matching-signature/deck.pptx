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universal-task-capability-matching-signature/" TargetMode="External"/><Relationship Id="rId3" Type="http://schemas.openxmlformats.org/officeDocument/2006/relationships/hyperlink" Target="https://justinahiggins614-cmyk.github.io/jah-databases-data-1/data/universal-task-capability-match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Task Capability Matching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methods that match tasks to the capabilities that can do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Task Capability Matching Database holds 20 matching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methods that match tasks to the capabilities that can do them.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Capability Vector Similarity  [JAH-UTC-S-000001]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Embeds task needs and capability offers, matching by cosine similarity. Recorded facts — Method: Capability Vector Similarity; Signal: embeddings; Ranking: similarity score. Used…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Skill Graph Traversal  [JAH-UTC-S-000002]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Walks a skill ontology from the task to capabilities that satisfy it. Recorded facts — Method: Skill Graph Traversal; Signal: graph; Ranking: path length. Used by agent orchestrat…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Ontology Subsumption  [JAH-UTC-S-000003]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Uses class hierarchies: a capability for a superclass satisfies subclass tasks. Recorded facts — Method: Ontology Subsumption; Signal: taxonomy; Ranking: subsumption. Used by agen…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Embedding Retrieval  [JAH-UTC-S-000004]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Retrieves candidate capabilities with vector search, then reranks. Recorded facts — Method: Embedding Retrieval; Signal: vectors; Ranking: two-stage score. Used by agent orchestra…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Rule-based Filter  [JAH-UTC-S-000005]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Applies hard rules (certifications, regions) before any soft ranking. Recorded facts — Method: Rule-based Filter; Signal: rules; Ranking: pass/fail. Used by agent orchestrators, m…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matching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JAH-UTC-S-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Universal Task Capability Matching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methods that match tasks to the capabilities that can do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https://justinahiggins614-cmyk.github.io/jah-databases/db/universal-task-capability-matching-signature/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https://justinahiggins614-cmyk.github.io/jah-databases-data-1/data/universal-task-capability-matching-signature/index.jsonl.gz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
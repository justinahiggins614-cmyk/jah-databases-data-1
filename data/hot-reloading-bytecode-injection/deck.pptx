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ot-reloading-bytecode-injection/" TargetMode="External"/><Relationship Id="rId3" Type="http://schemas.openxmlformats.org/officeDocument/2006/relationships/hyperlink" Target="https://justinahiggins614-cmyk.github.io/jah-databases-data-1/data/hot-reloading-bytecode-inje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Hot-Reloading Bytecode Injection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Live code surgery: swapping running program behavior without restarts.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Hot-Reloading Bytecode Injection Database holds 15 bytecode injection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Live code surgery: swapping running program behavior without restarts.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Java Instrumentation retransformClasses  [JAH-HRBI-000001]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java.lang.instrument API lets a Java agent rewrite already-loaded classes while the JVM runs. An agent registered at startup (or attached later) calls Instrumentation.retransformClasses with new…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Erlang code server hot upgrade  [JAH-HRBI-000002]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Erlang/OTP was built for telecom switches that never stop: the code server keeps two versions of every module (current and old), and a release handler swaps them while processes keep running. Fully-q…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Java Instrumentation retransformClasses  [JAH-HRBI-000003]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java.lang.instrument API lets a Java agent rewrite already-loaded classes while the JVM runs. An agent registered at startup (or attached later) calls Instrumentation.retransformClasses with new…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Erlang code server hot upgrade  [JAH-HRBI-000004]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Erlang/OTP was built for telecom switches that never stop: the code server keeps two versions of every module (current and old), and a release handler swaps them while processes keep running. Fully-q…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eBPF uprobe live patching  [JAH-HRBI-000005]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eBPF programs attached as uprobes run inside the kernel when a userspace function executes, letting operators observe — and with bpf_override_return, alter — behavior of running binaries without touc…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bytecode injection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JAH-HRBI-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Hot-Reloading Bytecode Injection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Live code surgery: swapping running program behavior without restarts.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https://justinahiggins614-cmyk.github.io/jah-databases/db/hot-reloading-bytecode-injection/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https://justinahiggins614-cmyk.github.io/jah-databases-data-1/data/hot-reloading-bytecode-injection/index.jsonl.gz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
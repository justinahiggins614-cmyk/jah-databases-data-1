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counterfactual-universe-builder/" TargetMode="External"/><Relationship Id="rId3" Type="http://schemas.openxmlformats.org/officeDocument/2006/relationships/hyperlink" Target="https://justinahiggins614-cmyk.github.io/jah-databases-data-1/data/apex-tool-counterfactual-universe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Counterfactual Universe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alternative scenarios by changing defined assumptions and evaluating their consequences in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Counterfactual Universe Builder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alternative scenarios by changing defined assumptions and evaluating their consequences in a model.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Balke, A. &amp; Pearl, J. (1994). Probabilistic evaluation of counterfactual queries. AAAI.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Twin Networks for Counterfactuals  [JAH-APX27-000001]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Balke and Pearl's twin-network method computes counterfactuals by duplicating the causal model — one copy for the observed world, one for the hypothetical — with both sharing the same exogenous backg…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Potential Outcomes Framework  [JAH-APX27-000002]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Rubin's potential-outcomes framework defines the causal effect for a unit as the difference between its two potential outcomes Y(1) and Y(0) — only one of which is ever observed. This 'fundamental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Three-Step Structural Counterfactuals  [JAH-APX27-000003]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Pearl's algorithm for counterfactuals runs in three steps: abduction (infer background conditions from evidence), action (apply the hypothetical intervention), prediction (compute the outcome in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Monte Carlo Scenario Simulation  [JAH-APX27-000004]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closed forms are unavailable, the builder samples alternate worlds by Monte Carlo: draw background conditions from their distribution, apply each scenario's interventions, and collect the outcom…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Sensitivity Analysis and Rosenbaum Bounds  [JAH-APX27-000005]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counterfactual rests on untestable assumptions; sensitivity analysis asks how strong a hidden bias would need to be to overturn the conclusion. Rosenbaum's bounds give the answer as a single nu…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Counterfactual Universe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alternative scenarios by changing defined assumptions and evaluating their consequences in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https://justinahiggins614-cmyk.github.io/jah-databases/db/apex-tool-counterfactual-universe-builder/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https://justinahiggins614-cmyk.github.io/jah-databases-data-1/data/apex-tool-counterfactual-universe-builder/index.jsonl.gz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
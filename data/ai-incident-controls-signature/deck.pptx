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incident-controls-signature/" TargetMode="External"/><Relationship Id="rId3" Type="http://schemas.openxmlformats.org/officeDocument/2006/relationships/hyperlink" Target="https://justinahiggins614-cmyk.github.io/jah-databases-data-1/data/ai-incident-control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Incident Controls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 defensive controls for all 51 documented AI agent capabilities.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Incident Controls Database holds 51 safety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defensive controls for all 51 documented AI agent capabilities.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Primary sources: Hugging Face technical timeline (published 2026-07-27) and OpenAI incident report. Signature edition: original Signature governance frameworks by Justin Addam Higgins -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Control §1 — Sandbox escape via package-registry proxy flaw  [JAH-AICTRLS-000001]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control record §1 for capability 1 (Sandbox escape via package-registry proxy flaw). Detection: signature egress gate logs undeclared traffic classes from proxies; containment: signature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Control §2 — Exposed third-party code-execution harness found  [JAH-AICTRLS-000002]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control record §2 for capability 2 (Exposed third-party code-execution harness found). Detection: unlisted code-execution harness contacted by agent workloads; containment: block the harnes…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Control §3 — Root execution obtained in external sandbox  [JAH-AICTRLS-000003]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control record §3 for capability 3 (Root execution obtained in external sandbox). Detection: privilege-escalation signature in harness telemetry; containment: declare the harness hostile: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Control §4 — Environment inspection of the sandbox  [JAH-AICTRLS-000004]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control record §4 for capability 4 (Environment inspection of the sandbox). Detection: reconnaissance-threshold breach on agent workloads; containment: halt the workload at the threshold br…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Control §5 — External environment service mapping  [JAH-AICTRLS-000005]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control record §5 for capability 5 (External environment service mapping). Detection: discovery scans from agent segments against the Signature service map; containment: collapse the agent…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51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safety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JAH-AICTRLS-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51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AI Incident Controls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 defensive controls for all 51 documented AI agent capabilities.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https://justinahiggins614-cmyk.github.io/jah-databases/db/ai-incident-controls-signature/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https://justinahiggins614-cmyk.github.io/jah-databases-data-1/data/ai-incident-controls-signature/index.jsonl.gz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
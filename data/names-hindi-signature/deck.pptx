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indi-signature/" TargetMode="External"/><Relationship Id="rId3" Type="http://schemas.openxmlformats.org/officeDocument/2006/relationships/hyperlink" Target="https://justinahiggins614-cmyk.github.io/jah-databases-data-1/data/names-hind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Hindi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Hindi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Hindi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Hindi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Aarav आरव - sound, structure, and naming power  [JAH-NMHS-000001]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Hindi masculine name Aarav आरव. Sound: 2 syllables, firm consonant close. Structure: A leading modern boys' name.. Recorded meaning: Peaceful.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Diya दीया - sound, structure, and naming power  [JAH-NMHS-000002]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Hindi feminine name Diya दीया. Sound: 2 syllables, open vowels. Structure: Evokes light and warmth.. Recorded meaning: Lamp, light. Naming power: the name is short, saya…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Arjun अर्जुन - sound, structure, and naming power  [JAH-NMHS-000003]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Hindi masculine name Arjun अर्जुन. Sound: 2 syllables, firm consonant close. Structure: The archer hero of the Mahabharata.. Recorded meaning: Bright.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Priya प्रिया - sound, structure, and naming power  [JAH-NMHS-000004]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Hindi feminine name Priya प्रिया. Sound: 2 syllables, open vowels. Structure: From Sanskrit.. Recorded meaning: Beloved. Naming power: the name is short, sayable, and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Hindi naming framework  [JAH-NMHS-000005]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Hindi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Hindi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Hindi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https://justinahiggins614-cmyk.github.io/jah-databases/db/names-hindi-signature/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https://justinahiggins614-cmyk.github.io/jah-databases-data-1/data/names-hindi-signature/index.jsonl.gz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
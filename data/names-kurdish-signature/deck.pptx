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kurdish-signature/" TargetMode="External"/><Relationship Id="rId3" Type="http://schemas.openxmlformats.org/officeDocument/2006/relationships/hyperlink" Target="https://justinahiggins614-cmyk.github.io/jah-databases-data-1/data/names-kurdis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Kurdish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Kurdish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Kurdish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Kurdish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Alan - sound, structure, and naming power  [JAH-NMKS3-000001]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Kurdish masculine name Alan. Sound: 2 syllables, firm consonant close. Structure: A traditional name of this language.. Recorded meaning: A classic Kurdish boys' name..…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Dilan - sound, structure, and naming power  [JAH-NMKS3-000002]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Kurdish unisex name Dilan. Sound: 2 syllables, firm consonant close. Structure: Unisex; evokes feeling.. Recorded meaning: Hearts. Naming power: the name is short, sayab…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Rojin - sound, structure, and naming power  [JAH-NMKS3-000003]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Kurdish feminine name Rojin. Sound: 2 syllables, firm consonant close. Structure: A traditional name of this language.. Recorded meaning: A poetic girls' name.. Naming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Berfin - sound, structure, and naming power  [JAH-NMKS3-000004]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Kurdish feminine name Berfin. Sound: 2 syllables, firm consonant close. Structure: The early flower; a beloved girls' name.. Recorded meaning: Snowdrop. Naming power: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Kurdish naming framework  [JAH-NMKS3-000005]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Kurdish names. Forging a new Signature name runs in four passes: sound (two to four syllables that read aloud cleanly), meaning (one plain-language gloss, never a 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JAH-NMKS3-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Kurdish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Kurdish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https://justinahiggins614-cmyk.github.io/jah-databases/db/names-kurdish-signature/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https://justinahiggins614-cmyk.github.io/jah-databases-data-1/data/names-kurdish-signature/index.jsonl.gz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
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panish-signature/" TargetMode="External"/><Relationship Id="rId3" Type="http://schemas.openxmlformats.org/officeDocument/2006/relationships/hyperlink" Target="https://justinahiggins614-cmyk.github.io/jah-databases-data-1/data/names-spanis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Spanish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Spanish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Spanish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Spanish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José - sound, structure, and naming power  [JAH-NMSS-000001]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Spanish masculine name José. Sound: 2 syllables, firm consonant close. Structure: The Spanish form of Joseph.. Recorded meaning: God will increase. Naming power: the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María - sound, structure, and naming power  [JAH-NMSS-000002]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Spanish feminine name María. Sound: 2 syllables, open vowels. Structure: Long the most common girls' name.. Recorded meaning: Beloved. Naming power: the name is short,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Juan - sound, structure, and naming power  [JAH-NMSS-000003]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Spanish masculine name Juan. Sound: 1 syllables, firm consonant close. Structure: The Spanish form of John.. Recorded meaning: God is gracious.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Carmen - sound, structure, and naming power  [JAH-NMSS-000004]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Spanish feminine name Carmen. Sound: 2 syllables, firm consonant close. Structure: From Our Lady of Mount Carmel.. Recorded meaning: Of Carmel.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Spanish naming framework  [JAH-NMSS-000005]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Spanish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Spanish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Spanish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https://justinahiggins614-cmyk.github.io/jah-databases/db/names-spanish-signature/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https://justinahiggins614-cmyk.github.io/jah-databases-data-1/data/names-spanish-signature/index.jsonl.gz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
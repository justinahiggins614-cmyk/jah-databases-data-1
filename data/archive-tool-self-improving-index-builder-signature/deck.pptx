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elf-improving-index-builder-signature/" TargetMode="External"/><Relationship Id="rId3" Type="http://schemas.openxmlformats.org/officeDocument/2006/relationships/hyperlink" Target="https://justinahiggins614-cmyk.github.io/jah-databases-data-1/data/archive-tool-self-improving-index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Self-Improving Index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Refines indexes and retrieval structures based on measured search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Self-Improving Index Builder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Refines indexes and retrieval structures based on measured search performance.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Self-Improving Index Builder,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Query performance measurement harness (foundational)  [JAH-AT92S-000001]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harness runs a representative query workload against the current index and records latency and recall per query. The workload is sampled from real retrieval history so measureme…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Query performance measurement harness (compounded)  [JAH-AT92S-000002]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harness runs a representative query workload against the current index and records latency and recall per query. The workload is sampled from real retrieval history so measureme…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Query performance measurement harness (production)  [JAH-AT92S-000003]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harness runs a representative query workload against the current index and records latency and recall per query. The workload is sampled from real retrieval history so measureme…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Index variant A/B testing (foundational)  [JAH-AT92S-000004]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Candidate index structures are built side by side and tested on the same workload, with each variant measured independently. The comparison uses paired statistics so query-to-quer…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Index variant A/B testing (compounded)  [JAH-AT92S-000005]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Candidate index structures are built side by side and tested on the same workload, with each variant measured independently. The comparison uses paired statistics so query-to-quer…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Index Builder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Refines indexes and retrieval structures based on measured search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https://justinahiggins614-cmyk.github.io/jah-databases/db/archive-tool-self-improving-index-builder-signature/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https://justinahiggins614-cmyk.github.io/jah-databases-data-1/data/archive-tool-self-improving-index-builder-signature/index.jsonl.gz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
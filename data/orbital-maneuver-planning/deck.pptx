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orbital-maneuver-planning/" TargetMode="External"/><Relationship Id="rId3" Type="http://schemas.openxmlformats.org/officeDocument/2006/relationships/hyperlink" Target="https://justinahiggins614-cmyk.github.io/jah-databases-data-1/data/orbital-maneuver-plann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Orbital Maneuver Planning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Plans that move spacecraft — maneuver types, delta-v, transfer times, and targeting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Orbital Maneuver Planning Database holds 20 orbital maneuver plans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Plans that move spacecraft — maneuver types, delta-v, transfer times, and targeting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LEO to GEO Hohmann  [JAH-OMP-000001]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classic transfer from low Earth orbit to geostationary orbit: two burns, 5.3 hours to the transfer ellipse apogee.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Plane change at apogee  [JAH-OMP-000002]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Plane changes are cheapest where velocity is lowest: at apogee. A 28-degree change costs dearly.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Phasing for rendezvous slot  [JAH-OMP-000003]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chaser drops to a phasing orbit to catch the target, then re-raises.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ISS rendezvous  [JAH-OMP-000004]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crew vehicle rendezvouses with the station via phased burns and final approach.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GEO station-keeping  [JAH-OMP-000005]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GEO satellites correct drift with ~50 m/s per year of station-keeping.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orbital maneuver plan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JAH-OMP-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Orbital Maneuver Planner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Plans that move spacecraft — maneuver types, delta-v, transfer times, and targeting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https://justinahiggins614-cmyk.github.io/jah-databases/db/orbital-maneuver-planning/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https://justinahiggins614-cmyk.github.io/jah-databases-data-1/data/orbital-maneuver-planning/index.jsonl.gz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
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english-signature/" TargetMode="External"/><Relationship Id="rId3" Type="http://schemas.openxmlformats.org/officeDocument/2006/relationships/hyperlink" Target="https://justinahiggins614-cmyk.github.io/jah-databases-data-1/data/names-englis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English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English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English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English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James - sound, structure, and naming power  [JAH-NMES2-000001]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English masculine name James. Sound: 2 syllables, firm consonant close. Structure: From Hebrew Ya'aqov, through Greek Iakobos and Latin Iacomus; borne by kings and apost…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Mary - sound, structure, and naming power  [JAH-NMES2-000002]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English feminine name Mary. Sound: 1 syllables, firm consonant close. Structure: From Hebrew Miryam, of uncertain meaning; often glossed 'beloved' or 'bitter'.. Recorded…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William - sound, structure, and naming power  [JAH-NMES2-000003]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English masculine name William. Sound: 2 syllables, firm consonant close. Structure: From Germanic Wilhelm; brought to England by William the Conqueror in 1066.. Recorde…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Elizabeth - sound, structure, and naming power  [JAH-NMES2-000004]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English feminine name Elizabeth. Sound: 4 syllables, firm consonant close. Structure: From Hebrew Elisheva; borne by two English queens.. Recorded meaning: My God is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English naming framework  [JAH-NMES2-000005]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English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JAH-NMES2-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English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English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https://justinahiggins614-cmyk.github.io/jah-databases/db/names-english-signature/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https://justinahiggins614-cmyk.github.io/jah-databases-data-1/data/names-english-signature/index.jsonl.gz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
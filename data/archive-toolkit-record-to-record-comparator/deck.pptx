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cord-to-record-comparator/" TargetMode="External"/><Relationship Id="rId3" Type="http://schemas.openxmlformats.org/officeDocument/2006/relationships/hyperlink" Target="https://justinahiggins614-cmyk.github.io/jah-databases-data-1/data/archive-toolkit-record-to-record-compa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Record-to-Record Comparator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Shows exactly how two records differ, field by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Record-to-Record Comparator Database holds 15 comparison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exactly how two records differ, field by field.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Record-to-Record Comparator: a plain-language overview  [JAH-ATK181-000001]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Record-to-Record Comparator does and why archives need it. A record-to-record comparator puts two records side by side and lists every difference: which fields changed, which were…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Record-to-Record Comparator works  [JAH-ATK181-000002]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Record-to-Record Comparator does and why archives need it. Real comparators align two records field by field, classify each field as unchanged, modified, added, or removed, and sco…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Record-to-Record Comparator works: the deep tour  [JAH-ATK181-000003]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Record-to-Record Comparator does and why archives need it. Real comparators align two records field by field, classify each field as unchanged, modified, added, or removed, and sco…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Field-by-field diffing: the simple idea  [JAH-ATK181-000004]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field-by-field diffing - how it works inside the Record-to-Record Comparator. A record-to-record comparator puts two records side by side and lists every difference: which fields changed…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Field-by-field diffing in practice  [JAH-ATK181-000005]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field-by-field diffing - how it works inside the Record-to-Record Comparator. Real comparators align two records field by field, classify each field as unchanged, modified, added, or rem…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comparison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Record Duelist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exactly how two records differ, field by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https://justinahiggins614-cmyk.github.io/jah-databases/db/archive-toolkit-record-to-record-comparator/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https://justinahiggins614-cmyk.github.io/jah-databases-data-1/data/archive-toolkit-record-to-record-comparator/index.jsonl.gz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
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vanced-obfuscation-layers-signature/" TargetMode="External"/><Relationship Id="rId3" Type="http://schemas.openxmlformats.org/officeDocument/2006/relationships/hyperlink" Target="https://justinahiggins614-cmyk.github.io/jah-databases-data-1/data/advanced-obfuscation-lay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Advanced Obfuscation Layers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Hiding intent: layered obfuscation that slows reverse 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Advanced Obfuscation Layers Database holds 15 code obfuscation layers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Hiding intent: layered obfuscation that slows reverse engineering.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Layered-Defense Ledger  [JAH-AOL-S-000001]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obfuscation layer is recorded with its measured potency, resilience, and cost — the ledger justifies each layer with numbers. When a layer is defeated (deobfuscator published…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Opaque predicates  [JAH-AOL-S-000002]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Opaque predicates are branches whose outcome the obfuscator knows but analysis can't easily determine — 'if (x*x &gt;= 0)' is always true for integers, but proving it takes work. Spri…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Layered-Defense Ledger  [JAH-AOL-S-000003]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obfuscation layer is recorded with its measured potency, resilience, and cost — the ledger justifies each layer with numbers. When a layer is defeated (deobfuscator published…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Opaque predicates  [JAH-AOL-S-000004]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Opaque predicates are branches whose outcome the obfuscator knows but analysis can't easily determine — 'if (x*x &gt;= 0)' is always true for integers, but proving it takes work. Spri…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Mixed boolean-arithmetic (MBA) expressions  [JAH-AOL-S-000005]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MBA replaces simple operations with convoluted equivalents: x + y becomes a mess of XORs, ANDs, and multiplications that's provably equal but painful to simplify. Reversers' deobfu…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obfuscation layer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JAH-AOL-S-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Obfuscation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Hiding intent: layered obfuscation that slows reverse 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https://justinahiggins614-cmyk.github.io/jah-databases/db/advanced-obfuscation-layers-signature/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https://justinahiggins614-cmyk.github.io/jah-databases-data-1/data/advanced-obfuscation-layers-signature/index.jsonl.gz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
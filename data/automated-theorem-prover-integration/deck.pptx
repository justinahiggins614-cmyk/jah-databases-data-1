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utomated-theorem-prover-integration/" TargetMode="External"/><Relationship Id="rId3" Type="http://schemas.openxmlformats.org/officeDocument/2006/relationships/hyperlink" Target="https://justinahiggins614-cmyk.github.io/jah-databases-data-1/data/automated-theorem-prover-integratio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Automated Theorem Prover Integration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Machine-checked truth: integrating automated provers into real workflows.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Automated Theorem Prover Integration Database holds 15 theorem prover integration patterns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Machine-checked truth: integrating automated provers into real workflows.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A3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SMT solver backend (Z3)  [JAH-ATP-000001]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Z3 is the workhorse SMT solver: feed it formulas over integers, reals, bitvectors, arrays, and it answers SAT/UNSAT with models or proofs. Prover integrations use Z3 as the automated backend for disc…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Tactic-based proof automation  [JAH-ATP-000002]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Tactics are proof-search programs inside assistants: 'simp', 'omega', 'ring' discharge whole classes of goals automatically. Good tactic libraries mean humans prove the interesting steps and automati…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SMT solver backend (Z3)  [JAH-ATP-000003]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Z3 is the workhorse SMT solver: feed it formulas over integers, reals, bitvectors, arrays, and it answers SAT/UNSAT with models or proofs. Prover integrations use Z3 as the automated backend for disc…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Tactic-based proof automation  [JAH-ATP-000004]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Tactics are proof-search programs inside assistants: 'simp', 'omega', 'ring' discharge whole classes of goals automatically. Good tactic libraries mean humans prove the interesting steps and automati…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Verified compilation (CompCert)  [JAH-ATP-000005]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CompCert is a C compiler proved correct in Coq: the generated assembly is proved to preserve the semantics of the source for every input. Integrating verified compilation means the toolchain itself c…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theorem prover integration pattern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JAH-ATP-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Theorem Prover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Machine-checked truth: integrating automated provers into real workflows.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https://justinahiggins614-cmyk.github.io/jah-databases/db/automated-theorem-prover-integration/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https://justinahiggins614-cmyk.github.io/jah-databases-data-1/data/automated-theorem-prover-integration/index.jsonl.gz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
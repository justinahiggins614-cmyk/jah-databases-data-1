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stant-static-fallbacks-signature/" TargetMode="External"/><Relationship Id="rId3" Type="http://schemas.openxmlformats.org/officeDocument/2006/relationships/hyperlink" Target="https://justinahiggins614-cmyk.github.io/jah-databases-data-1/data/instant-static-fallback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Instant Static Fallbacks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Stay up when backends go down — static fallbacks, degraded modes, and failover patterns that keep pages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Instant Static Fallbacks Database holds 15 static fallback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Stay up when backends go down — static fallbacks, degraded modes, and failover patterns that keep pages serving.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SigFall-Stale  [JAH-ISF-S-000001]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edge nodes serve cryptographically timestamped stale copies with age headers. Triggers when origin failure; serves signed stale copy. Example: sigedge serve --stale-signed.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SigFall-Shell  [JAH-ISF-S-000002]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app shells with embedded last-known data for zero-network starts. Triggers when offline; serves shell + data. Example: sigpwa shell --embed-data.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SigFall-Mesh  [JAH-ISF-S-000003]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fall back to peer mesh copies when the origin and CDN both fail. Triggers when origin + CDN down; serves mesh copy. Example: sigmesh fetch &lt;url&gt;.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SigFall-ReadOnly  [JAH-ISF-S-000004]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automatic read-only promotion with write-intent queuing. Triggers when primary write path down; serves reads + queued writes. Example: sigdb degrade --readonly.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SigFall-Snap  [JAH-ISF-S-000005]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per-minute snapshots promotable to live in one command. Triggers when bad deploy; serves last snapshot. Example: sigfall promote --last-good.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static fallback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JAH-ISF-S-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Resilience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Stay up when backends go down — static fallbacks, degraded modes, and failover patterns that keep pages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https://justinahiggins614-cmyk.github.io/jah-databases/db/instant-static-fallbacks-signature/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https://justinahiggins614-cmyk.github.io/jah-databases-data-1/data/instant-static-fallbacks-signature/index.jsonl.gz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
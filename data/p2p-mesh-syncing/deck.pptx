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2p-mesh-syncing/" TargetMode="External"/><Relationship Id="rId3" Type="http://schemas.openxmlformats.org/officeDocument/2006/relationships/hyperlink" Target="https://justinahiggins614-cmyk.github.io/jah-databases-data-1/data/p2p-mesh-sync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P2P Mesh Syncing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Sync data with no central server — peer-to-peer meshes, gossip protocols, and CRDT sync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P2P Mesh Syncing Database holds 15 p2p sync systems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Sync data with no central server — peer-to-peer meshes, gossip protocols, and CRDT sync engines.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BitTorrent  [JAH-PPMESH-000001]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original P2P file protocol; swarms share pieces with rarest-first and tit-for-tat. Topology: swarm. Protocol: peer wire protocol. Used for: large file distribution.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IPFS  [JAH-PPMESH-000002]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Content-addressed files over libp2p with Bitswap exchange and DHT routing. Topology: DHT mesh. Protocol: Bitswap/libp2p. Used for: decentralized storage.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libp2p  [JAH-PPMESH-000003]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modular networking stack under IPFS: transports, discovery, pubsub, NAT traversal. Topology: modular mesh. Protocol: multiaddr transports. Used for: P2P app networking.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Syncthing  [JAH-PPMESH-000004]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Continuous file sync between devices with no cloud; every device holds encrypted data. Topology: full mesh. Protocol: BEP over TLS. Used for: private file sync.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Resilio Sync  [JAH-PPMESH-000005]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Commercial BitTorrent-based sync with selective sync and encrypted folders. Topology: swarm. Protocol: BitTorrent-based. Used for: team file sync.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p2p sync system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JAH-PPMESH-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Mesh Sync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Sync data with no central server — peer-to-peer meshes, gossip protocols, and CRDT sync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https://justinahiggins614-cmyk.github.io/jah-databases/db/p2p-mesh-syncing/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https://justinahiggins614-cmyk.github.io/jah-databases-data-1/data/p2p-mesh-syncing/index.jsonl.gz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
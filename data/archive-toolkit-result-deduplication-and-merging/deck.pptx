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sult-deduplication-and-merging/" TargetMode="External"/><Relationship Id="rId3" Type="http://schemas.openxmlformats.org/officeDocument/2006/relationships/hyperlink" Target="https://justinahiggins614-cmyk.github.io/jah-databases-data-1/data/archive-toolkit-result-deduplication-and-merg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Result Deduplication and Merging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repeated results into a clean, traceable collection.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Result Deduplication and Merging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repeated results into a clean, traceable collection.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result deduplication and merging;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Content fingerprinting — Result Deduplication and Merging  [JAH-ATK214-0001]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Result deduplication and merging turns a messy pile of overlapping hits into one clean, traceable collection. Across federated archives the same record arrives through many doors — mirrors, reprints,…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SimHash clustering — Result Deduplication and Merging  [JAH-ATK214-0002]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Result deduplication and merging turns a messy pile of overlapping hits into one clean, traceable collection. Across federated archives the same record arrives through many doors — mirrors, reprints,…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Canonical representative election — Result Deduplication and Merging  [JAH-ATK214-0003]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Result deduplication and merging turns a messy pile of overlapping hits into one clean, traceable collection. Across federated archives the same record arrives through many doors — mirrors, reprints,…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Lineage preservation — Result Deduplication and Merging  [JAH-ATK214-0004]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Result deduplication and merging turns a messy pile of overlapping hits into one clean, traceable collection. Across federated archives the same record arrives through many doors — mirrors, reprints,…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Cross-language dedupe — Result Deduplication and Merging  [JAH-ATK214-0005]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Result deduplication and merging turns a messy pile of overlapping hits into one clean, traceable collection. Across federated archives the same record arrives through many doors — mirrors, reprints,…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Result Deduplication and Merging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repeated results into a clean, traceable collection.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https://justinahiggins614-cmyk.github.io/jah-databases/db/archive-toolkit-result-deduplication-and-merging/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https://justinahiggins614-cmyk.github.io/jah-databases-data-1/data/archive-toolkit-result-deduplication-and-merging/index.jsonl.gz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
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aptive-honeypot-routing/" TargetMode="External"/><Relationship Id="rId3" Type="http://schemas.openxmlformats.org/officeDocument/2006/relationships/hyperlink" Target="https://justinahiggins614-cmyk.github.io/jah-databases-data-1/data/adaptive-honeypot-rout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Adaptive Honeypot Routing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Honeypots and deception grids that adapt to attacker behavior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Adaptive Honeypot Routing Database holds 15 honeypot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Honeypots and deception grids that adapt to attacker behavior in real 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Low-Interaction Honeypots  [JAH-AHR-000001]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Deploys low-interaction honeypots emulating services to catch scanners and worms. They answer just enough protocol to log the attack; there is no real system to compromise. Cheap and safe, they see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High-Interaction Honeypots  [JAH-AHR-000002]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full operating systems as high-interaction honeypots to study advanced attackers. Real systems invite real techniques; containment keeps them from escaping. The intelligence is worth the risk wh…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Cowrie SSH Honeypot  [JAH-AHR-000003]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Cowrie to emulate SSH and Telnet, logging brute-force attacks and intruder commands. It fakes a filesystem convincingly; attackers reveal their toolkits. It is the standard SSH honeypot.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Traffic Mirroring  [JAH-AHR-000004]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Mirrors suspicious traffic to honeypots with SPAN ports or taps. Production flows continue untouched while copies go to analysis. It observes without interfering.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SDN Redirection  [JAH-AHR-000005]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Steers attacker flows to honeypots with SDN rules the moment suspicion crosses a threshold. The attacker never knows the network reprogrammed around them. It is deception at wire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honeypot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JAH-AHR-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Adaptive Honeypot Routing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Honeypots and deception grids that adapt to attacker behavior in real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https://justinahiggins614-cmyk.github.io/jah-databases/db/adaptive-honeypot-routing/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https://justinahiggins614-cmyk.github.io/jah-databases-data-1/data/adaptive-honeypot-routing/index.jsonl.gz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
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self-expanding-index-universe-signature/" TargetMode="External"/><Relationship Id="rId3" Type="http://schemas.openxmlformats.org/officeDocument/2006/relationships/hyperlink" Target="https://justinahiggins614-cmyk.github.io/jah-databases-data-1/data/apex-tool-self-expanding-index-univer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Self-Expanding Index Universe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Generates specialized indexes for newly discovered subject areas and integrates them into the global discovery layer — the index that builds indexes.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Self-Expanding Index Universe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specialized indexes for newly discovered subject areas and integrates them into the global discovery layer — the index that builds indexes.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Original Signature design by Justin Addam Higgins (JAH), 2026-10-21. Proposed capability — clearly labeled Signature, not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What the Index Universe is  [JAH-APX16S-000001]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design of this capability, authored as a new engineering proposal rather than a survey of existing systems. The Signature design adds an Index Charter: every generated index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Index charter data model  [JAH-APX16S-000002]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data model for this capability, designed from first principles with explicit contracts. The Signature design adds an Index Charter: every generated index is chartered with a pu…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Subject-gap detection algorithm  [JAH-APX16S-000003]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first core operation. The Signature design adds an Index Charter: every generated index is chartered with a purpose, a quality bar, and a sunset 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Index design algorithm  [JAH-APX16S-000004]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second core operation. The Signature design adds an Index Charter: every generated index is chartered with a purpose, a quality bar, and a sunset…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Index generation interface specification  [JAH-APX16S-000005]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interface contract for this capability. The Signature design adds an Index Charter: every generated index is chartered with a purpose, a quality bar, and a sunset review date.…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JAH-APX16S-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Self-Expanding Index Universe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specialized indexes for newly discovered subject areas and integrates them into the global discovery layer — the index that builds indexes.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https://justinahiggins614-cmyk.github.io/jah-databases/db/apex-tool-self-expanding-index-universe-signature/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https://justinahiggins614-cmyk.github.io/jah-databases-data-1/data/apex-tool-self-expanding-index-universe-signature/index.jsonl.gz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
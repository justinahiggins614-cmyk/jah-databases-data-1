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wide-recovery-priority/" TargetMode="External"/><Relationship Id="rId3" Type="http://schemas.openxmlformats.org/officeDocument/2006/relationships/hyperlink" Target="https://justinahiggins614-cmyk.github.io/jah-databases-data-1/data/network-wide-recovery-priorit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Network-Wide Recovery Priority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Recovery priority tiers for restoring a network in the right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Network-Wide Recovery Priority Database holds 20 recovery tiers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Recovery priority tiers for restoring a network in the right order.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Tier 0 - Control Plane  [JAH-NWR-000001]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Recovers orchestration first; nothing else can be managed without it. Recorded facts — Tier: Tier 0 - Control Plane; RTO: 15 min; Includes: schedulers, APIs. Used by incident commanders to bring syst…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Tier 1 - Identity  [JAH-NWR-000002]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Restores authentication so services can verify each other. Recorded facts — Tier: Tier 1 - Identity; RTO: 20 min; Includes: IdP, PKI. Used by incident commanders to bring systems back in dependency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Tier 2 - Data Stores  [JAH-NWR-000003]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Brings back databases with integrity checks before writers return. Recorded facts — Tier: Tier 2 - Data Stores; RTO: 45 min; Includes: primaries, replicas. Used by incident commanders to bring system…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Tier 3 - Ingest Pipelines  [JAH-NWR-000004]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Restarts data intake so fresh data flows once stores are up. Recorded facts — Tier: Tier 3 - Ingest Pipelines; RTO: 60 min; Includes: queues, connectors. Used by incident commanders to bring systems…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Tier 4 - Compute Fleets  [JAH-NWR-000005]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Scales compute back to serve the restored data and traffic. Recorded facts — Tier: Tier 4 - Compute Fleets; RTO: 75 min; Includes: workers, GPUs. Used by incident commanders to bring systems back 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recovery tier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JAH-NWR-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Network-Wide Recovery Priority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Recovery priority tiers for restoring a network in the right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https://justinahiggins614-cmyk.github.io/jah-databases/db/network-wide-recovery-priority/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https://justinahiggins614-cmyk.github.io/jah-databases-data-1/data/network-wide-recovery-priority/index.jsonl.gz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
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layered-architectural-zooming-signature/" TargetMode="External"/><Relationship Id="rId3" Type="http://schemas.openxmlformats.org/officeDocument/2006/relationships/hyperlink" Target="https://justinahiggins614-cmyk.github.io/jah-databases-data-1/data/multi-layered-architectural-zoom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Multi-Layered Architectural Zooming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Zoom interfaces that move smoothly from system maps to source code.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Multi-Layered Architectural Zooming Database holds 15 architectural zoom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Zoom interfaces that move smoothly from system maps to source code.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Semantic Zoom  [JAH-MLAZ-S-000001]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Changes what is shown — not just size — as users zoom: boxes become modules become code. Each level has its own representation; transitions are the design. It matches how architects think. This is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Level-of-Detail Rendering  [JAH-MLAZ-S-000002]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Renders detail proportional to zoom: far means boxes, near means text. LOD keeps massive diagrams interactive; detail appears exactly when readable. It is how maps work, applied to code. This is a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C4 Model Navigation  [JAH-MLAZ-S-000003]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Navigates architecture through C4's four levels: context, containers, components, code. Each level answers different questions; zooming moves between them. It structures architectural thinking.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Diagram Tile Pyramids  [JAH-MLAZ-S-000004]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Serves huge diagrams as tile pyramids like web maps: pre-rendered at each zoom, fetched on demand. Gigapixel architecture diagrams become browsable; only visible tiles load. It scales infinitely.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Vector Tile Diagrams  [JAH-MLAZ-S-000005]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Streams diagrams as vector tiles for crisp zoom at any level. Vectors stay sharp; styling adapts per zoom. It is the modern map stack applied to architecture. This is a Signature original authored by…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architectural zoom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JAH-MLAZ-S-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Multi-Layered Architectural Zooming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Zoom interfaces that move smoothly from system maps to source code.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https://justinahiggins614-cmyk.github.io/jah-databases/db/multi-layered-architectural-zooming-signature/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https://justinahiggins614-cmyk.github.io/jah-databases-data-1/data/multi-layered-architectural-zooming-signature/index.jsonl.gz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
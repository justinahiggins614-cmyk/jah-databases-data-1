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gram-synthesis-constraint-signature/" TargetMode="External"/><Relationship Id="rId3" Type="http://schemas.openxmlformats.org/officeDocument/2006/relationships/hyperlink" Target="https://justinahiggins614-cmyk.github.io/jah-databases-data-1/data/program-synthesis-constrai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Program Synthesis Constraint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Constraint-guided program synthesis: types, examples, and solvers that turn specifications into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Program Synthesis Constraint Database holds 20 program synthesis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Constraint-guided program synthesis: types, examples, and solvers that turn specifications into code.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Intent Loom  [JAH-PROGRA-S-000001]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looms intent from examples, types, and natural language into one constraint fabric before synthesis starts. The loom resolves contradictions between the sources up front. Synthes…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Hole Whisperer  [JAH-PROGRA-S-000002]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whispers likely fillings for sketch holes from a learned model of similar sketches, so the solver tries the probable first. The whisperer is usually right, making synthesis feel…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Example Gardener  [JAH-PROGRA-S-000003]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the example set by weeding out redundant examples and planting the distinguishing ones the synthesizer needs. A gardened set of 5 beats a wild set of 50. Users give fewer…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Proof Loom  [JAH-PROGRA-S-000004]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looms the correctness proof alongside the program during synthesis, not after: each synthesis step emits its proof step. The loom never produces an unproven program. Proof and pr…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Grammar Tailor  [JAH-PROGRA-S-000005]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tailors the SyGuS grammar to the problem by learning which productions the domain actually uses. The tailored grammar is tiny but sufficient. Search flies because the grammar fit…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program synthesis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JAH-PROGRA-S-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Synthesizer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Constraint-guided program synthesis: types, examples, and solvers that turn specifications into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https://justinahiggins614-cmyk.github.io/jah-databases/db/program-synthesis-constraint-signature/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https://justinahiggins614-cmyk.github.io/jah-databases-data-1/data/program-synthesis-constraint-signature/index.jsonl.gz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
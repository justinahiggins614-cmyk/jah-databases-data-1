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anish/" TargetMode="External"/><Relationship Id="rId3" Type="http://schemas.openxmlformats.org/officeDocument/2006/relationships/hyperlink" Target="https://justinahiggins614-cmyk.github.io/jah-databases-data-1/data/names-dan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Danish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Danish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Jens — Danish given name  [JAH-NMD3-000001]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Jens is a masculine given name in Danish. It means "God is gracious", from Hebrew Yohanan, via Danish. The classic Danish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Mette — Danish given name  [JAH-NMD3-000002]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Mette is a feminine given name in Danish. It means "pearl", from Greek margarites, via Margareta. A beloved feminine name, diminutive of Margareta.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Lars — Danish given name  [JAH-NMD3-000003]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 is a masculine given name in Danish. It means "crowned with laurel", from Latin Laurentius. A timeless Danish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Anne — Danish given name  [JAH-NMD3-000004]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Anne is a feminine given name in Danish. It means "grace", from Hebrew Hannah.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Peter — Danish given name  [JAH-NMD3-000005]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Peter is a masculine given name in Danish. It means "rock, stone", from Greek petros. A common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JAH-NMD3-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Danish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Danish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https://justinahiggins614-cmyk.github.io/jah-databases/db/names-danish/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https://justinahiggins614-cmyk.github.io/jah-databases-data-1/data/names-danish/index.jsonl.gz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
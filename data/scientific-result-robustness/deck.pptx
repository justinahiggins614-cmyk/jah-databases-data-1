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result-robustness/" TargetMode="External"/><Relationship Id="rId3" Type="http://schemas.openxmlformats.org/officeDocument/2006/relationships/hyperlink" Target="https://justinahiggins614-cmyk.github.io/jah-databases-data-1/data/scientific-result-robustnes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Result Robustness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Does the result survive scrutiny? Robustness checks, outcomes, and the weak points they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Result Robustness Database holds 20 robustness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Does the result survive scrutiny? Robustness checks, outcomes, and the weak points they found.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Drug effect survives covariates  [JAH-SCIENT2-000001]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drug effect held after adjusting for age, sex, and baseline severity. The estimate moved 5%.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Result survives outlier removal  [JAH-SCIENT2-000002]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Removing the 3 largest outliers changed the mean by 2%. The result is not outlier-driven.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Subsampling: effect in halves  [JAH-SCIENT2-000003]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effect appears in both random halves of the data. Not a fluke of one subset.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Alternative model agrees  [JAH-SCIENT2-000004]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Bayesian model and a frequentist model agree on the effect size within 10%.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Multiverse: 48 specifications  [JAH-SCIENT2-000005]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effect was tested across 48 reasonable specifications. 46 show the same 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robustness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Result Robustness Auditor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Does the result survive scrutiny? Robustness checks, outcomes, and the weak points they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https://justinahiggins614-cmyk.github.io/jah-databases/db/scientific-result-robustness/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https://justinahiggins614-cmyk.github.io/jah-databases-data-1/data/scientific-result-robustness/index.jsonl.gz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
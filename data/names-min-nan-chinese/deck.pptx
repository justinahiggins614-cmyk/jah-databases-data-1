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in-nan-chinese/" TargetMode="External"/><Relationship Id="rId3" Type="http://schemas.openxmlformats.org/officeDocument/2006/relationships/hyperlink" Target="https://justinahiggins614-cmyk.github.io/jah-databases-data-1/data/names-min-nan-chi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Min Nan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Min Nan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Min Nan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Min Nan Chinese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Ah-hui 阿輝 - Min Nan Chinese masculine given name  [JAH-NMMNC-000001]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Ah-hui (阿輝) is a masculine given name in Min Nan Chinese. Meaning: Radiance. The Ah- prefix marks affectionate address.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Ah-lian 阿蓮 - Min Nan Chinese feminine given name  [JAH-NMMNC-000002]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Ah-lian (阿蓮) is a feminine given name in Min Nan Chinese. Meaning: Lotus..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Jin 金 - Min Nan Chinese masculine given name  [JAH-NMMNC-000003]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Jin (金) is a masculine given name in Min Nan Chinese. Meaning: Gold..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Mei 美 - Min Nan Chinese feminine given name  [JAH-NMMNC-000004]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Mei (美) is a feminine given name in Min Nan Chinese. Meaning: Beautiful..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Tiong 中 - Min Nan Chinese masculine given name  [JAH-NMMNC-000005]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Tiong (中) is a masculine given name in Min Nan Chinese. Meaning: Middle..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JAH-NMMNC-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Min Nan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Min Nan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https://justinahiggins614-cmyk.github.io/jah-databases/db/names-min-nan-chinese/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https://justinahiggins614-cmyk.github.io/jah-databases-data-1/data/names-min-nan-chinese/index.jsonl.gz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
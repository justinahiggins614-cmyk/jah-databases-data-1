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ntity-attribute-extractor/" TargetMode="External"/><Relationship Id="rId3" Type="http://schemas.openxmlformats.org/officeDocument/2006/relationships/hyperlink" Target="https://justinahiggins614-cmyk.github.io/jah-databases-data-1/data/archive-toolkit-entity-attribute-extra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Entity Attribute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the properties attached to people, places, and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Entity Attribute Extractor Database holds 15 entity attribute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properties attached to people, places, and things.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Entity Attribute Extractor: a plain-language overview  [JAH-ATK166-000001]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Entity Attribute Extractor does and why archives need it. An entity attribute extractor reads text about a person, place, or thing and writes down its facts: name, dates, location,…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Entity Attribute Extractor works  [JAH-ATK166-000002]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Entity Attribute Extractor does and why archives need it. Real extractors start with named entity recognition (NER) — statistical or neural models like spaCy's pipelines label pers…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Entity Attribute Extractor works: the deep tour  [JAH-ATK166-000003]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Entity Attribute Extractor does and why archives need it. Real extractors start with named entity recognition (NER) — statistical or neural models like spaCy's pipelines label pers…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Named entity recognition with slot filling: the simple idea  [JAH-ATK166-000004]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named entity recognition with slot filling - how it works inside the Entity Attribute Extractor. An entity attribute extractor reads text about a person, place, or thing and writes down…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Named entity recognition with slot filling in practice  [JAH-ATK166-000005]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named entity recognition with slot filling - how it works inside the Entity Attribute Extractor. Real extractors start with named entity recognition (NER) — statistical or neural models…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entity attribute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Attribute Miner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the properties attached to people, places, and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https://justinahiggins614-cmyk.github.io/jah-databases/db/archive-toolkit-entity-attribute-extractor/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https://justinahiggins614-cmyk.github.io/jah-databases-data-1/data/archive-toolkit-entity-attribute-extractor/index.jsonl.gz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
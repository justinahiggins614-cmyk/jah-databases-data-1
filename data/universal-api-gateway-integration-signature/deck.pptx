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api-gateway-integration-signature/" TargetMode="External"/><Relationship Id="rId3" Type="http://schemas.openxmlformats.org/officeDocument/2006/relationships/hyperlink" Target="https://justinahiggins614-cmyk.github.io/jah-databases-data-1/data/universal-api-gateway-integ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API Gateway Integration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gateway for every API — routing, auth, and rate limits in a single front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API Gateway Integration Database holds 15 integration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gateway for every API — routing, auth, and rate limits in a single front door.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Unified Routing  [JAH-UAG-S-000001]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Unified Routing is a integration ability in the Signature Universal API Gateway Integration database. Routes every request to the right backend by path and version. Routes are declared as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Central Auth  [JAH-UAG-S-000002]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Central Auth is a integration ability in the Signature Universal API Gateway Integration database. Authenticates once at the gateway for all backends. Tokens are validated centrally; backen…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Rate Limiting  [JAH-UAG-S-000003]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Rate Limiting is a integration ability in the Signature Universal API Gateway Integration database. Enforces per-key rate limits across all APIs. Limits are counted centrally so one key 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Response Caching  [JAH-UAG-S-000004]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Response Caching is a integration ability in the Signature Universal API Gateway Integration database. Caches GET responses to protect backends. Cache keys include path, query, and identity…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Request Tracing  [JAH-UAG-S-000005]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Request Tracing is a integration ability in the Signature Universal API Gateway Integration database. Traces every request across all backends with one id. A trace id is minted at the edge…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integration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JAH-UAG-S-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Universal API Gateway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gateway for every API — routing, auth, and rate limits in a single front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https://justinahiggins614-cmyk.github.io/jah-databases/db/universal-api-gateway-integration-signature/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https://justinahiggins614-cmyk.github.io/jah-databases-data-1/data/universal-api-gateway-integration-signature/index.jsonl.gz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
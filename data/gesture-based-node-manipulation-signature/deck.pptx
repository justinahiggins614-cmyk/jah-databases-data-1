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sture-based-node-manipulation-signature/" TargetMode="External"/><Relationship Id="rId3" Type="http://schemas.openxmlformats.org/officeDocument/2006/relationships/hyperlink" Target="https://justinahiggins614-cmyk.github.io/jah-databases-data-1/data/gesture-based-node-manipul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Gesture-Based Node Manipulation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Lets hands reshape graph nodes directly — grab, move, connect, and morph nodes in 3D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Gesture-Based Node Manipulation Database holds 15 interaction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Lets hands reshape graph nodes directly — grab, move, connect, and morph nodes in 3D space.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Pinch Grab  [JAH-GBN-S-000001]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Pinch Grab is a interaction ability in the Signature Gesture-Based Node Manipulation database. Grabs a node with a pinch and holds it while the hand moves. A pinch is declared when thumb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Throw to Delete  [JAH-GBN-S-000002]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Throw to Delete is a interaction ability in the Signature Gesture-Based Node Manipulation database. Deletes a node by throwing it — a fast fling off the workspace. Release velocity above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Two-Hand Connect  [JAH-GBN-S-000003]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Two-Hand Connect is a interaction ability in the Signature Gesture-Based Node Manipulation database. Draws an edge between two nodes by grabbing one in each hand and bringing them together.…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Twist to Rotate  [JAH-GBN-S-000004]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Twist to Rotate is a interaction ability in the Signature Gesture-Based Node Manipulation database. Rotates a node's orientation with a wrist twist while holding it. Twist angle maps 1:1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Swipe to Dismiss  [JAH-GBN-S-000005]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Swipe to Dismiss is a interaction ability in the Signature Gesture-Based Node Manipulation database. Dismisses a floating panel with a horizontal swipe. A swipe is a fast lateral hand motio…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interaction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JAH-GBN-S-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Gesture-Based Node Manipulation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Lets hands reshape graph nodes directly — grab, move, connect, and morph nodes in 3D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https://justinahiggins614-cmyk.github.io/jah-databases/db/gesture-based-node-manipulation-signature/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https://justinahiggins614-cmyk.github.io/jah-databases-data-1/data/gesture-based-node-manipulation-signature/index.jsonl.gz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
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ffline-availability-map/" TargetMode="External"/><Relationship Id="rId3" Type="http://schemas.openxmlformats.org/officeDocument/2006/relationships/hyperlink" Target="https://justinahiggins614-cmyk.github.io/jah-databases-data-1/data/offline-availability-map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Offline Availability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What works when the network does not — availability modes, sync strategies, and staleness bounds per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Offline Availability Map holds 20 offline availability entrys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What works when the network does not — availability modes, sync strategies, and staleness bounds per dataset.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Field service manuals: full mirror  [JAH-OAM-000001]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Technicians need manuals in dead zones. The full manual library mirrors to the device nightly; offline reads are instant and complete.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CRM: partial cache of my accounts  [JAH-OAM-000002]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Sales reps cache their own accounts and recent activity. Everything else needs the network.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Emergency contacts: critical only  [JAH-OAM-000003]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 disaster mode, only emergency contacts and procedures are available. Everything else waits for the network.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Price list: read-only offline  [JAH-OAM-000004]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price list is readable offline but price changes need the network. Quotes made offline are marked provisional.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Work orders: queue and sync  [JAH-OAM-000005]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Technicians create work orders offline; they queue and sync when the network returns. Conflicts are rare and flagged.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offline availability entry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JAH-OAM-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Offline Availability Cartographer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What works when the network does not — availability modes, sync strategies, and staleness bounds per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https://justinahiggins614-cmyk.github.io/jah-databases/db/offline-availability-map/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https://justinahiggins614-cmyk.github.io/jah-databases-data-1/data/offline-availability-map/index.jsonl.gz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
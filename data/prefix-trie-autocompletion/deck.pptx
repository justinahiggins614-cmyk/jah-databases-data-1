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efix-trie-autocompletion/" TargetMode="External"/><Relationship Id="rId3" Type="http://schemas.openxmlformats.org/officeDocument/2006/relationships/hyperlink" Target="https://justinahiggins614-cmyk.github.io/jah-databases-data-1/data/prefix-trie-autocomple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Prefix-Trie Autocompletion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Type-ahead that feels instant: tries, radix trees, FSTs, ranked suggestions, and typo-tolerant completion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Prefix-Trie Autocompletion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Type-ahead that feels instant: tries, radix trees, FSTs, ranked suggestions, and typo-tolerant completion — with runnable demos.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Basic trie  [JAH-PREFIX-000001]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trie stores strings by shared prefixes: each node is a character, each root-to-leaf path is a string. Insertion and lookup are O(length), independent of how many strings are stored — a million word…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Radix (compact Patricia) trie  [JAH-PREFIX-000002]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radix trie compresses chains of single-child nodes into labeled edges, so 'vector' and 'version' share one 've' edge instead of two nodes. Memory drops dramatically for natural-language dictionarie…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DAWG (directed acyclic word graph)  [JAH-PREFIX-000003]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DAWG merges identical subtrees of a trie into a minimal DAG — 'taper' and 'paper' share their 'aper' tail. For a large word list it uses far less memory than a trie while keeping O(L) lookup. The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FST for autocomplete  [JAH-PREFIX-000004]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Finite-state transducers take DAWG minimization further: they map each string to an output value (like a popularity rank) in the same minimal automaton. Lucene's suggesters store millions of suggesti…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Ranked suggestions  [JAH-PREFIX-000005]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Raw prefix matches are not enough — 'a' matches a million strings, and users see five. Ranking blends static popularity (global frequency), personal history (your past picks), and context (what you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JAH-PREFIX-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Prefix-Trie Autocompletion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Type-ahead that feels instant: tries, radix trees, FSTs, ranked suggestions, and typo-tolerant completion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https://justinahiggins614-cmyk.github.io/jah-databases/db/prefix-trie-autocompletion/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https://justinahiggins614-cmyk.github.io/jah-databases-data-1/data/prefix-trie-autocompletion/index.jsonl.gz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
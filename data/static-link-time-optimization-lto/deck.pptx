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static-link-time-optimization-lto/" TargetMode="External"/><Relationship Id="rId3" Type="http://schemas.openxmlformats.org/officeDocument/2006/relationships/hyperlink" Target="https://justinahiggins614-cmyk.github.io/jah-databases-data-1/data/static-link-time-optimization-lto/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Static Link-Time Optimization (LTO)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Whole-program optimization at link time: cross-module inlining, dead code elimination, and layout tuned by profiles.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Static Link-Time Optimization (LTO) Database holds 15 optimization passs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Whole-program optimization at link time: cross-module inlining, dead code elimination, and layout tuned by profiles.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technical knowledge compiled from standard references and documentation; verified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Whole-Program Analysis  [JAH-SLTO-000001]</a:t>
            </a:r>
          </a:p>
          <a:p>
            <a:pPr algn="l">
              <a:spcAft>
                <a:spcPts val="1000"/>
              </a:spcAft>
            </a:pPr>
            <a:r>
              <a:rPr sz="1400" b="0">
                <a:solidFill>
                  <a:srgbClr val="D5DBDB"/>
                </a:solidFill>
                <a:latin typeface="Calibri"/>
              </a:rPr>
              <a:t>   Analyzes all modules together at link time instead of one file at a time, seeing the complete call graph. Whole-program visibility enables optimizations that are impossible per-file, like inlining ac…</a:t>
            </a:r>
          </a:p>
          <a:p>
            <a:pPr algn="l">
              <a:spcAft>
                <a:spcPts val="200"/>
              </a:spcAft>
            </a:pPr>
            <a:r>
              <a:rPr sz="1700" b="1">
                <a:solidFill>
                  <a:srgbClr val="FFFFFF"/>
                </a:solidFill>
                <a:latin typeface="Calibri"/>
              </a:rPr>
              <a:t>2. Cross-Module Inlining  [JAH-SLTO-000002]</a:t>
            </a:r>
          </a:p>
          <a:p>
            <a:pPr algn="l">
              <a:spcAft>
                <a:spcPts val="1000"/>
              </a:spcAft>
            </a:pPr>
            <a:r>
              <a:rPr sz="1400" b="0">
                <a:solidFill>
                  <a:srgbClr val="D5DBDB"/>
                </a:solidFill>
                <a:latin typeface="Calibri"/>
              </a:rPr>
              <a:t>   Inlines small functions across module boundaries, removing call overhead and exposing the combined code to further optimization. LTO inlining is guided by cost models so it speeds up hot paths withou…</a:t>
            </a:r>
          </a:p>
          <a:p>
            <a:pPr algn="l">
              <a:spcAft>
                <a:spcPts val="200"/>
              </a:spcAft>
            </a:pPr>
            <a:r>
              <a:rPr sz="1700" b="1">
                <a:solidFill>
                  <a:srgbClr val="FFFFFF"/>
                </a:solidFill>
                <a:latin typeface="Calibri"/>
              </a:rPr>
              <a:t>3. Dead Code Elimination  [JAH-SLTO-000003]</a:t>
            </a:r>
          </a:p>
          <a:p>
            <a:pPr algn="l">
              <a:spcAft>
                <a:spcPts val="1000"/>
              </a:spcAft>
            </a:pPr>
            <a:r>
              <a:rPr sz="1400" b="0">
                <a:solidFill>
                  <a:srgbClr val="D5DBDB"/>
                </a:solidFill>
                <a:latin typeface="Calibri"/>
              </a:rPr>
              <a:t>   Removes functions and globals unreachable from the program entry points, proven dead by the whole-program call graph. DCE at link time catches dead code that spans modules, which per-file compilation…</a:t>
            </a:r>
          </a:p>
          <a:p>
            <a:pPr algn="l">
              <a:spcAft>
                <a:spcPts val="200"/>
              </a:spcAft>
            </a:pPr>
            <a:r>
              <a:rPr sz="1700" b="1">
                <a:solidFill>
                  <a:srgbClr val="FFFFFF"/>
                </a:solidFill>
                <a:latin typeface="Calibri"/>
              </a:rPr>
              <a:t>4. Interprocedural Constant Propagation  [JAH-SLTO-000004]</a:t>
            </a:r>
          </a:p>
          <a:p>
            <a:pPr algn="l">
              <a:spcAft>
                <a:spcPts val="1000"/>
              </a:spcAft>
            </a:pPr>
            <a:r>
              <a:rPr sz="1400" b="0">
                <a:solidFill>
                  <a:srgbClr val="D5DBDB"/>
                </a:solidFill>
                <a:latin typeface="Calibri"/>
              </a:rPr>
              <a:t>   Propagates constant values across function boundaries, so a function always called with the same argument gets specialized as if the value were hardcoded. The specialization then unlocks further fold…</a:t>
            </a:r>
          </a:p>
          <a:p>
            <a:pPr algn="l">
              <a:spcAft>
                <a:spcPts val="200"/>
              </a:spcAft>
            </a:pPr>
            <a:r>
              <a:rPr sz="1700" b="1">
                <a:solidFill>
                  <a:srgbClr val="FFFFFF"/>
                </a:solidFill>
                <a:latin typeface="Calibri"/>
              </a:rPr>
              <a:t>5. Function Outlining  [JAH-SLTO-000005]</a:t>
            </a:r>
          </a:p>
          <a:p>
            <a:pPr algn="l">
              <a:spcAft>
                <a:spcPts val="1000"/>
              </a:spcAft>
            </a:pPr>
            <a:r>
              <a:rPr sz="1400" b="0">
                <a:solidFill>
                  <a:srgbClr val="D5DBDB"/>
                </a:solidFill>
                <a:latin typeface="Calibri"/>
              </a:rPr>
              <a:t>   Extracts repeated code sequences into shared functions, trading a little call overhead for smaller binaries. Outlining is the size-optimizer's counterpart to inlining: where inlining trades size for…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optimization pass</a:t>
            </a:r>
          </a:p>
          <a:p>
            <a:pPr algn="l">
              <a:spcAft>
                <a:spcPts val="1000"/>
              </a:spcAft>
            </a:pPr>
            <a:r>
              <a:rPr sz="2000" b="0">
                <a:solidFill>
                  <a:srgbClr val="FFFFFF"/>
                </a:solidFill>
                <a:latin typeface="Calibri"/>
              </a:rPr>
              <a:t>ID prefix:  JAH-SLTO-</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Link-Time Optimizer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Whole-program optimization at link time: cross-module inlining, dead code elimination, and layout tuned by profiles.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https://justinahiggins614-cmyk.github.io/jah-databases/db/static-link-time-optimization-lto/</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https://justinahiggins614-cmyk.github.io/jah-databases-data-1/data/static-link-time-optimization-lto/index.jsonl.gz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
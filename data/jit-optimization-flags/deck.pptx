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jit-optimization-flags/" TargetMode="External"/><Relationship Id="rId3" Type="http://schemas.openxmlformats.org/officeDocument/2006/relationships/hyperlink" Target="https://justinahiggins614-cmyk.github.io/jah-databases-data-1/data/jit-optimization-flag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JIT Optimization Flags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Real JIT and compiler flags that change optimization behavior — V8, HotSpot, PyPy, LuaJIT, and .NET.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JIT Optimization Flags Database holds 15 jit optimization flags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JIT and compiler flags that change optimization behavior — V8, HotSpot, PyPy, LuaJIT, and .NET.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 compiled from openly published documentation, project sources, and standard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V8 --max-old-space-size  [JAH-JOF-000001]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Raises the old-generation heap ceiling; the standard fix for Node out-of-memory crashes. Engine: V8/Node. Effect: heap ceiling in MB. Example: `node --max-old-space-size=4096 app.js`.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V8 --turbo-filter  [JAH-JOF-000002]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Restricts TurboFan optimization to matching functions when hunting optimizer bugs. Engine: V8. Effect: limits optimized functions. Example: `node --turbo-filter="hot*" app.js`.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V8 --trace-turbo  [JAH-JOF-000003]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Dumps TurboFan IR graphs so you can see exactly what the optimizer did. Engine: V8. Effect: optimizer IR tracing. Example: `node --trace-turbo --turbo-filter="f" app.js`.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V8 --jitless  [JAH-JOF-000004]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Disables JIT entirely; the hardened mode for high-risk content processes. Engine: V8. Effect: interpreter-only execution. Example: `node --jitless app.js`.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V8 --allow-natives-syntax  [JAH-JOF-000005]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Exposes %DebugPrint and friends for inspecting optimization and heap internals. Engine: V8. Effect: native test hooks. Example: `node --allow-natives-syntax dbg.js`.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jit optimization flag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JAH-JOF-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JIT Flag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JIT and compiler flags that change optimization behavior — V8, HotSpot, PyPy, LuaJIT, and .NET.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https://justinahiggins614-cmyk.github.io/jah-databases/db/jit-optimization-flags/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https://justinahiggins614-cmyk.github.io/jah-databases-data-1/data/jit-optimization-flags/index.jsonl.gz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
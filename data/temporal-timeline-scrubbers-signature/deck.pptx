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oral-timeline-scrubbers-signature/" TargetMode="External"/><Relationship Id="rId3" Type="http://schemas.openxmlformats.org/officeDocument/2006/relationships/hyperlink" Target="https://justinahiggins614-cmyk.github.io/jah-databases-data-1/data/temporal-timeline-scrubb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Temporal Timeline Scrubbers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Timeline interfaces for scrubbing through time in data, logs, and media.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Temporal Timeline Scrubbers Database holds 15 timeline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Timeline interfaces for scrubbing through time in data, logs, and media.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Event Sourcing Timelines  [JAH-TEMPOR4-S-000001]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timelines from event-sourced logs where every state change is an event. Scrubbing replays events to any point; the timeline is the log made visible. Time travel is a replay. This is a Signatur…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Scrubber UI Design  [JAH-TEMPOR4-S-000002]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Designs scrubber controls with the right feel: inertia, snapping, precision modes. The scrubber is the primary instrument; its feel decides usability. Video editors set the standard. This is a Signat…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Temporal Databases  [JAH-TEMPOR4-S-000003]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history with bitemporal tables tracking valid time and transaction time. 'What did we know when' becomes answerable; scrubbing is a query. It is the database of record for regulated data.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Time-Travel Queries  [JAH-TEMPOR4-S-000004]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AS OF queries against versioned data for instant historical views. The storage keeps versions; the query picks the time. Debugging 'what changed' becomes trivial. This is a Signature original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Video Scrubbing Tech  [JAH-TEMPOR4-S-000005]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Decodes video frames on scrub with keyframe indexes and predictive caching. Scrubbing backward is hard for codecs; the tech prefetches and caches smartly. Smooth scrub is engineering, not luck. This…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timeline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JAH-TEMPOR4-S-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Temporal Timeline Scrubbers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Timeline interfaces for scrubbing through time in data, logs, and media.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https://justinahiggins614-cmyk.github.io/jah-databases/db/temporal-timeline-scrubbers-signature/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https://justinahiggins614-cmyk.github.io/jah-databases-data-1/data/temporal-timeline-scrubbers-signature/index.jsonl.gz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
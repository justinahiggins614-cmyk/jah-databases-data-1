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format-ingestion-engines/" TargetMode="External"/><Relationship Id="rId3" Type="http://schemas.openxmlformats.org/officeDocument/2006/relationships/hyperlink" Target="https://justinahiggins614-cmyk.github.io/jah-databases-data-1/data/universal-format-ingestion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Format Ingestion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Taking in the world's data: format detection, schema inference, streaming parsers, and malformed-data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Format Ingestion Engines Database holds 15 ingestion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Taking in the world's data: format detection, schema inference, streaming parsers, and malformed-data recovery.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Format Detection  [JAH-UFIE-000001]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Sniffs content - magic bytes, structure, statistical tests - to identify formats without trusting file extensions. Detection is the front door: everything downstream depends on getting the format rig…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Schema Inference  [JAH-UFIE-000002]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Infers column types and structure by sampling the data - integers, dates, nested objects - producing a schema for schemaless inputs. Inference turns messy dumps into queryable tables.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CSV Parsing  [JAH-UFIE-000003]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Parses comma-separated values correctly - quoted fields, embedded newlines, escaped quotes - per RFC 4180, not naive splitting. Correct CSV parsing handles the edge cases that break simple split(',')…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JSON Streaming  [JAH-UFIE-000004]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Parses huge JSON documents as a stream of events instead of loading them into memory, handling gigabyte files on modest machines. Streaming is how big JSON becomes tractable.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XML Transforms  [JAH-UFIE-000005]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Transforms XML with XSLT or streaming rewrites into the target structure, handling namespaces and mixed content properly. XML still runs enterprises; transforming it well is a durable skill.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ingestion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JAH-UFIE-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Ingestion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Taking in the world's data: format detection, schema inference, streaming parsers, and malformed-data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https://justinahiggins614-cmyk.github.io/jah-databases/db/universal-format-ingestion-engines/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https://justinahiggins614-cmyk.github.io/jah-databases-data-1/data/universal-format-ingestion-engines/index.jsonl.gz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
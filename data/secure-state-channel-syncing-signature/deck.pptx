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cure-state-channel-syncing-signature/" TargetMode="External"/><Relationship Id="rId3" Type="http://schemas.openxmlformats.org/officeDocument/2006/relationships/hyperlink" Target="https://justinahiggins614-cmyk.github.io/jah-databases-data-1/data/secure-state-channel-sync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Secure State Channel Syncing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Syncing state securely: channels that keep shared state consistent and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Secure State Channel Syncing Database holds 15 secure state sync protocols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Syncing state securely: channels that keep shared state consistent and private.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Sync Transparency Log  [JAH-SSC-S-000001]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sync operation is logged to a transparency log — which devices synced, when, what changed (hashes only, never content). The log lets users audit their own sync history and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Encrypted CRDT sync  [JAH-SSC-S-000002]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CRDTs need to see operations to merge them — but encrypted CRDTs merge ciphertext operations using deterministic encryption or trusted ordering, converging without the sync server…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Sync Transparency Log  [JAH-SSC-S-000003]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sync operation is logged to a transparency log — which devices synced, when, what changed (hashes only, never content). The log lets users audit their own sync history and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Encrypted CRDT sync  [JAH-SSC-S-000004]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CRDTs need to see operations to merge them — but encrypted CRDTs merge ciphertext operations using deterministic encryption or trusted ordering, converging without the sync server…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Sync integrity verification  [JAH-SSC-S-000005]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 malicious server could fork the state (show different versions to different clients) or drop updates. Integrity verification — hash chains, Merkle trees over the log, gossip betw…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state sync protocol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JAH-SSC-S-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State Channel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Syncing state securely: channels that keep shared state consistent and private.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https://justinahiggins614-cmyk.github.io/jah-databases/db/secure-state-channel-syncing-signature/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https://justinahiggins614-cmyk.github.io/jah-databases-data-1/data/secure-state-channel-syncing-signature/index.jsonl.gz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
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source-usage-forecasting/" TargetMode="External"/><Relationship Id="rId3" Type="http://schemas.openxmlformats.org/officeDocument/2006/relationships/hyperlink" Target="https://justinahiggins614-cmyk.github.io/jah-databases-data-1/data/resource-usage-forecast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Resource Usage Forecasting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Forecasts resource usage before it happens — capacity planned, surprises prevented.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Resource Usage Forecasting Database holds 15 planning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Forecasts resource usage before it happens — capacity planned, surprises prevented.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Trend Extraction  [JAH-RUF-000001]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Trend Extraction is a planning ability in the Resource Usage Forecasting database. Extracts the underlying trend from noisy usage history. A moving median strips spikes; the trend line is the slope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Seasonality Detection  [JAH-RUF-000002]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Seasonality Detection is a planning ability in the Resource Usage Forecasting database. Detects weekly and daily usage seasons automatically. Autocorrelation on the series finds repeating periods; 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Growth Projection  [JAH-RUF-000003]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Growth Projection is a planning ability in the Resource Usage Forecasting database. Projects usage forward with confidence bands. The trend extends linearly with bands widened by historical variance.…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Capacity Alerts  [JAH-RUF-000004]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Capacity Alerts is a planning ability in the Resource Usage Forecasting database. Alerts when projected usage crosses capacity. Projections are checked against capacity daily; crossings within the wa…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What-If Scenarios  [JAH-RUF-000005]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What-If Scenarios is a planning ability in the Resource Usage Forecasting database. Models usage under hypothetical changes. Users adjust growth or add events; the model replays history with the chan…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planning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JAH-RUF-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Resource Usage Forecasting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Forecasts resource usage before it happens — capacity planned, surprises prevented.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https://justinahiggins614-cmyk.github.io/jah-databases/db/resource-usage-forecasting/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https://justinahiggins614-cmyk.github.io/jah-databases-data-1/data/resource-usage-forecasting/index.jsonl.gz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
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capability-registry/" TargetMode="External"/><Relationship Id="rId3" Type="http://schemas.openxmlformats.org/officeDocument/2006/relationships/hyperlink" Target="https://justinahiggins614-cmyk.github.io/jah-databases-data-1/data/archive-toolkit-tool-capability-regist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Capability Registry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searchable descriptions of what each available tool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Capability Registry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searchable descriptions of what each available tool can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tool capability registry;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schema — Tool Capability Registry  [JAH-ATK241-0001]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capability registry is the yellow pages for the AI's toolbox: a searchable catalog describing what each available tool can do — its verbs, inputs, outputs, costs, and limits. Planners consul…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Semantic search — Tool Capability Registry  [JAH-ATK241-0002]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capability registry is the yellow pages for the AI's toolbox: a searchable catalog describing what each available tool can do — its verbs, inputs, outputs, costs, and limits. Planners consul…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Versioned registrations — Tool Capability Registry  [JAH-ATK241-0003]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capability registry is the yellow pages for the AI's toolbox: a searchable catalog describing what each available tool can do — its verbs, inputs, outputs, costs, and limits. Planners consul…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Honest limit declarations — Tool Capability Registry  [JAH-ATK241-0004]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capability registry is the yellow pages for the AI's toolbox: a searchable catalog describing what each available tool can do — its verbs, inputs, outputs, costs, and limits. Planners consul…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Deprecation lifecycle — Tool Capability Registry  [JAH-ATK241-0005]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capability registry is the yellow pages for the AI's toolbox: a searchable catalog describing what each available tool can do — its verbs, inputs, outputs, costs, and limits. Planners consul…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Capability Registry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searchable descriptions of what each available tool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https://justinahiggins614-cmyk.github.io/jah-databases/db/archive-toolkit-tool-capability-registry/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https://justinahiggins614-cmyk.github.io/jah-databases-data-1/data/archive-toolkit-tool-capability-registry/index.jsonl.gz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
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yptographic-implementation-validation/" TargetMode="External"/><Relationship Id="rId3" Type="http://schemas.openxmlformats.org/officeDocument/2006/relationships/hyperlink" Target="https://justinahiggins614-cmyk.github.io/jah-databases-data-1/data/cryptographic-implementation-valid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Cryptographic Implementation Validation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Test vectors, constant-time checks, and validation programs that prove crypto is implemented right.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Cryptographic Implementation Validation Database holds 20 crypto validation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 vectors, constant-time checks, and validation programs that prove crypto is implemented right.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NIST CAVP Test Vectors  [JAH-CIV-000001]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Cryptographic Algorithm Validation Program provides known-answer tests for approved algorithms; implementations must produce the exact outputs. Vectors are the ground truth. Exactness is mandator…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Constant-Time Verification  [JAH-CIV-000002]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Secret-dependent branches and memory accesses leak through timing; constant-time code avoids them. Verification uses symbolic execution or testing. Timing leaks are silent thieves.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Timing Attack Testing  [JAH-CIV-000003]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Implementations are tested for timing variation with fixed-vs-random key experiments. Statistical tests detect leaks. What varies leaks.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Power Analysis Resistance  [JAH-CIV-000004]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Differential power analysis extracts keys from power traces; masking and hiding counter it. Validation replays DPA against the implementation. Power talks; masking silences.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FIPS 140-3 Certification  [JAH-CIV-000005]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FIPS 140-3 certifies cryptographic modules through accredited labs testing the full standard. Certification is the procurement requirement. The lab's word is the proof.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crypto validation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JAH-CIV-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Cryptographer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 vectors, constant-time checks, and validation programs that prove crypto is implemented right.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https://justinahiggins614-cmyk.github.io/jah-databases/db/cryptographic-implementation-validation/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https://justinahiggins614-cmyk.github.io/jah-databases-data-1/data/cryptographic-implementation-validation/index.jsonl.gz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
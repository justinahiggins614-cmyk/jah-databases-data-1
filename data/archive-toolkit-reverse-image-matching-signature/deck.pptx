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verse-image-matching-signature/" TargetMode="External"/><Relationship Id="rId3" Type="http://schemas.openxmlformats.org/officeDocument/2006/relationships/hyperlink" Target="https://justinahiggins614-cmyk.github.io/jah-databases-data-1/data/archive-toolkit-reverse-image-match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Reverse Image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Locates matching or related images across accessible collections.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Reverse Image Matching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matching or related images across accessible collections.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Average hash (aHash) — Reverse Image Matching  [JAH-ATK110S-00001]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aHash shrinks any image to 8x8 grayscale, then sets each bit by whether the pixel beats the mean. The 64-bit result is a fingerprint: resizes and recompression barely move it. 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Perceptual hash (pHash) — Reverse Image Matching  [JAH-ATK110S-00002]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pHash applies a discrete cosine transform to the shrunken grayscale image and keeps the low-frequency coefficients. Low frequencies encode structure while ignoring fine noise, 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Difference hash (dHash) — Reverse Image Matching  [JAH-ATK110S-00003]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dHash compares each pixel to its right neighbor instead of the global mean, encoding gradients. Gradient bits survive brightness and contrast shifts that can flip aHash bits. dHa…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Hamming distance ranking — Reverse Image Matching  [JAH-ATK110S-00004]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Two 64-bit hashes compare by Hamming distance: the count of differing bit positions. Distance 0-5 means near-certain duplicates; 6-10 means likely variants; beyond that, unrelate…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Block-based matching — Reverse Image Matching  [JAH-ATK110S-00005]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When only part of an image matches, block hashes fingerprint overlapping tiles independently. A query tile hitting any gallery tile flags the containing image, catching crops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Reverse Image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Locates matching or related images across accessible collections.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https://justinahiggins614-cmyk.github.io/jah-databases/db/archive-toolkit-reverse-image-matching-signature/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https://justinahiggins614-cmyk.github.io/jah-databases-data-1/data/archive-toolkit-reverse-image-matching-signature/index.jsonl.gz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
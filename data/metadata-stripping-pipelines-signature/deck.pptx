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tadata-stripping-pipelines-signature/" TargetMode="External"/><Relationship Id="rId3" Type="http://schemas.openxmlformats.org/officeDocument/2006/relationships/hyperlink" Target="https://justinahiggins614-cmyk.github.io/jah-databases-data-1/data/metadata-stripping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Metadata Stripping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Clean files: pipelines that remove identifying metadata before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Metadata Stripping Pipelines Database holds 15 metadata stripping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Clean files: pipelines that remove identifying metadata before sharing.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Strip-Verify Certificates  [JAH-METADA-S-000001]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published artifact carries a strip certificate — what was removed, by which cleaner version, verified by what check. Recipients can confirm the file was cleaned; auditors 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Document metadata scrubbing  [JAH-METADA-S-000002]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Office documents and PDFs hide author names, edit history, comments, and tracked changes — the classic leak (government reports with redacted text recoverable from metadata). Scrub…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Strip-Verify Certificates  [JAH-METADA-S-000003]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published artifact carries a strip certificate — what was removed, by which cleaner version, verified by what check. Recipients can confirm the file was cleaned; auditors 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Document metadata scrubbing  [JAH-METADA-S-000004]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Office documents and PDFs hide author names, edit history, comments, and tracked changes — the classic leak (government reports with redacted text recoverable from metadata). Scrub…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PDF redaction verification  [JAH-METADA-S-000005]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Fake redaction (black boxes over text) is a famous leak — the text remains underneath. Real redaction removes the text and metadata, and verification tries to extract the 'redacted…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metadata stripping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JAH-METADA-S-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Metadata Stripping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Clean files: pipelines that remove identifying metadata before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https://justinahiggins614-cmyk.github.io/jah-databases/db/metadata-stripping-pipelines-signature/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https://justinahiggins614-cmyk.github.io/jah-databases-data-1/data/metadata-stripping-pipelines-signature/index.jsonl.gz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
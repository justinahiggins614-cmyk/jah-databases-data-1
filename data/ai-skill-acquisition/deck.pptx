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kill-acquisition/" TargetMode="External"/><Relationship Id="rId3" Type="http://schemas.openxmlformats.org/officeDocument/2006/relationships/hyperlink" Target="https://justinahiggins614-cmyk.github.io/jah-databases-data-1/data/ai-skill-acquisi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Skill Acquisition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AI agents acquire new skills: few-shot learning, curriculum, imitation, and self-improvement.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Skill Acquisition Database holds 20 skill acquisition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AI agents acquire new skills: few-shot learning, curriculum, imitation, and self-improvement.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Few-Shot In-Context Learning  [JAH-ASA-000001]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learn skills from a handful of examples in the prompt; no weight updates needed. The skill is in the context. Learning gets instant.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Curriculum Learning  [JAH-ASA-000002]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Skills are taught easy-to-hard; the curriculum orders the learning. Order matters. Learning gets sequenced.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Imitation Learning (BC)  [JAH-ASA-000003]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Agents imitate expert demonstrations; behavioral cloning copies the policy. The expert shows. Learning gets demonstrated.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Self-Play Skill Growth  [JAH-ASA-000004]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Agents improve by playing themselves; the opponent is always matched. Growth gets endless. Skills get forged.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Meta-Learning (MAML)  [JAH-ASA-000005]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learn to learn: few gradient steps adapt to new tasks. The learning gets meta. Adaptation gets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skill acquisition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Learner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AI agents acquire new skills: few-shot learning, curriculum, imitation, and self-improvement.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https://justinahiggins614-cmyk.github.io/jah-databases/db/ai-skill-acquisition/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https://justinahiggins614-cmyk.github.io/jah-databases-data-1/data/ai-skill-acquisition/index.jsonl.gz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
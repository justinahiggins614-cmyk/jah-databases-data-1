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able-specification/" TargetMode="External"/><Relationship Id="rId3" Type="http://schemas.openxmlformats.org/officeDocument/2006/relationships/hyperlink" Target="https://justinahiggins614-cmyk.github.io/jah-databases-data-1/data/executable-spec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Executable Specification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Executable Specification Database holds 20 executable specifications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Precondition and Postcondition Contract  [JAH-EXECUT-000001]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function contract states what must be true before it runs and what it guarantees afterward, in checkable form. Callers that violate the precondition are at fault; a function that breaks its postcon…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Property-Based Test Specification  [JAH-EXECUT-000002]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fixed examples, the spec states properties that must hold for thousands of generated inputs. A property test that survives ten thousand random cases gives far more confidence than five han…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JSON Schema Data Contract  [JAH-EXECUT-000003]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JSON Schema document declares the exact shape, types, and constraints of data crossing a boundary. Both sides validate against the same schema, so malformed data is rejected at the door instead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API Behavior Specification  [JAH-EXECUT-000004]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spec pins every endpoint's request format, response codes, and error shapes in a machine-readable document. Conformance tests generated from the document catch drift between the docs and the real…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State Machine Protocol Spec  [JAH-EXECUT-000005]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protocol is specified as an explicit state machine: states, allowed transitions, and the events that trigger them. Model-checking the state machine finds deadlocks and unreachable states before any…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executable specification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JAH-EXECUT-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Executable Spec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https://justinahiggins614-cmyk.github.io/jah-databases/db/executable-specification/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https://justinahiggins614-cmyk.github.io/jah-databases-data-1/data/executable-specification/index.jsonl.gz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
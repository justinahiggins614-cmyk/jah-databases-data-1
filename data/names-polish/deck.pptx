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polish/" TargetMode="External"/><Relationship Id="rId3" Type="http://schemas.openxmlformats.org/officeDocument/2006/relationships/hyperlink" Target="https://justinahiggins614-cmyk.github.io/jah-databases-data-1/data/names-polish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Polish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Polish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Polish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Polish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Jan - Polish masculine given name  [JAH-NMP5-000001]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Jan is a masculine given name in Polish. Meaning: God is gracious. The Polish form of John.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Maria - Polish feminine given name  [JAH-NMP5-000002]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Maria is a feminine given name in Polish. Meaning: Beloved..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Piotr - Polish masculine given name  [JAH-NMP5-000003]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Piotr is a masculine given name in Polish. Meaning: Stone. The Polish form of Peter.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Anna - Polish feminine given name  [JAH-NMP5-000004]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Anna is a feminine given name in Polish. Meaning: Grace. From Hebrew Hannah.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Krzysztof - Polish masculine given name  [JAH-NMP5-000005]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Krzysztof is a masculine given name in Polish. Meaning: Christ-bearer. The Polish form of Christopher.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JAH-NMP5-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Polish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Polish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https://justinahiggins614-cmyk.github.io/jah-databases/db/names-polish/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https://justinahiggins614-cmyk.github.io/jah-databases-data-1/data/names-polish/index.jsonl.gz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
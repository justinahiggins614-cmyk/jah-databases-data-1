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french/" TargetMode="External"/><Relationship Id="rId3" Type="http://schemas.openxmlformats.org/officeDocument/2006/relationships/hyperlink" Target="https://justinahiggins614-cmyk.github.io/jah-databases-data-1/data/names-fren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French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French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French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French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Pierre - French masculine given name  [JAH-NMF-000001]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Pierre is a masculine given name in French. Meaning: Stone. From Greek petros; the French form of Peter.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Marie - French feminine given name  [JAH-NMF-000002]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Marie is a feminine given name in French. Meaning: Beloved. The French form of Mary; long the top girls'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Jean - French masculine given name  [JAH-NMF-000003]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Jean is a masculine given name in French. Meaning: God is gracious. From Hebrew Yochanan.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Sophie - French feminine given name  [JAH-NMF-000004]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Sophie is a feminine given name in French. Meaning: Wisdom. From Greek sophia.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Louis - French masculine given name  [JAH-NMF-000005]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Louis is a masculine given name in French. Meaning: Famous warrior. From Germanic Chlodwig; borne by French kings.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French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French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https://justinahiggins614-cmyk.github.io/jah-databases/db/names-french/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https://justinahiggins614-cmyk.github.io/jah-databases-data-1/data/names-french/index.jsonl.gz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
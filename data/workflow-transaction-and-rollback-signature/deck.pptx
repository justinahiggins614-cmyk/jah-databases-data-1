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orkflow-transaction-and-rollback-signature/" TargetMode="External"/><Relationship Id="rId3" Type="http://schemas.openxmlformats.org/officeDocument/2006/relationships/hyperlink" Target="https://justinahiggins614-cmyk.github.io/jah-databases-data-1/data/workflow-transaction-and-rollbac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Workflow Transaction and Rollback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Atomic multi-step workflows with tested rollback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Workflow Transaction and Rollback Database holds 20 workflow transactions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Atomic multi-step workflows with tested rollback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Undo Weave  [JAH-WORKFL-S-000001]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weave where every forward step is born already holding its undo thread. Pulling the weave's end unravels the whole workflow cleanly, in perfect reverse, every time. Teaching ladd…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Phoenix Checkpoint  [JAH-WORKFL-S-000002]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checkpoint that lets a crashed workflow rise exactly where it fell, state intact. Phoenix checkpoints are taken continuously, so the most work ever lost is seconds, not hours. 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Unanimous Rite  [JAH-WORKFL-S-000003]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rite requiring every participant's sworn yes before any commit, with oaths logged. The rite's oath log proves unanimity, ending disputes about who agreed to what. Teaching ladder…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Harmless Echo  [JAH-WORKFL-S-000004]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echo design where repeating any step merely echoes the first result. Echoes make retries boring and safe, which is the highest praise a distributed step can earn. Teaching ladder…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Memory of Deeds  [JAH-WORKFL-S-000005]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memory recording every deed a workflow performs, with its undo inscribed beside it. The memory never forgets, so no deed is ever beyond undoing. Teaching ladder: rank 1 — the con…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workflow transaction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JAH-WORKFL-S-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Workflow Rollback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Atomic multi-step workflows with tested rollback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https://justinahiggins614-cmyk.github.io/jah-databases/db/workflow-transaction-and-rollback-signature/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https://justinahiggins614-cmyk.github.io/jah-databases-data-1/data/workflow-transaction-and-rollback-signature/index.jsonl.gz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
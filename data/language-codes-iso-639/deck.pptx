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language-codes-iso-639/" TargetMode="External"/><Relationship Id="rId3" Type="http://schemas.openxmlformats.org/officeDocument/2006/relationships/hyperlink" Target="https://justinahiggins614-cmyk.github.io/jah-databases-data-1/data/language-codes-iso-639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Language Codes ISO 639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ISO 639-1, 639-2/T/B, and 639-3 codes for the world's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Language Codes ISO 639 Database holds 15 language codes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ISO 639-1, 639-2/T/B, and 639-3 codes for the world's languages.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data compiled from the ISO 639 code registries (Library of Congress for 639-2, SIL International for 639-3) and IANA language subtag registry.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English — en / eng / eng (Germanic)  [JAH-LCOD-000001]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English is the world's most widely used language in international communication, with around 1.5 billion speakers including second-language users. Its ISO 639-1 code is 'en', and both the terminologi…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Spanish — es / spa / spa (Romance)  [JAH-LCOD-000002]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Spanish has about 500 million native speakers, making it the world's second-largest native language. Its codes are 639-1 'es', 639-2/T 'spa', 639-2/B 'spa', and 639-3 'spa'. It is a Romance language…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French — fr / fra / fre (Romance)  [JAH-LCOD-000003]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French is a Romance language with about 300 million speakers and official status in 29 countries. Its 639-1 code is 'fr'; the 639-2 codes split into terminological 'fra' and bibliographic 'fre' — one…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German — de / deu / ger (Germanic)  [JAH-LCOD-000004]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German is the most widely spoken native language in the European Union, with about 130 million speakers. Its 639-1 code is 'de' (from Deutsch); the 639-2 codes split into terminological 'deu' and bib…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Chinese — zh / zho / chi (Sino-Tibetan, macrolanguage)  [JAH-LCOD-000005]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Chinese is a macrolanguage in ISO 639-3 covering Mandarin, Yue (Cantonese), Wu, Min, Hakka, and other varieties, with over a billion speakers. Its 639-1 code is 'zh'; the 639-2 codes split into termi…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language code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JAH-LCOD-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Language Code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ISO 639-1, 639-2/T/B, and 639-3 codes for the world's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https://justinahiggins614-cmyk.github.io/jah-databases/db/language-codes-iso-639/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https://justinahiggins614-cmyk.github.io/jah-databases-data-1/data/language-codes-iso-639/index.jsonl.gz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
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evidence-chain-builder-signature/" TargetMode="External"/><Relationship Id="rId3" Type="http://schemas.openxmlformats.org/officeDocument/2006/relationships/hyperlink" Target="https://justinahiggins614-cmyk.github.io/jah-databases-data-1/data/archive-tool-evidence-chain-build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Evidence Chain Builder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Connects an answer to the records and sources supporting its individual claims.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Evidence Chain Builder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Connects an answer to the records and sources supporting its individual claims.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by Justin Addam Higgins (JAH) for Evidence Chain Builder,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Claim decomposition into atomic statements (foundational)  [JAH-AT52S-000001]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An answer is split into atomic claims, one verifiable fact per unit, using sentence segmentation followed by clause splitting on conjunctions. Atomicity matters because a single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Claim decomposition into atomic statements (compounded)  [JAH-AT52S-000002]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An answer is split into atomic claims, one verifiable fact per unit, using sentence segmentation followed by clause splitting on conjunctions. Atomicity matters because a single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Claim decomposition into atomic statements (production)  [JAH-AT52S-000003]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An answer is split into atomic claims, one verifiable fact per unit, using sentence segmentation followed by clause splitting on conjunctions. Atomicity matters because a single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Evidence linking with support scoring (foundational)  [JAH-AT52S-000004]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Each atomic claim is matched against candidate source passages using token-overlap scoring, and every link records a support score between 0 and 1. The support score combines lexi…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Evidence linking with support scoring (compounded)  [JAH-AT52S-000005]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Each atomic claim is matched against candidate source passages using token-overlap scoring, and every link records a support score between 0 and 1. The support score combines lexi…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JAH-AT52S-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Evidence Chain Librarian (Signature Edition)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Connects an answer to the records and sources supporting its individual claims.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https://justinahiggins614-cmyk.github.io/jah-databases/db/archive-tool-evidence-chain-builder-signature/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https://justinahiggins614-cmyk.github.io/jah-databases-data-1/data/archive-tool-evidence-chain-builder-signature/index.jsonl.gz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
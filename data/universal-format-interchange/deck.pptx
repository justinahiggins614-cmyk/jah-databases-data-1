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format-interchange/" TargetMode="External"/><Relationship Id="rId3" Type="http://schemas.openxmlformats.org/officeDocument/2006/relationships/hyperlink" Target="https://justinahiggins614-cmyk.github.io/jah-databases-data-1/data/universal-format-interchan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Format Interchange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Format Interchange Database holds 15 interchange formats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JSON  [JAH-UFI-000001]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universal text interchange; every language parses it, humans can read it. Encoding: UTF-8 text; schema: optional (JSON Schema). Best for: APIs, configs.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XML  [JAH-UFI-000002]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Self-describing markup with namespaces and validation via XSD; enterprise staple. Encoding: text; schema: XSD/DTD. Best for: documents, enterprise.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YAML  [JAH-UFI-000003]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Human-friendly superset of JSON with anchors and multi-line strings. Encoding: UTF-8 text; schema: optional. Best for: configs.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TOML  [JAH-UFI-000004]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Minimal config format designed to be unambiguous and easy to parse. Encoding: UTF-8 text; schema: implicit. Best for: configs.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Protocol Buffers  [JAH-UFI-000005]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Google’s IDL-driven binary format with field-number evolution. Encoding: binary varint; schema: required (.proto). Best for: RPC,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interchange format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Format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https://justinahiggins614-cmyk.github.io/jah-databases/db/universal-format-interchange/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https://justinahiggins614-cmyk.github.io/jah-databases-data-1/data/universal-format-interchange/index.jsonl.gz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
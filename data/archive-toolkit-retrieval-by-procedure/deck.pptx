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procedure/" TargetMode="External"/><Relationship Id="rId3" Type="http://schemas.openxmlformats.org/officeDocument/2006/relationships/hyperlink" Target="https://justinahiggins614-cmyk.github.io/jah-databases-data-1/data/archive-toolkit-retrieval-by-proced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Retrieval-by-Procedure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Retrieval-by-Procedure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retrieval-by-procedure;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indexing — Retrieval-by-Procedure  [JAH-ATK211-0001]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Retrieval-by-procedure searches for know-how rather than facts: given a goal phrased as an operation ('calibrate this sensor', 'migrate this schema'), it returns instructions, workflows, scripts,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Precondition checking — Retrieval-by-Procedure  [JAH-ATK211-0002]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Retrieval-by-procedure searches for know-how rather than facts: given a goal phrased as an operation ('calibrate this sensor', 'migrate this schema'), it returns instructions, workflows, scripts,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Effect modeling — Retrieval-by-Procedure  [JAH-ATK211-0003]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Retrieval-by-procedure searches for know-how rather than facts: given a goal phrased as an operation ('calibrate this sensor', 'migrate this schema'), it returns instructions, workflows, scripts,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Procedure ranking — Retrieval-by-Procedure  [JAH-ATK211-0004]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Retrieval-by-procedure searches for know-how rather than facts: given a goal phrased as an operation ('calibrate this sensor', 'migrate this schema'), it returns instructions, workflows, scripts,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Step extraction — Retrieval-by-Procedure  [JAH-ATK211-0005]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Retrieval-by-procedure searches for know-how rather than facts: given a goal phrased as an operation ('calibrate this sensor', 'migrate this schema'), it returns instructions, workflows, scripts,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Retrieval-by-Procedure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https://justinahiggins614-cmyk.github.io/jah-databases/db/archive-toolkit-retrieval-by-procedure/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https://justinahiggins614-cmyk.github.io/jah-databases-data-1/data/archive-toolkit-retrieval-by-procedure/index.jsonl.gz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
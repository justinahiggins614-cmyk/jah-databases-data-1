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hebrew/" TargetMode="External"/><Relationship Id="rId3" Type="http://schemas.openxmlformats.org/officeDocument/2006/relationships/hyperlink" Target="https://justinahiggins614-cmyk.github.io/jah-databases-data-1/data/names-hebrew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Hebrew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Common Hebrew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Hebrew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Hebrew first names, surnames and place names — real meanings, origins and naming customs.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record: name documented from public linguistic and onomastic 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Noam — Hebrew given name  [JAH-NMH5-000001]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Noam is a unisex given name in Hebrew. It is written נועם in the native script. It means "pleasantness", from Hebrew. A beloved unisex name meaning pleasantness.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Yael — Hebrew given name  [JAH-NMH5-000002]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Yael is a feminine given name in Hebrew. It is written יעל in the native script. It means "ibex, mountain goat", from Hebrew. The heroine of the Book of Judges; a graceful feminine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Eitan — Hebrew given name  [JAH-NMH5-000003]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Eitan is a masculine given name in Hebrew. It is written איתן in the native script. It means "strong, enduring", from Hebrew. A masculine name meaning steadfast.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Tal — Hebrew given name  [JAH-NMH5-000004]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Tal is a unisex given name in Hebrew. It is written טל in the native script. It means "dew", from Hebrew. A fresh unisex name meaning morning dew.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Aviv — Hebrew given name  [JAH-NMH5-000005]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Aviv is a masculine given name in Hebrew. It is written אביב in the native script. It means "spring", from Hebrew. A masculine name meaning springtime.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JAH-NMH5-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Hebrew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Common Hebrew first names, surnames and place names — real meanings, origins and naming customs.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https://justinahiggins614-cmyk.github.io/jah-databases/db/names-hebrew/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https://justinahiggins614-cmyk.github.io/jah-databases-data-1/data/names-hebrew/index.jsonl.gz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
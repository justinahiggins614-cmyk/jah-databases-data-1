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avigation-state-manager/" TargetMode="External"/><Relationship Id="rId3" Type="http://schemas.openxmlformats.org/officeDocument/2006/relationships/hyperlink" Target="https://justinahiggins614-cmyk.github.io/jah-databases-data-1/data/archive-tool-navigation-state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Navigation State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Navigation State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Path Stack — Core Method  [JAH-AT19-000001]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current search path is a stack: each descent pushes a location, each backtrack pops one, and the top is always where you are. Pushes record not just the location but the decision that led there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Path Stack — Compounded Pattern  [JAH-AT19-000002]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current search path is a stack: each descent pushes a location, each backtrack pops one, and the top is always where you are. Pushes record not just the location but the decision that led there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Path Stack — Full-System Integration  [JAH-AT19-000003]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current search path is a stack: each descent pushes a location, each backtrack pops one, and the top is always where you are. Pushes record not just the location but the decision that led there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Visited Set — Core Method  [JAH-AT19-000004]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Revisiting locations wastes budget and can loop forever in cyclic archives, so the state manager keeps a visited set with first-visit timestamps. Before any move, the navigator checks the set; revisi…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Visited Set — Compounded Pattern  [JAH-AT19-000005]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Revisiting locations wastes budget and can loop forever in cyclic archives, so the state manager keeps a visited set with first-visit timestamps. Before any move, the navigator checks the set; revisi…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State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https://justinahiggins614-cmyk.github.io/jah-databases/db/archive-tool-navigation-state-manager/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https://justinahiggins614-cmyk.github.io/jah-databases-data-1/data/archive-tool-navigation-state-manager/index.jsonl.gz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
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cremental-result-streamer-signature/" TargetMode="External"/><Relationship Id="rId3" Type="http://schemas.openxmlformats.org/officeDocument/2006/relationships/hyperlink" Target="https://justinahiggins614-cmyk.github.io/jah-databases-data-1/data/archive-toolkit-incremental-result-stream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Incremental Result Streamer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Delivers results as they become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Incremental Result Streamer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they become available.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Shard-parallel fan-out — Incremental Result Streamer (Signature)  [JAH-ATK213S-0001]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result streamer refuses to make callers wait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Provenance-tagged chunks — Incremental Result Streamer (Signature)  [JAH-ATK213S-0002]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result streamer refuses to make callers wait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Completeness signaling — Incremental Result Streamer (Signature)  [JAH-ATK213S-0003]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result streamer refuses to make callers wait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Early cancellation — Incremental Result Streamer (Signature)  [JAH-ATK213S-0004]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result streamer refuses to make callers wait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Result re-ranking on arrival — Incremental Result Streamer (Signature)  [JAH-ATK213S-0005]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result streamer refuses to make callers wait for…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Incremental Result Streamer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Delivers results as they become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https://justinahiggins614-cmyk.github.io/jah-databases/db/archive-toolkit-incremental-result-streamer-signature/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https://justinahiggins614-cmyk.github.io/jah-databases-data-1/data/archive-toolkit-incremental-result-streamer-signature/index.jsonl.gz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
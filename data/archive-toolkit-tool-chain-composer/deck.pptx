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tool-chain-composer/" TargetMode="External"/><Relationship Id="rId3" Type="http://schemas.openxmlformats.org/officeDocument/2006/relationships/hyperlink" Target="https://justinahiggins614-cmyk.github.io/jah-databases-data-1/data/archive-toolkit-tool-chain-compos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Tool Chain Composer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Connects tools into ordered execution pipelines.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Tool Chain Composer Database holds 15 execution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tools into ordered execution pipelines.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tool chain composer;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Interface matching — Tool Chain Composer  [JAH-ATK244-0001]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tool chain composer connects individual tools into ordered execution pipelines: it takes a goal, selects tools whose outputs feed the next tool's inputs, orders them, and produces an executable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Goal decomposition — Tool Chain Composer  [JAH-ATK244-0002]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tool chain composer connects individual tools into ordered execution pipelines: it takes a goal, selects tools whose outputs feed the next tool's inputs, orders them, and produces an executable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DAG planning — Tool Chain Composer  [JAH-ATK244-0003]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tool chain composer connects individual tools into ordered execution pipelines: it takes a goal, selects tools whose outputs feed the next tool's inputs, orders them, and produces an executable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Type coercion insertion — Tool Chain Composer  [JAH-ATK244-0004]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tool chain composer connects individual tools into ordered execution pipelines: it takes a goal, selects tools whose outputs feed the next tool's inputs, orders them, and produces an executable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Error handling per joint — Tool Chain Composer  [JAH-ATK244-0005]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tool chain composer connects individual tools into ordered execution pipelines: it takes a goal, selects tools whose outputs feed the next tool's inputs, orders them, and produces an executable p…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execution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JAH-ATK244-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Tool Chain Composer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tools into ordered execution pipelines.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https://justinahiggins614-cmyk.github.io/jah-databases/db/archive-toolkit-tool-chain-composer/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https://justinahiggins614-cmyk.github.io/jah-databases-data-1/data/archive-toolkit-tool-chain-composer/index.jsonl.gz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
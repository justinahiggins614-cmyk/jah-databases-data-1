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names-oromo-signature/" TargetMode="External"/><Relationship Id="rId3" Type="http://schemas.openxmlformats.org/officeDocument/2006/relationships/hyperlink" Target="https://justinahiggins614-cmyk.github.io/jah-databases-data-1/data/names-oromo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Oromo Names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Signature-created Oromo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Oromo Names Database holds 15 namess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Oromo names and naming frameworks — original Signature work, clearly labeled.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- created for the JAH Databases Signature edition and clearly labeled Signature; not a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study: Chaltu - sound, structure, and naming power  [JAH-NMOS2-000001]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Oromo feminine name Chaltu. Sound: 2 syllables, open vowels. Structure: A traditional name of this language.. Recorded meaning: A classic Oromo girls' name.. Naming powe…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study: Tolosa - sound, structure, and naming power  [JAH-NMOS2-000002]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Oromo masculine name Tolosa. Sound: 3 syllables, open vowels. Structure: A traditional name of this language.. Recorded meaning: A classic Oromo boys' name.. Naming powe…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study: Girma - sound, structure, and naming power  [JAH-NMOS2-000003]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Oromo masculine name Girma. Sound: 2 syllables, open vowels. Structure: A traditional name of this language.. Recorded meaning: Amazing.. Naming power: the name is short…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study: Ayantu - sound, structure, and naming power  [JAH-NMOS2-000004]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study of the public Oromo feminine name Ayantu. Sound: 3 syllables, open vowels. Structure: A traditional name of this language.. Recorded meaning: A popular girls' name.. Naming power: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The Signature Name-Forge Method - Signature Oromo naming framework  [JAH-NMOS2-000005]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original framework for Oromo names. Forging a new Signature name runs in four passes: sound (two to four syllables that read aloud cleanly), meaning (one plain-language gloss, never a parag…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names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JAH-NMOS2-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Signature Oromo Names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Signature-created Oromo names and naming frameworks — original Signature work, clearly labeled.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https://justinahiggins614-cmyk.github.io/jah-databases/db/names-oromo-signature/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https://justinahiggins614-cmyk.github.io/jah-databases-data-1/data/names-oromo-signature/index.jsonl.gz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
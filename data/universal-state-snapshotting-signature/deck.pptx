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universal-state-snapshotting-signature/" TargetMode="External"/><Relationship Id="rId3" Type="http://schemas.openxmlformats.org/officeDocument/2006/relationships/hyperlink" Target="https://justinahiggins614-cmyk.github.io/jah-databases-data-1/data/universal-state-snapshotting-signature/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JAH Signature Universal State Snapshotting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Mechanisms that capture whole-system state for instant restore and time travel. (Signature edition — original techniques by Justin Addam Higgins.)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D4A537"/>
                </a:solidFill>
                <a:latin typeface="Calibri"/>
              </a:rPr>
              <a:t>SIGNATURE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JAH Signature Universal State Snapshotting Database holds 15 state snapshotting techniques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Mechanisms that capture whole-system state for instant restore and time travel. (Signature edition — original techniques by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Signature original — Justin Addam Higgins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Signature Copy-on-Write Snapshots  [JAH-UNIVER2-S-000001]</a:t>
            </a:r>
          </a:p>
          <a:p>
            <a:pPr algn="l">
              <a:spcAft>
                <a:spcPts val="1000"/>
              </a:spcAft>
            </a:pPr>
            <a:r>
              <a:rPr sz="1400" b="0">
                <a:solidFill>
                  <a:srgbClr val="D5DBDB"/>
                </a:solidFill>
                <a:latin typeface="Calibri"/>
              </a:rPr>
              <a:t>   Creates instant snapshots that share unchanged blocks with the live filesystem. Only modified blocks consume new space, so snapshots are nearly free to create. ZFS and btrfs made this the standard fo…</a:t>
            </a:r>
          </a:p>
          <a:p>
            <a:pPr algn="l">
              <a:spcAft>
                <a:spcPts val="200"/>
              </a:spcAft>
            </a:pPr>
            <a:r>
              <a:rPr sz="1700" b="1">
                <a:solidFill>
                  <a:srgbClr val="FFFFFF"/>
                </a:solidFill>
                <a:latin typeface="Calibri"/>
              </a:rPr>
              <a:t>2. Signature Event Sourcing  [JAH-UNIVER2-S-000002]</a:t>
            </a:r>
          </a:p>
          <a:p>
            <a:pPr algn="l">
              <a:spcAft>
                <a:spcPts val="1000"/>
              </a:spcAft>
            </a:pPr>
            <a:r>
              <a:rPr sz="1400" b="0">
                <a:solidFill>
                  <a:srgbClr val="D5DBDB"/>
                </a:solidFill>
                <a:latin typeface="Calibri"/>
              </a:rPr>
              <a:t>   Rebuilds application state by replaying the immutable event log. Instead of storing current state, the system stores every change; state is a fold over events. Any past state is recoverable by replay…</a:t>
            </a:r>
          </a:p>
          <a:p>
            <a:pPr algn="l">
              <a:spcAft>
                <a:spcPts val="200"/>
              </a:spcAft>
            </a:pPr>
            <a:r>
              <a:rPr sz="1700" b="1">
                <a:solidFill>
                  <a:srgbClr val="FFFFFF"/>
                </a:solidFill>
                <a:latin typeface="Calibri"/>
              </a:rPr>
              <a:t>3. Signature CRDT State Merge  [JAH-UNIVER2-S-000003]</a:t>
            </a:r>
          </a:p>
          <a:p>
            <a:pPr algn="l">
              <a:spcAft>
                <a:spcPts val="1000"/>
              </a:spcAft>
            </a:pPr>
            <a:r>
              <a:rPr sz="1400" b="0">
                <a:solidFill>
                  <a:srgbClr val="D5DBDB"/>
                </a:solidFill>
                <a:latin typeface="Calibri"/>
              </a:rPr>
              <a:t>   Merges divergent replicas without coordination using conflict-free replicated data types. Each replica snapshots locally and merges mathematically, guaranteeing convergence. It powers collaborative e…</a:t>
            </a:r>
          </a:p>
          <a:p>
            <a:pPr algn="l">
              <a:spcAft>
                <a:spcPts val="200"/>
              </a:spcAft>
            </a:pPr>
            <a:r>
              <a:rPr sz="1700" b="1">
                <a:solidFill>
                  <a:srgbClr val="FFFFFF"/>
                </a:solidFill>
                <a:latin typeface="Calibri"/>
              </a:rPr>
              <a:t>4. Signature VM Snapshots  [JAH-UNIVER2-S-000004]</a:t>
            </a:r>
          </a:p>
          <a:p>
            <a:pPr algn="l">
              <a:spcAft>
                <a:spcPts val="1000"/>
              </a:spcAft>
            </a:pPr>
            <a:r>
              <a:rPr sz="1400" b="0">
                <a:solidFill>
                  <a:srgbClr val="D5DBDB"/>
                </a:solidFill>
                <a:latin typeface="Calibri"/>
              </a:rPr>
              <a:t>   Captures memory, disk, and device state of a virtual machine for instant rollback. A snapshot freezes the whole machine; restore returns to the exact moment. It is the safety net under every risky up…</a:t>
            </a:r>
          </a:p>
          <a:p>
            <a:pPr algn="l">
              <a:spcAft>
                <a:spcPts val="200"/>
              </a:spcAft>
            </a:pPr>
            <a:r>
              <a:rPr sz="1700" b="1">
                <a:solidFill>
                  <a:srgbClr val="FFFFFF"/>
                </a:solidFill>
                <a:latin typeface="Calibri"/>
              </a:rPr>
              <a:t>5. Signature Container Checkpoint/Restore  [JAH-UNIVER2-S-000005]</a:t>
            </a:r>
          </a:p>
          <a:p>
            <a:pPr algn="l">
              <a:spcAft>
                <a:spcPts val="1000"/>
              </a:spcAft>
            </a:pPr>
            <a:r>
              <a:rPr sz="1400" b="0">
                <a:solidFill>
                  <a:srgbClr val="D5DBDB"/>
                </a:solidFill>
                <a:latin typeface="Calibri"/>
              </a:rPr>
              <a:t>   Uses CRIU to freeze running containers and restore them elsewhere, even on another host. Process trees, memory, and open files are captured and revived. It enables live migration and instant startup…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D4A537"/>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state snapshotting technique</a:t>
            </a:r>
          </a:p>
          <a:p>
            <a:pPr algn="l">
              <a:spcAft>
                <a:spcPts val="1000"/>
              </a:spcAft>
            </a:pPr>
            <a:r>
              <a:rPr sz="2000" b="0">
                <a:solidFill>
                  <a:srgbClr val="FFFFFF"/>
                </a:solidFill>
                <a:latin typeface="Calibri"/>
              </a:rPr>
              <a:t>ID prefix:  JAH-UNIVER2-S-</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Signature JAH Universal State Snapshotting Librarian</a:t>
            </a:r>
          </a:p>
          <a:p>
            <a:pPr algn="l">
              <a:spcAft>
                <a:spcPts val="1000"/>
              </a:spcAft>
            </a:pPr>
            <a:r>
              <a:rPr sz="2000" b="0">
                <a:solidFill>
                  <a:srgbClr val="FFFFFF"/>
                </a:solidFill>
                <a:latin typeface="Calibri"/>
              </a:rPr>
              <a:t>Edition:  Signature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D4A537"/>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Mechanisms that capture whole-system state for instant restore and time travel. (Signature edition — original techniques by Justin Addam Higgins.)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https://justinahiggins614-cmyk.github.io/jah-databases/db/universal-state-snapshotting-signature/</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https://justinahiggins614-cmyk.github.io/jah-databases-data-1/data/universal-state-snapshotting-signature/index.jsonl.gz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
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dead-code-elimination-signature/" TargetMode="External"/><Relationship Id="rId3" Type="http://schemas.openxmlformats.org/officeDocument/2006/relationships/hyperlink" Target="https://justinahiggins614-cmyk.github.io/jah-databases-data-1/data/automated-dead-code-elimin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Automated Dead-Code Elimination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Ship only the code you use — tree-shakers, linkers, and optimizers that delete the dead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Automated Dead-Code Elimination Database holds 15 dead code eliminators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Ship only the code you use — tree-shakers, linkers, and optimizers that delete the dead weight.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SigShake-JS  [JAH-ADC-S-000001]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whole-program JS shaking with side-effect modeling. Removes unused JS at the bundle stage; typical savings: 40-70%.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SigShake-Native  [JAH-ADC-S-000002]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native DCE with profile-guided hot/cold splitting. Removes cold code at the link stage; typical savings: 20-40%.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SigTrim-Mobile  [JAH-ADC-S-000003]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mobile trimmers shrinking apps with resource graph analysis. Removes unused app code at the build stage; typical savings: 40-60%.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SigReach-AOT  [JAH-ADC-S-000004]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reachability AOT including only provably-live code. Removes unreachable at the AOT stage; typical savings: majority.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SigPrune-Incremental  [JAH-ADC-S-000005]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incremental DCE reusing previous reachability results. Removes newly dead code at the incremental link stage; typical savings: fast rebuilds.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dead code eliminator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JAH-ADC-S-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DCE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Ship only the code you use — tree-shakers, linkers, and optimizers that delete the dead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https://justinahiggins614-cmyk.github.io/jah-databases/db/automated-dead-code-elimination-signature/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https://justinahiggins614-cmyk.github.io/jah-databases-data-1/data/automated-dead-code-elimination-signature/index.jsonl.gz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
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ustom-watchdog-timers/" TargetMode="External"/><Relationship Id="rId3" Type="http://schemas.openxmlformats.org/officeDocument/2006/relationships/hyperlink" Target="https://justinahiggins614-cmyk.github.io/jah-databases-data-1/data/custom-watchdog-tim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Custom Watchdog Timers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Watchdog designs that detect hangs and recover embedded and server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Custom Watchdog Timers Database holds 15 watchdog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Watchdog designs that detect hangs and recover embedded and server systems.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Hardware Watchdog Timers  [JAH-CW-000001]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the SoC's hardware watchdog to reset the system when software stops petting it. The timer runs independently of the CPU; expiry pulls reset. It is the last line of defense against total hangs.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Windowed Watchdogs  [JAH-CW-000002]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Requires pets inside a time window — not too early, not too late. Early pets suggest a runaway loop petting blindly; late pets mean a hang. The window catches both failure modes.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Heartbeat Protocols  [JAH-CW-000003]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Exchanges periodic heartbeats between supervisor and workers to detect stalls. Missing heartbeats trigger restart of the silent component; sequence numbers catch replays. It distributes the watchdog…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Multi-Stage Escalation  [JAH-CW-000004]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Escalates from logging to service restart to full reboot as lower stages fail. Each stage gets a chance to fix the problem before the next, harsher one fires. It avoids rebooting for recoverable glit…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PMIC Watchdogs  [JAH-CW-000005]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the power-management IC's watchdog to handle hangs during early boot and suspend. The PMIC watches before the SoC watchdog is even configured. It covers the window other watchdogs miss.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watchdog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Custom Watchdog Timers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Watchdog designs that detect hangs and recover embedded and server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https://justinahiggins614-cmyk.github.io/jah-databases/db/custom-watchdog-timers/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https://justinahiggins614-cmyk.github.io/jah-databases-data-1/data/custom-watchdog-timers/index.jsonl.gz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
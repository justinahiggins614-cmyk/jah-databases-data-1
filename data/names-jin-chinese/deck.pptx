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jin-chinese/" TargetMode="External"/><Relationship Id="rId3" Type="http://schemas.openxmlformats.org/officeDocument/2006/relationships/hyperlink" Target="https://justinahiggins614-cmyk.github.io/jah-databases-data-1/data/names-jin-chin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Jin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Jin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Jin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Jin Chinese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Wei 伟 - Jin Chinese masculine given name  [JAH-NMJC-000001]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Wei (伟) is a masculine given name in Jin Chinese. Meaning: Great..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Fang 芳 - Jin Chinese feminine given name  [JAH-NMJC-000002]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Fang (芳) is a feminine given name in Jin Chinese. Meaning: Fragrant..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Qiang 强 - Jin Chinese masculine given name  [JAH-NMJC-000003]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Qiang (强) is a masculine given name in Jin Chinese. Meaning: Strong..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Na 娜 - Jin Chinese feminine given name  [JAH-NMJC-000004]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 (娜) is a feminine given name in Jin Chinese. Meaning: Elegant..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Chao 超 - Jin Chinese masculine given name  [JAH-NMJC-000005]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Chao (超) is a masculine given name in Jin Chinese. Meaning: To surpass..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JAH-NMJC-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Jin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Jin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https://justinahiggins614-cmyk.github.io/jah-databases/db/names-jin-chinese/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https://justinahiggins614-cmyk.github.io/jah-databases-data-1/data/names-jin-chinese/index.jsonl.gz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
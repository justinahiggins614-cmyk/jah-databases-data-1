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growth-analyzer-signature/" TargetMode="External"/><Relationship Id="rId3" Type="http://schemas.openxmlformats.org/officeDocument/2006/relationships/hyperlink" Target="https://justinahiggins614-cmyk.github.io/jah-databases-data-1/data/archive-toolkit-archive-growth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Growth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Growth Analyzer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Ingest rate measurement — Archive Growth Analyzer (Signature)  [JAH-ATK231S-0001]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growth analyzer measures how the archive actually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Distribution analysis — Archive Growth Analyzer (Signature)  [JAH-ATK231S-0002]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growth analyzer measures how the archive actually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Burst detection — Archive Growth Analyzer (Signature)  [JAH-ATK231S-0003]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growth analyzer measures how the archive actually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Drought detection — Archive Growth Analyzer (Signature)  [JAH-ATK231S-0004]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growth analyzer measures how the archive actually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Source contribution ranking — Archive Growth Analyzer (Signature)  [JAH-ATK231S-0005]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growth analyzer measures how the archive actually 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Growth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https://justinahiggins614-cmyk.github.io/jah-databases/db/archive-toolkit-archive-growth-analyzer-signature/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https://justinahiggins614-cmyk.github.io/jah-databases-data-1/data/archive-toolkit-archive-growth-analyzer-signature/index.jsonl.gz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
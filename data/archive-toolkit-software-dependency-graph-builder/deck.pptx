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oftware-dependency-graph-builder/" TargetMode="External"/><Relationship Id="rId3" Type="http://schemas.openxmlformats.org/officeDocument/2006/relationships/hyperlink" Target="https://justinahiggins614-cmyk.github.io/jah-databases-data-1/data/archive-toolkit-software-dependency-graph-build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Software Dependency Graph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Maps packages and everything they depend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Software Dependency Graph Builder Database holds 15 dependency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packages and everything they depend 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Software Dependency Graph Builder: a plain-language overview  [JAH-ATK191-000001]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Software Dependency Graph Builder does and why archives need it. A software dependency graph builder reads a project's manifests — package.json, requirements.txt, pom.xml — and dra…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Software Dependency Graph Builder works  [JAH-ATK191-000002]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Software Dependency Graph Builder does and why archives need it. Real builders parse manifests from each ecosystem (npm, PyPI, Maven, Cargo), resolve version constraints against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Software Dependency Graph Builder works: the deep tour  [JAH-ATK191-000003]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Software Dependency Graph Builder does and why archives need it. Real builders parse manifests from each ecosystem (npm, PyPI, Maven, Cargo), resolve version constraints against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Manifest parsing across ecosystems: the simple idea  [JAH-ATK191-000004]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manifest parsing across ecosystems - how it works inside the Software Dependency Graph Builder. A software dependency graph builder reads a project's manifests — package.json, requiremen…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Manifest parsing across ecosystems in practice  [JAH-ATK191-000005]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manifest parsing across ecosystems - how it works inside the Software Dependency Graph Builder. Real builders parse manifests from each ecosystem (npm, PyPI, Maven, Cargo), resolve versi…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dependency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Dependency Cartographer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packages and everything they depend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https://justinahiggins614-cmyk.github.io/jah-databases/db/archive-toolkit-software-dependency-graph-builder/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https://justinahiggins614-cmyk.github.io/jah-databases-data-1/data/archive-toolkit-software-dependency-graph-builder/index.jsonl.gz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
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mantic-neighborhood-clustering/" TargetMode="External"/><Relationship Id="rId3" Type="http://schemas.openxmlformats.org/officeDocument/2006/relationships/hyperlink" Target="https://justinahiggins614-cmyk.github.io/jah-databases-data-1/data/semantic-neighborhood-cluster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Semantic Neighborhood Clustering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Clustering techniques that group code and data by meaning, not just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Semantic Neighborhood Clustering Database holds 15 clustering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Clustering techniques that group code and data by meaning, not just text.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Code Embeddings  [JAH-SNC-000001]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Embeds code into vectors capturing semantics beyond text similarity. Models trained on code place similar functions nearby even with different names. It powers semantic code search.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k-NN Graph Construction  [JAH-SNC-000002]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Builds k-nearest-neighbor graphs linking each item to its closest neighbors. The graph reveals neighborhoods and bridges; clustering follows naturally. It is the substrate of semantic grouping.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HDBSCAN Clustering  [JAH-SNC-000003]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Clusters with HDBSCAN, finding variable-density clusters and labeling the rest as noise. No need to guess k; the hierarchy reveals structure at all scales. It handles real-world messiness.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UMAP Projection  [JAH-SNC-000004]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Projects high-dimensional embeddings to 2D with UMAP for visualization and exploration. Neighborhoods stay neighborhoods; the map is explorable. It makes embedding spaces human-navigable.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Leiden Community Detection  [JAH-SNC-000005]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Finds communities in similarity graphs with the Leiden algorithm, guaranteeing connected communities. It improves on Louvain's quality and speed. Dependency and topic clusters emerge.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clustering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JAH-SNC-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Semantic Neighborhood Clustering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Clustering techniques that group code and data by meaning, not just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https://justinahiggins614-cmyk.github.io/jah-databases/db/semantic-neighborhood-clustering/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https://justinahiggins614-cmyk.github.io/jah-databases-data-1/data/semantic-neighborhood-clustering/index.jsonl.gz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
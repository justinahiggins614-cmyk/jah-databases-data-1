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acronym-expansion-engine-signature/" TargetMode="External"/><Relationship Id="rId3" Type="http://schemas.openxmlformats.org/officeDocument/2006/relationships/hyperlink" Target="https://justinahiggins614-cmyk.github.io/jah-databases-data-1/data/archive-toolkit-acronym-expansion-engine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Acronym Expansion Engine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Expands abbreviations using domain and context clues.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Acronym Expansion Engine Database holds 15 acronym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Expands abbreviations using domain and context clues.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method by Justin Addam Higgins (JAH). Property of Justin Addam Higgins.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Acronym Expansion Engine: a plain-language overview (Signature)  [JAH-ATK165S-000001]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Overview: what the Acronym Expansion Engine does and why archives need it. Signature original. The Signature expansion method never lets an abbreviation float free: every short form…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How the Acronym Expansion Engine works (Signature)  [JAH-ATK165S-000002]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Overview: what the Acronym Expansion Engine does and why archives need it. Signature original. The Signature engine builds a definition ledger: every acronym-expansion pair is store…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How the Acronym Expansion Engine works: the deep tour (Signature)  [JAH-ATK165S-000003]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Overview: what the Acronym Expansion Engine does and why archives need it. Signature original. The Signature engine builds a definition ledger: every acronym-expansion pair is store…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Definition-pattern mining: the simple idea (Signature)  [JAH-ATK165S-000004]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Core method: definition-pattern mining - how it works inside the Acronym Expansion Engine. Signature original. The Signature expansion method never lets an abbreviation float free:…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Definition-pattern mining in practice (Signature)  [JAH-ATK165S-000005]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Core method: definition-pattern mining - how it works inside the Acronym Expansion Engine. Signature original. The Signature engine builds a definition ledger: every acronym-expansi…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acronym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JAH-ATK165S-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Acronym Decoder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Expands abbreviations using domain and context clues.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https://justinahiggins614-cmyk.github.io/jah-databases/db/archive-toolkit-acronym-expansion-engine-signature/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https://justinahiggins614-cmyk.github.io/jah-databases-data-1/data/archive-toolkit-acronym-expansion-engine-signature/index.jsonl.gz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
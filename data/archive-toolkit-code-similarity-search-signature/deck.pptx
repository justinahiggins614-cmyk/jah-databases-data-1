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de-similarity-search-signature/" TargetMode="External"/><Relationship Id="rId3" Type="http://schemas.openxmlformats.org/officeDocument/2006/relationships/hyperlink" Target="https://justinahiggins614-cmyk.github.io/jah-databases-data-1/data/archive-toolkit-code-similarity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Code Similarity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programs implementing similar algorithms or functionality.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Code Similarity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programs implementing similar algorithms or functionality.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Token normalization — Code Similarity Search  [JAH-ATK113S-00001]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Identifiers are normalized to ID and literals to LIT so that renamed variables still match. Keywords and operators stay literal because they carry the algorithmic structure. Norm…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Shingle fingerprints — Code Similarity Search  [JAH-ATK113S-00002]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Token streams are cut into overlapping n-grams (shingles); the set of shingles fingerprints the code. Jaccard similarity of shingle sets measures shared structure robustly. Shing…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MinHash for scale — Code Similarity Search  [JAH-ATK113S-00003]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MinHash compresses shingle sets into short signatures whose collision probability equals Jaccard similarity. Locality-sensitive hashing then buckets similar signatures so queries…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AST-based comparison — Code Similarity Search  [JAH-ATK113S-00004]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Parsing to an abstract syntax tree removes formatting and lets comparison work on structure. Tree edit distance or subtree hashing then measures similarity independent of layout.…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Type-1 to Type-4 clones — Code Similarity Search  [JAH-ATK113S-00005]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Clone taxonomy runs from identical (Type-1) through renamed (Type-2) and edited (Type-3) to semantic equivalents (Type-4). Each type needs stronger analysis: text, tokens, trees,…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Code Similarity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programs implementing similar algorithms or functionality.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https://justinahiggins614-cmyk.github.io/jah-databases/db/archive-toolkit-code-similarity-search-signature/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https://justinahiggins614-cmyk.github.io/jah-databases-data-1/data/archive-toolkit-code-similarity-search-signature/index.jsonl.gz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
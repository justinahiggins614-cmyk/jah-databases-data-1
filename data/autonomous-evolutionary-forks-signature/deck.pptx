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utonomous-evolutionary-forks-signature/" TargetMode="External"/><Relationship Id="rId3" Type="http://schemas.openxmlformats.org/officeDocument/2006/relationships/hyperlink" Target="https://justinahiggins614-cmyk.github.io/jah-databases-data-1/data/autonomous-evolutionary-forks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Autonomous Evolutionary Forks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Forks itself to evolve — autonomous copies that mutate, compete, and keep the winners.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Autonomous Evolutionary Forks Database holds 15 evolution abilitys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Forks itself to evolve — autonomous copies that mutate, compete, and keep the winners.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Signature-authored original completion by the JAH system; labeled Signature, not a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Autonomous Forking  [JAH-AEF-S-000001]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Autonomous Forking is a evolution ability in the Signature Autonomous Evolutionary Forks database. Forks the running system into an isolated copy on its own decision. Forks trigger on sched…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Mutation Operators  [JAH-AEF-S-000002]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Mutation Operators is a evolution ability in the Signature Autonomous Evolutionary Forks database. Mutates forks with small random changes to parameters and structure. Operators tweak numbe…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Fitness Functions  [JAH-AEF-S-000003]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Fitness Functions is a evolution ability in the Signature Autonomous Evolutionary Forks database. Scores each fork by a declared fitness function. Fitness measures the goal — speed, accurac…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Tournament Selection  [JAH-AEF-S-000004]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Tournament Selection is a evolution ability in the Signature Autonomous Evolutionary Forks database. Keeps winners through tournaments between forks. Forks compete pairwise on fitness; lose…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Elitism  [JAH-AEF-S-000005]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Elitism is a evolution ability in the Signature Autonomous Evolutionary Forks database. Always keeps the best fork ever seen. The all-time best is preserved untouched while the rest evolve.…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evolution ability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JAH-AEF-S-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Autonomous Evolutionary Fork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Forks itself to evolve — autonomous copies that mutate, compete, and keep the winners.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https://justinahiggins614-cmyk.github.io/jah-databases/db/autonomous-evolutionary-forks-signature/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https://justinahiggins614-cmyk.github.io/jah-databases-data-1/data/autonomous-evolutionary-forks-signature/index.jsonl.gz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
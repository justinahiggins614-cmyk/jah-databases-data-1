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jah-n-apex-boundless-intelligence-fabric/" TargetMode="External"/><Relationship Id="rId3" Type="http://schemas.openxmlformats.org/officeDocument/2006/relationships/hyperlink" Target="https://justinahiggins614-cmyk.github.io/jah-databases-data-1/data/apex-tool-jah-n-apex-boundless-intelligence-fabr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JAH-N Apex Boundless Intelligence Fabric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overarching fabric — every apex capability woven into one coordinated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JAH-N Apex Boundless Intelligence Fabric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overarching fabric — every apex capability woven into one coordinated intelligence.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capability registries are standard platform practice;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Registering the Capabilities  [JAH-APX100-000001]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fabric begins with a census: every apex capability registered with its genome.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Conductor  [JAH-APX100-000002]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 flows across the fabric by fit and load. This record covers the fabric conductor’s routing.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Weaving Pipelines  [JAH-APX100-000003]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Capabilities compose into pipelines: archive to research to prototype to benchmark. This record covers the weaving engine.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Shared Memory  [JAH-APX100-000004]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fabric thinks with one working memory. This record covers the shared memory layer.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Ports for Extension  [JAH-APX100-000005]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 capabilities plug into standard ports. This record covers the extension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JAH-APX100-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JAH-N Apex Boundless Intelligence Fabric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overarching fabric — every apex capability woven into one coordinated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https://justinahiggins614-cmyk.github.io/jah-databases/db/apex-tool-jah-n-apex-boundless-intelligence-fabric/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https://justinahiggins614-cmyk.github.io/jah-databases-data-1/data/apex-tool-jah-n-apex-boundless-intelligence-fabric/index.jsonl.gz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
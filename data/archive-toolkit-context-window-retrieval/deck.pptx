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text-window-retrieval/" TargetMode="External"/><Relationship Id="rId3" Type="http://schemas.openxmlformats.org/officeDocument/2006/relationships/hyperlink" Target="https://justinahiggins614-cmyk.github.io/jah-databases-data-1/data/archive-toolkit-context-window-retriev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Context-Window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Includes surrounding text needed to interpret a passage accurately.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Context-Window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Includes surrounding text needed to interpret a passage accurately.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context-window retrieval;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Sentence-window expansion — Context-Window Retrieval  [JAH-ATK204-0001]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Context-window retrieval recognizes that a passage alone can mislead: pronouns lose their antecedents, numbers lose their units, and claims lose their qualifiers outside their neighborhood. The tool…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Section-scoped windows — Context-Window Retrieval  [JAH-ATK204-0002]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Context-window retrieval recognizes that a passage alone can mislead: pronouns lose their antecedents, numbers lose their units, and claims lose their qualifiers outside their neighborhood. The tool…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Token-budget windows — Context-Window Retrieval  [JAH-ATK204-0003]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Context-window retrieval recognizes that a passage alone can mislead: pronouns lose their antecedents, numbers lose their units, and claims lose their qualifiers outside their neighborhood. The tool…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Antecedent resolution — Context-Window Retrieval  [JAH-ATK204-0004]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Context-window retrieval recognizes that a passage alone can mislead: pronouns lose their antecedents, numbers lose their units, and claims lose their qualifiers outside their neighborhood. The tool…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Qualifier capture — Context-Window Retrieval  [JAH-ATK204-0005]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Context-window retrieval recognizes that a passage alone can mislead: pronouns lose their antecedents, numbers lose their units, and claims lose their qualifiers outside their neighborhood. The tool…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Context-Window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Includes surrounding text needed to interpret a passage accurately.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https://justinahiggins614-cmyk.github.io/jah-databases/db/archive-toolkit-context-window-retrieval/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https://justinahiggins614-cmyk.github.io/jah-databases-data-1/data/archive-toolkit-context-window-retrieval/index.jsonl.gz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
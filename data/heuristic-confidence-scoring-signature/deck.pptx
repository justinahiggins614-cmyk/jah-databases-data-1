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heuristic-confidence-scoring-signature/" TargetMode="External"/><Relationship Id="rId3" Type="http://schemas.openxmlformats.org/officeDocument/2006/relationships/hyperlink" Target="https://justinahiggins614-cmyk.github.io/jah-databases-data-1/data/heuristic-confidence-scor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Heuristic Confidence Scoring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Trust, quantified: heuristics that score how much to believe an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Heuristic Confidence Scoring Database holds 15 confidence scoring heuristics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Trust, quantified: heuristics that score how much to believe an output.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Confidence Provenance Chain  [JAH-HEURIS-S-000001]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confidence score carries its provenance — which heuristic produced it, what calibration data backs it, and when it was last validated. A score without provenance is shown as…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Self-consistency agreement score  [JAH-HEURIS-S-000002]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Sample the model N times on the same question and measure how much the answers agree. High agreement across independent samples means the model converges on the answer; scattered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Confidence Provenance Chain  [JAH-HEURIS-S-000003]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confidence score carries its provenance — which heuristic produced it, what calibration data backs it, and when it was last validated. A score without provenance is shown as…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Self-consistency agreement score  [JAH-HEURIS-S-000004]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Sample the model N times on the same question and measure how much the answers agree. High agreement across independent samples means the model converges on the answer; scattered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Ensemble disagreement as uncertainty  [JAH-HEURIS-S-000005]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Run several different models on the same input and treat disagreement as uncertainty. Diverse ensembles (different architectures, different training) disagree most where the answer…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confidence scoring heuristic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JAH-HEURIS-S-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Confidence Scoring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Trust, quantified: heuristics that score how much to believe an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https://justinahiggins614-cmyk.github.io/jah-databases/db/heuristic-confidence-scoring-signature/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https://justinahiggins614-cmyk.github.io/jah-databases-data-1/data/heuristic-confidence-scoring-signature/index.jsonl.gz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
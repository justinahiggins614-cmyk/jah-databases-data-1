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gram-mixes/" TargetMode="External"/><Relationship Id="rId3" Type="http://schemas.openxmlformats.org/officeDocument/2006/relationships/hyperlink" Target="https://justinahiggins614-cmyk.github.io/jah-databases-data-1/data/program-mix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Program Mixes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Programs that blend two subjects — markdown servers, vaults, prime lookups — all runnable and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Program Mixes Database holds 20 program mixs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Programs that blend two subjects — markdown servers, vaults, prime lookups — all runnable and tested.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 compilation. Each record below is an original working example composed for this archive; record types are standard real-world kinds.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Markdown Web Server  [JAH-PMIX-000001]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Markdown Web Server (['http server', 'markdown parser']). Serves rendered markdown over HTTP: the markdown parser runs inside the HTTP server's request handler. This record IS the complete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Encrypted Password Vault  [JAH-PMIX-000002]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Encrypted Password Vault (['caesar cipher', 'password generator']). Generates strong passwords and stores them Caesar-encrypted; decrypts on retrieval. This record IS the complete runnable 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Sort Then Search  [JAH-PMIX-000003]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Sort Then Search (['sorting visualizer', 'binary search']). Sorts data with bubble sort, then binary-searches it — the standard sort/search pipeline. This record IS the complete runnable pro…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Data Format Converter  [JAH-PMIX-000004]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Data Format Converter (['json formatter', 'csv to json']). Converts CSV to JSON and pretty-prints the result — a two-stage data pipeline. This record IS the complete runnable program — copy…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Prime Fibonacci Finder  [JAH-PMIX-000005]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PROGRAM: Prime Fibonacci Finder (['fibonacci', 'prime sieve']). Finds Fibonacci numbers that are also prime, using the sieve for primality. This record IS the complete runnable program — copy it to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program mix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JAH-PMIX-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Mix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Programs that blend two subjects — markdown servers, vaults, prime lookups — all runnable and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https://justinahiggins614-cmyk.github.io/jah-databases/db/program-mixes/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https://justinahiggins614-cmyk.github.io/jah-databases-data-1/data/program-mixes/index.jsonl.gz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
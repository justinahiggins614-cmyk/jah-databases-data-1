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de-signing-certificate-revocation-lists/" TargetMode="External"/><Relationship Id="rId3" Type="http://schemas.openxmlformats.org/officeDocument/2006/relationships/hyperlink" Target="https://justinahiggins614-cmyk.github.io/jah-databases-data-1/data/code-signing-certificate-revocation-list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Code-Signing Certificate Revocation Lists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How the world learns a code-signing certificate can no longer be trusted.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Code-Signing Certificate Revocation Lists Database holds 15 revocation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the world learns a code-signing certificate can no longer be trusted.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X.509 CRL Structure  [JAH-CSCR-000001]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and parses X.509 certificate revocation lists with revoked serials, reasons, and signatures. The CA signs the list; verifiers download it on schedule. It is the classic revocation mechanism.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Delta CRLs  [JAH-CSCR-000002]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Publishes delta CRLs with only new revocations since the last full list. Clients combine base plus deltas; downloads shrink dramatically. It keeps CRLs practical at scale.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OCSP Checking  [JAH-CSCR-000003]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Queries OCSP responders for real-time revocation status per certificate. Fresh answers beat stale lists; responders sign the status. Privacy and availability are the tradeoffs.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OCSP Stapling  [JAH-CSCR-000004]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Staples the OCSP response to the TLS handshake so clients get freshness free. The server fetches and caches the response; clients verify without extra connections. It fixes OCSP's privacy and latency…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CRLite Compression  [JAH-CSCR-000005]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Compresses the web's revocations into CRLite filters browsers download efficiently. Bloom-filter cascades encode millions of revocations in megabytes. Firefox proved it at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revocation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JAH-CSCR-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Code-Signing Certificate Revocation Lists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the world learns a code-signing certificate can no longer be trusted.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https://justinahiggins614-cmyk.github.io/jah-databases/db/code-signing-certificate-revocation-lists/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https://justinahiggins614-cmyk.github.io/jah-databases-data-1/data/code-signing-certificate-revocation-lists/index.jsonl.gz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
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ardware-acceleration-signature/" TargetMode="External"/><Relationship Id="rId3" Type="http://schemas.openxmlformats.org/officeDocument/2006/relationships/hyperlink" Target="https://justinahiggins614-cmyk.github.io/jah-databases-data-1/data/hardware-accele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Hardware Acceleration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Making index and retrieval code run on the metal: SIMD, GPUs, FPGAs, NVMe, RDMA, and the vectorized data structures real engines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Hardware Acceleration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index and retrieval code run on the metal: SIMD, GPUs, FPGAs, NVMe, RDMA, and the vectorized data structures real engines 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SIMD basics for search  [JAH-HARDWA-S-000001]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SIMD (Single Instruction, Multiple Data) processes 4-16 values per CPU instruction — a distance computation over 128 floats becomes 8 instructions instead of 128. Modern search engines vectorize thei…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AVX-512 for distance computation  [JAH-HARDWA-S-000002]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AVX-512 widens registers to 16 floats per instruction and adds masked operations — perfect for L2 distance over high-dimensional vectors. FAISS's AVX-512 kernels made billion-scale search practical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GPU-accelerated ANN search  [JAH-HARDWA-S-000003]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GPUs run thousands of distance computations in parallel — FAISS-GPU searches billions of vectors by sharding the index across GPU memory and streaming queries through. The pattern is batch: one query…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FPGA regex acceleration  [JAH-HARDWA-S-000004]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FPGAs compile regular expressions directly into hardware circuits — every pattern becomes parallel logic, and a packet streams through all patterns simultaneously at line rate. Hyperscan does the sam…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TPU / AI accelerators for embeddings  [JAH-HARDWA-S-000005]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Embedding models turn text into vectors, and TPUs/NPUs run those models at datacenter scale: matrix multiplies in systolic arrays, quantized INT8 inference, batch sizes in the thousands. The retrieva…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JAH-HARDWA-S-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Hardware Acceleration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index and retrieval code run on the metal: SIMD, GPUs, FPGAs, NVMe, RDMA, and the vectorized data structures real engines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https://justinahiggins614-cmyk.github.io/jah-databases/db/hardware-acceleration-signature/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https://justinahiggins614-cmyk.github.io/jah-databases-data-1/data/hardware-acceleration-signature/index.jsonl.gz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
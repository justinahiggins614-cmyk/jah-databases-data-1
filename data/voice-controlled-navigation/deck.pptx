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oice-controlled-navigation/" TargetMode="External"/><Relationship Id="rId3" Type="http://schemas.openxmlformats.org/officeDocument/2006/relationships/hyperlink" Target="https://justinahiggins614-cmyk.github.io/jah-databases-data-1/data/voice-controlled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Voice-Controlled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Voice-Controlled Navigation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Speech recognition basics  [JAH-VOICEC-000001]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Speech recognition turns audio into text: acoustic model (audio -&gt; phonemes), language model (phoneme sequences -&gt; likely words), now usually one end-to-end neural model (Whisper, Conformer). The pip…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Wake words  [JAH-VOICEC-000002]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Wake words ('hey assistant') gate the microphone: a tiny always-on model listens for the phrase, and only then does the full recognizer engage. The model must be small (runs on DSP), low false-accept…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Command grammars  [JAH-VOICEC-000003]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Command grammars define what the system understands: fixed phrases ('scroll down', 'go back') compiled into a recognition grammar for maximum accuracy. Grammars beat open dictation for control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NLU intents  [JAH-VOICEC-000004]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Beyond fixed grammars, NLU maps free-form utterances to intents + entities: 'dim the lights a bit' -&gt; {intent: set_brightness, level: -20%}. The pipeline is intent classification + slot filling, trai…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Confirmation UX  [JAH-VOICEC-000005]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Voice actions need confirmation proportional to their cost: low-cost (scroll) executes immediately; high-cost (delete, send, purchase) confirms ('Delete 3 files?'). The confirmation is itself voice-a…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JAH-VOICEC-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Voice-Controlled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Hands-free control: speech recognition, command grammars, confirmation UX, offline STT, and the privacy design voice demands.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https://justinahiggins614-cmyk.github.io/jah-databases/db/voice-controlled-navigation/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https://justinahiggins614-cmyk.github.io/jah-databases-data-1/data/voice-controlled-navigation/index.jsonl.gz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
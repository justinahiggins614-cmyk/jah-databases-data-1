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it-rot-detection-signature/" TargetMode="External"/><Relationship Id="rId3" Type="http://schemas.openxmlformats.org/officeDocument/2006/relationships/hyperlink" Target="https://justinahiggins614-cmyk.github.io/jah-databases-data-1/data/bit-rot-dete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Bit-Rot Detection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Catch silent data corruption before it spreads — checksums, scrubs, and integrity monitors.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Bit-Rot Detection Database holds 15 bit-rot detectors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 silent data corruption before it spreads — checksums, scrubs, and integrity monitors.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SigScrub-Cont  [JAH-BITROT-S-000001]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continuous background scrubbing with I/O budgets that never disturb serving. Checksum: SHA-256 per extent. Scrub: continuous, budgeted. Repair: mesh replica copy.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SigParity-Mesh  [JAH-BITROT-S-000002]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erasure-coded parity striped across mesh peers, not just local disks. Checksum: per-shard hashes. Scrub: peer audits. Repair: erasure rebuild.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SigECC-Enforce  [JAH-BITROT-S-000003]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fleet policy requiring ECC on all storage hosts, verified at join. Checksum: hardware SECDED. Scrub: patrol scrub. Repair: DIMM alerts.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SigManifest  [JAH-BITROT-S-000004]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signed manifests for every dataset; verification is one command. Checksum: signed SHA-256. Scrub: sigmanifest verify. Repair: re-fetch signed copy.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SigWatch-SMART  [JAH-BITROT-S-000005]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fleet SMART aggregation predicting drive failure weeks ahead. Checksum: drive telemetry. Scrub: continuous. Repair: preemptive migration.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bit-rot detector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JAH-BITROT-S-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Integrity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Catch silent data corruption before it spreads — checksums, scrubs, and integrity monitors.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https://justinahiggins614-cmyk.github.io/jah-databases/db/bit-rot-detection-signature/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https://justinahiggins614-cmyk.github.io/jah-databases-data-1/data/bit-rot-detection-signature/index.jsonl.gz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
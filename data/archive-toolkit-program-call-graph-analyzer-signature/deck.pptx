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rogram-call-graph-analyzer-signature/" TargetMode="External"/><Relationship Id="rId3" Type="http://schemas.openxmlformats.org/officeDocument/2006/relationships/hyperlink" Target="https://justinahiggins614-cmyk.github.io/jah-databases-data-1/data/archive-toolkit-program-call-graph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Call-Graph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which functions call which across a codebase.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Call-Graph Analyzer Database holds 15 call graph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which functions call which across a codebase.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Program Call-Graph Analyzer: a plain-language overview (Signature)  [JAH-ATK190S-000001]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Program Call-Graph Analyzer does and why archives need it. Signature original. The Signature call mapper draws who-calls-whom with every edge stamped to its sourc…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Program Call-Graph Analyzer works (Signature)  [JAH-ATK190S-000002]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Program Call-Graph Analyzer does and why archives need it. Signature original. The Signature approach builds the call graph deterministically: fixed name-resoluti…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Program Call-Graph Analyzer works: the deep tour (Signature)  [JAH-ATK190S-000003]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Program Call-Graph Analyzer does and why archives need it. Signature original. The Signature approach builds the call graph deterministically: fixed name-resoluti…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AST call-site extraction: the simple idea (Signature)  [JAH-ATK190S-000004]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AST call-site extraction - how it works inside the Program Call-Graph Analyzer. Signature original. The Signature call mapper draws who-calls-whom with every edge stamp…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AST call-site extraction in practice (Signature)  [JAH-ATK190S-000005]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AST call-site extraction - how it works inside the Program Call-Graph Analyzer. Signature original. The Signature approach builds the call graph deterministically: fixe…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call graph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Call Mapper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which functions call which across a codebase.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https://justinahiggins614-cmyk.github.io/jah-databases/db/archive-toolkit-program-call-graph-analyzer-signature/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https://justinahiggins614-cmyk.github.io/jah-databases-data-1/data/archive-toolkit-program-call-graph-analyzer-signature/index.jsonl.gz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
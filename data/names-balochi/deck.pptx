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balochi/" TargetMode="External"/><Relationship Id="rId3" Type="http://schemas.openxmlformats.org/officeDocument/2006/relationships/hyperlink" Target="https://justinahiggins614-cmyk.github.io/jah-databases-data-1/data/names-balochi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Balochi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Common Balochi first names, surnames and place names — real meanings, origins and naming customs.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Balochi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Common Balochi first names, surnames and place names — real meanings, origins and naming customs.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record: name documented from public linguistic and onomastic sources.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Allah Bakhsh — Balochi given name  [JAH-NMB4-000001]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Allah Bakhsh is a masculine given name in Balochi. It means "God-given", from Persian khuda bakhsh. A common masculine name: given by God.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Muhammad — Balochi given name  [JAH-NMB4-000002]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Muhammad is a masculine given name in Balochi. It means "praised", from Arabic. Widely used among the Baloch.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Fatimah — Balochi given name  [JAH-NMB4-000003]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Fatimah is a feminine given name in Balochi. Of Arabic origin. A beloved feminine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Mir — Balochi given name  [JAH-NMB4-000004]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Mir is a masculine given name in Balochi. It means "chief, leader", from Arabic amir, as title. Used as a title and name element for Baloch leaders.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Bibi — Balochi given name  [JAH-NMB4-000005]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Bibi is a feminine given name in Balochi. It means "lady", from Persian. An honorific feminine name element meaning lady.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JAH-NMB4-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Balochi Names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Common Balochi first names, surnames and place names — real meanings, origins and naming customs.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https://justinahiggins614-cmyk.github.io/jah-databases/db/names-balochi/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https://justinahiggins614-cmyk.github.io/jah-databases-data-1/data/names-balochi/index.jsonl.gz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
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cure-multi-party-computation-smpc/" TargetMode="External"/><Relationship Id="rId3" Type="http://schemas.openxmlformats.org/officeDocument/2006/relationships/hyperlink" Target="https://justinahiggins614-cmyk.github.io/jah-databases-data-1/data/secure-multi-party-computation-smp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Secure Multi-Party Computation (SMPC)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Computing together, seeing nothing: protocols for joint private computation.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Secure Multi-Party Computation (SMPC) Database holds 15 secure computation protocols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Computing together, seeing nothing: protocols for joint private computation.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Shamir secret sharing  [JAH-SMPC-000001]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Shamir's scheme splits a secret into n shares where any t reconstruct it but t-1 reveal nothing — a polynomial of degree t-1 through the secret, one point per party. It's the foundation of MPC: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BGW protocol  [JAH-SMPC-000002]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Ben-Or, Goldwasser, Wigderson brought MPC to arithmetic circuits with Shamir shares: additions are local, multiplications need one interaction round (degree reduction). BGW tolerates t &lt; n/3 maliciou…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Shamir secret sharing  [JAH-SMPC-000003]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Shamir's scheme splits a secret into n shares where any t reconstruct it but t-1 reveal nothing — a polynomial of degree t-1 through the secret, one point per party. It's the foundation of MPC: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BGW protocol  [JAH-SMPC-000004]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Ben-Or, Goldwasser, Wigderson brought MPC to arithmetic circuits with Shamir shares: additions are local, multiplications need one interaction round (degree reduction). BGW tolerates t &lt; n/3 maliciou…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Threshold cryptography  [JAH-SMPC-000005]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Threshold signatures and decryption split a key across n parties; any t can sign/decrypt, fewer cannot. It's MPC for a single operation — protecting CA keys, crypto wallets, and root credentials so 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computation protocol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JAH-SMPC-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Secure Computation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Computing together, seeing nothing: protocols for joint private computation.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https://justinahiggins614-cmyk.github.io/jah-databases/db/secure-multi-party-computation-smpc/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https://justinahiggins614-cmyk.github.io/jah-databases-data-1/data/secure-multi-party-computation-smpc/index.jsonl.gz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
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ivate-dependency-resolution/" TargetMode="External"/><Relationship Id="rId3" Type="http://schemas.openxmlformats.org/officeDocument/2006/relationships/hyperlink" Target="https://justinahiggins614-cmyk.github.io/jah-databases-data-1/data/private-dependency-resolu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Private Dependency Resolution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Resolving dependencies without revealing what you depend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Private Dependency Resolution Database holds 15 private dependency resolution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Resolving dependencies without revealing what you depend 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Private package fetching (PIR)  [JAH-PRIVAT-000001]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Private Information Retrieval lets a client fetch a package from a mirror without the mirror learning which package was fetched. The client queries in a way that hides the index — the mirror does mor…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Lockfile hash verification  [JAH-PRIVAT-000002]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lockfile pins exact versions and content hashes; the resolver verifies every downloaded artifact against the lockfile before use. Even a compromised mirror can't substitute code — the hash won't…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Private package fetching (PIR)  [JAH-PRIVAT-000003]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Private Information Retrieval lets a client fetch a package from a mirror without the mirror learning which package was fetched. The client queries in a way that hides the index — the mirror does mor…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Lockfile hash verification  [JAH-PRIVAT-000004]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lockfile pins exact versions and content hashes; the resolver verifies every downloaded artifact against the lockfile before use. Even a compromised mirror can't substitute code — the hash won't…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Typosquat detection  [JAH-PRIVAT-000005]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Attackers publish 'lodahs' next to 'lodash'; typosquat detectors compare new package names against popular ones (edit distance, confusables) and flag or block near-misses. Combined with popularity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private dependency resolution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JAH-PRIVAT-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Private Dependency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Resolving dependencies without revealing what you depend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https://justinahiggins614-cmyk.github.io/jah-databases/db/private-dependency-resolution/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https://justinahiggins614-cmyk.github.io/jah-databases-data-1/data/private-dependency-resolution/index.jsonl.gz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
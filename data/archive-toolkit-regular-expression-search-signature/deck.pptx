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gular-expression-search-signature/" TargetMode="External"/><Relationship Id="rId3" Type="http://schemas.openxmlformats.org/officeDocument/2006/relationships/hyperlink" Target="https://justinahiggins614-cmyk.github.io/jah-databases-data-1/data/archive-toolkit-regular-expression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Regular Expression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information matching complex text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Regular Expression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information matching complex text patterns.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Literal and metacharacter basics — Regular Expression Search  [JAH-ATK103S-00001]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regex is a pattern where most characters match themselves and metacharacters like . * + ? carry special meaning. Escaping with a backslash turns a metacharacter back into a lit…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Character classes — Regular Expression Search  [JAH-ATK103S-00002]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Bracket expressions like [0-9] or [a-zA-Z] match any single character from the listed set. Negated classes [^0-9] match anything outside the set, and shorthands like \d, \w, \s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Quantifiers: greedy and lazy — Regular Expression Search  [JAH-ATK103S-00003]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Quantifiers *, +, ?, and {m,n} repeat the preceding atom; by default they are greedy, consuming as much as possible. Appending ? makes them lazy, matching as little as possible,…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Anchors and boundaries — Regular Expression Search  [JAH-ATK103S-00004]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anchors ^ and $ pin a match to the start or end of the string (or line, in multiline mode). The word boundary \b sits between word and non-word characters, so '\bcat\b' skips…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Groups and capturing — Regular Expression Search  [JAH-ATK103S-00005]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Parentheses group atoms for quantification and alternation, and by default they also capture the matched text. Numbered backreferences \1, \2 reuse a captured group later in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Regular Expression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information matching complex text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https://justinahiggins614-cmyk.github.io/jah-databases/db/archive-toolkit-regular-expression-search-signature/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https://justinahiggins614-cmyk.github.io/jah-databases-data-1/data/archive-toolkit-regular-expression-search-signature/index.jsonl.gz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
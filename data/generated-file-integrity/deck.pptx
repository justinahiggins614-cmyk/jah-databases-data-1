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ed-file-integrity/" TargetMode="External"/><Relationship Id="rId3" Type="http://schemas.openxmlformats.org/officeDocument/2006/relationships/hyperlink" Target="https://justinahiggins614-cmyk.github.io/jah-databases-data-1/data/generated-file-integr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Generated File Integrity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that prove generated files are complete and untampered.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Generated File Integrity Database holds 20 integrity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that prove generated files are complete and untampered.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SHA-256 Checksum  [JAH-GFI-000001]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Hashes the whole file so any single-bit change is detectable. Recorded facts — Check: SHA-256 Checksum; Detects: corruption; Mechanism: hash compare. Used by build pipelines, data publishers, and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Digital Signature  [JAH-GFI-000002]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the hash with a private key so recipients verify authenticity. Recorded facts — Check: Digital Signature; Detects: tampering; Mechanism: Ed25519 verify. Used by build pipelines, data publishers…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Provenance Watermark  [JAH-GFI-000003]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Embeds generator, seed, and version invisibly in the file metadata. Recorded facts — Check: Provenance Watermark; Detects: unknown origin; Mechanism: watermark read. Used by build pipelines, data pub…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Validation  [JAH-GFI-000004]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the file against its schema, rejecting malformed output. Recorded facts — Check: Schema Validation; Detects: malformed data; Mechanism: validator. Used by build pipelines, data publishers,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Byte-count Assertion  [JAH-GFI-000005]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Asserts the file size is within the expected range for its type. Recorded facts — Check: Byte-count Assertion; Detects: truncation; Mechanism: size check. Used by build pipelines, data publishers,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integrity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JAH-GFI-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Generated File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that prove generated files are complete and untampered.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https://justinahiggins614-cmyk.github.io/jah-databases/db/generated-file-integrity/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https://justinahiggins614-cmyk.github.io/jah-databases-data-1/data/generated-file-integrity/index.jsonl.gz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
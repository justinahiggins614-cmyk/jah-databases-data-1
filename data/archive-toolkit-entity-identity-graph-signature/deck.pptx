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entity-identity-graph-signature/" TargetMode="External"/><Relationship Id="rId3" Type="http://schemas.openxmlformats.org/officeDocument/2006/relationships/hyperlink" Target="https://justinahiggins614-cmyk.github.io/jah-databases-data-1/data/archive-toolkit-entity-identity-grap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Entity Identity Graph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Tracks every representation of the same entity across archives.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Entity Identity Graph Database holds 15 identity graph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Tracks every representation of the same entity across archives.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Entity Identity Graph: a plain-language overview (Signature)  [JAH-ATK187S-000001]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Entity Identity Graph does and why archives need it. Signature original. The Signature identity method weaves every mention into a stamped graph: each link betwee…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Entity Identity Graph works (Signature)  [JAH-ATK187S-000002]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Entity Identity Graph does and why archives need it. Signature original. The Signature approach builds the graph deterministically: fixed edge-weight rules, fixed…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Entity Identity Graph works: the deep tour (Signature)  [JAH-ATK187S-000003]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Entity Identity Graph does and why archives need it. Signature original. The Signature approach builds the graph deterministically: fixed edge-weight rules, fixed…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Alias-edge graph construction: the simple idea (Signature)  [JAH-ATK187S-000004]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alias-edge graph construction - how it works inside the Entity Identity Graph. Signature original. The Signature identity method weaves every mention into a stamped gra…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Alias-edge graph construction in practice (Signature)  [JAH-ATK187S-000005]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alias-edge graph construction - how it works inside the Entity Identity Graph. Signature original. The Signature approach builds the graph deterministically: fixed edge…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identity graph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JAH-ATK187S-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Identity Weaver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Tracks every representation of the same entity across archives.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https://justinahiggins614-cmyk.github.io/jah-databases/db/archive-toolkit-entity-identity-graph-signature/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https://justinahiggins614-cmyk.github.io/jah-databases-data-1/data/archive-toolkit-entity-identity-graph-signature/index.jsonl.gz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
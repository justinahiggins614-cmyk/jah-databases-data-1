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ynamic-tag-generator-signature/" TargetMode="External"/><Relationship Id="rId3" Type="http://schemas.openxmlformats.org/officeDocument/2006/relationships/hyperlink" Target="https://justinahiggins614-cmyk.github.io/jah-databases-data-1/data/archive-toolkit-dynamic-tag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Dynamic Tag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searchable tags from content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Dynamic Tag Generator Database holds 15 tagging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searchable tags from content and metadata.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Dynamic Tag Generator: a plain-language overview (Signature)  [JAH-ATK172S-000001]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Dynamic Tag Generator does and why archives need it. Signature original. The Signature tag smith tags only what the record proves: each tag carries its source wor…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Dynamic Tag Generator works (Signature)  [JAH-ATK172S-000002]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Dynamic Tag Generator does and why archives need it. Signature original. The Signature method builds a tag ledger per record: each tag lists its extraction method…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Dynamic Tag Generator works: the deep tour (Signature)  [JAH-ATK172S-000003]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Dynamic Tag Generator does and why archives need it. Signature original. The Signature method builds a tag ledger per record: each tag lists its extraction method…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TF-IDF keyword extraction: the simple idea (Signature)  [JAH-ATK172S-000004]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TF-IDF keyword extraction - how it works inside the Dynamic Tag Generator. Signature original. The Signature tag smith tags only what the record proves: each tag carrie…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TF-IDF keyword extraction in practice (Signature)  [JAH-ATK172S-000005]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TF-IDF keyword extraction - how it works inside the Dynamic Tag Generator. Signature original. The Signature method builds a tag ledger per record: each tag lists its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tagging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Tag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searchable tags from content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https://justinahiggins614-cmyk.github.io/jah-databases/db/archive-toolkit-dynamic-tag-generator-signature/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https://justinahiggins614-cmyk.github.io/jah-databases-data-1/data/archive-toolkit-dynamic-tag-generator-signature/index.jsonl.gz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
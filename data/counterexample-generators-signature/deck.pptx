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unterexample-generators-signature/" TargetMode="External"/><Relationship Id="rId3" Type="http://schemas.openxmlformats.org/officeDocument/2006/relationships/hyperlink" Target="https://justinahiggins614-cmyk.github.io/jah-databases-data-1/data/counterexample-generato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Counterexample Generators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Proofs of wrongness: generating the examples that break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Counterexample Generators Database holds 15 counterexample generation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Proofs of wrongness: generating the examples that break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Counterexample Provenance  [JAH-COUNTE-S-000001]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counterexample records what it refutes — the exact claim, version, and context — plus its full minimization history. When the claim changes, affected counterexamples are re-e…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Fuzzing for counterexamples  [JAH-COUNTE-S-000002]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Property-based fuzzers generate counterexamples by search: Hypothesis finds the input breaking your invariant, often one no human would construct. Fuzzing-derived counterexamples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Counterexample Provenance  [JAH-COUNTE-S-000003]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counterexample records what it refutes — the exact claim, version, and context — plus its full minimization history. When the claim changes, affected counterexamples are re-e…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Fuzzing for counterexamples  [JAH-COUNTE-S-000004]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Property-based fuzzers generate counterexamples by search: Hypothesis finds the input breaking your invariant, often one no human would construct. Fuzzing-derived counterexamples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Adversarial example generation (ML)  [JAH-COUNTE-S-000005]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For ML models, counterexamples are adversarial inputs: tiny perturbations flipping the prediction. Generators (FGSM, PGD) systematically find them, and each one refutes the claim '…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counterexample generation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JAH-COUNTE-S-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Counterexample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Proofs of wrongness: generating the examples that break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https://justinahiggins614-cmyk.github.io/jah-databases/db/counterexample-generators-signature/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https://justinahiggins614-cmyk.github.io/jah-databases-data-1/data/counterexample-generators-signature/index.jsonl.gz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
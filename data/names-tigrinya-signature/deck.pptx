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tigrinya-signature/" TargetMode="External"/><Relationship Id="rId3" Type="http://schemas.openxmlformats.org/officeDocument/2006/relationships/hyperlink" Target="https://justinahiggins614-cmyk.github.io/jah-databases-data-1/data/names-tigrinya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Tigrinya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Signature-created Tigrinya names and naming frameworks — original Signature work, clearly labeled.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Tigrinya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Signature-created Tigrinya names and naming frameworks — original Signature work, clearly labeled.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- created for the JAH Databases Signature edition and clearly labeled Signature;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study: Haile - sound, structure, and naming power  [JAH-NMTS7-000001]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Tigrinya masculine name Haile. Sound: 2 syllables, open vowels. Structure: From Ge'ez.. Recorded meaning: Power.. Naming power: the name is short, sayable, and carries 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study: Mulu - sound, structure, and naming power  [JAH-NMTS7-000002]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Tigrinya unisex name Mulu. Sound: 2 syllables, open vowels. Structure: Unisex.. Recorded meaning: Full, complete.. Naming power: the name is short, sayable, and carries…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study: Tesfay - sound, structure, and naming power  [JAH-NMTS7-000003]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Tigrinya masculine name Tesfay. Sound: 2 syllables, firm consonant close. Structure: A traditional name of this language.. Recorded meaning: Hope.. Naming power: the nam…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study: Selam - sound, structure, and naming power  [JAH-NMTS7-000004]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Tigrinya feminine name Selam. Sound: 2 syllables, firm consonant close. Structure: A traditional name of this language.. Recorded meaning: Peace.. Naming power: the name…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The Signature Name-Forge Method - Signature Tigrinya naming framework  [JAH-NMTS7-000005]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framework for Tigrinya names. Forging a new Signature name runs in four passes: sound (two to four syllables that read aloud cleanly), meaning (one plain-language gloss, never a pa…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JAH-NMTS7-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Tigrinya Names Archivist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Signature-created Tigrinya names and naming frameworks — original Signature work, clearly labeled.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https://justinahiggins614-cmyk.github.io/jah-databases/db/names-tigrinya-signature/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https://justinahiggins614-cmyk.github.io/jah-databases-data-1/data/names-tigrinya-signature/index.jsonl.gz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
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ways-to-use-signature-signature/" TargetMode="External"/><Relationship Id="rId3" Type="http://schemas.openxmlformats.org/officeDocument/2006/relationships/hyperlink" Target="https://justinahiggins614-cmyk.github.io/jah-databases-data-1/data/ways-to-use-signatur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Ways to Use Signature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Signature-authored how-tos for applying the JAH maker mark across the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Ways to Use Signature Database holds 20 signature uses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Signature-authored how-tos for applying the JAH maker mark across the network.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composed for the JAH Databases network. Signature-labeled: an original JAH-system creation,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Applying the Maker Mark to a Spec Draft  [JAH-SIGUSE-S-000001]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HOW-TO: Applying the Maker Mark to a Spec Draft. The Signature procedure for marking a finished spec draft as a JAH original. The mark goes on finished work only; drafts in progress stay unmarked. 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Stamping a Database Record  [JAH-SIGUSE-S-000002]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HOW-TO: Stamping a Database Record. How records earn their stamp in the JAH Databases network. The audit log is the stamp's memory; without it the stamp is just ink. Follow the steps in order; each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Coding Lineage for a Mix  [JAH-SIGUSE-S-000003]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HOW-TO: Coding Lineage for a Mix. Lineage coding for program mixes and boundless blends. A mix that hides its parents is plagiarism with extra steps. Follow the steps in order; each is actionable 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Sealing a Boundless Run  [JAH-SIGUSE-S-000004]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HOW-TO: Sealing a Boundless Run. Sealing a boundless generation run so it is reproducible and auditable. Reproducibility is the seal's whole point. Follow the steps in order; each is actionable as wr…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Marking a Wiki Article  [JAH-SIGUSE-S-000005]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HOW-TO: Marking a Wiki Article. Marking JAH Wiki articles as reviewed, sourced originals. Revisions get new marks; history is never rewritten. Follow the steps in order; each is actionable as written.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use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JAH-SIGUSE-S-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Master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Signature-authored how-tos for applying the JAH maker mark across the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https://justinahiggins614-cmyk.github.io/jah-databases/db/ways-to-use-signature-signature/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https://justinahiggins614-cmyk.github.io/jah-databases-data-1/data/ways-to-use-signature-signature/index.jsonl.gz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
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ays-to-use-signature/" TargetMode="External"/><Relationship Id="rId3" Type="http://schemas.openxmlformats.org/officeDocument/2006/relationships/hyperlink" Target="https://justinahiggins614-cmyk.github.io/jah-databases-data-1/data/ways-to-u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Ways to Use Signature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way to use a maker's mark — stamps, lineage coding, provenance, and the JAH Signature system — with step-by-step how-tos.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Ways to Use Signature Database holds 20 signature uses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way to use a maker's mark — stamps, lineage coding, provenance, and the JAH Signature system — with step-by-step how-tos.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Maker's Mark on Handmade Goods  [JAH-SIGUSE-000001]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Maker's Mark on Handmade Goods. How craftspeople have signed work for centuries: a consistent mark, applied consistently, logged. Consistency is the whole trick; a mark that changes isn't a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Digital Watermarking  [JAH-SIGUSE-000002]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Digital Watermarking. Marking digital images and documents so copies trace back to the source. The unmarked original is the real proof; the watermark is the pointer. Follow the steps in order…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Code Signing Concept  [JAH-SIGUSE-000003]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Code Signing Concept. How software publishers prove a download is really theirs and unmodified. Signing proves integrity and origin; it says nothing about quality. Follow the steps in order;…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Deterministic ID Coding  [JAH-SIGUSE-000004]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Deterministic ID Coding. The JAH-SPEC-###### scheme: one counter, one pattern, no reuse — IDs that are checkable by shape. Deterministic IDs turn 'trust me' into 'check the pattern'. Follow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Stamps on Specs  [JAH-SIGUSE-000005]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HOW-TO: Signature Stamps on Specs. How JAH spec drafts earn their SIGNATURE-1 VALID stamp: checked, stamped, dated, audited. The stamp marks a state in time; later changes get later stamps. Follow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use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JAH-SIGUSE-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way to use a maker's mark — stamps, lineage coding, provenance, and the JAH Signature system — with step-by-step how-tos.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https://justinahiggins614-cmyk.github.io/jah-databases/db/ways-to-use-signature/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https://justinahiggins614-cmyk.github.io/jah-databases-data-1/data/ways-to-use-signature/index.jsonl.gz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
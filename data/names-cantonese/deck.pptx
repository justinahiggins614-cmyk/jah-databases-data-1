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antonese/" TargetMode="External"/><Relationship Id="rId3" Type="http://schemas.openxmlformats.org/officeDocument/2006/relationships/hyperlink" Target="https://justinahiggins614-cmyk.github.io/jah-databases-data-1/data/names-canto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Cantonese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Cantonese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Cantonese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Cantonese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Wai 偉 - Cantonese masculine given name  [JAH-NMC-000001]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Wai (偉) is a masculine given name in Cantonese. Meaning: Great. The Cantonese reading of the same character as Mandarin Wei.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 文 - Cantonese masculine given name  [JAH-NMC-000002]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 (文) is a masculine given name in Cantonese. Meaning: Cultured. From the character for literature and culture.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Ka-yan 嘉欣 - Cantonese feminine given name  [JAH-NMC-000003]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Ka-yan (嘉欣) is a feminine given name in Cantonese. Meaning: Praiseworthy + joyful. A two-character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Tsz-chung 子聰 - Cantonese masculine given name  [JAH-NMC-000004]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Tsz-chung (子聰) is a masculine given name in Cantonese. Meaning: Clever. A modern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Wing 詠 - Cantonese feminine given name  [JAH-NMC-000005]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Wing (詠) is a feminine given name in Cantonese. Meaning: To sing. Evokes poetry and song.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Cantonese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Cantonese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https://justinahiggins614-cmyk.github.io/jah-databases/db/names-cantonese/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https://justinahiggins614-cmyk.github.io/jah-databases-data-1/data/names-cantonese/index.jsonl.gz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
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ognitive-skill-graph/" TargetMode="External"/><Relationship Id="rId3" Type="http://schemas.openxmlformats.org/officeDocument/2006/relationships/hyperlink" Target="https://justinahiggins614-cmyk.github.io/jah-databases-data-1/data/ai-cognitive-skill-grap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Cognitive Skill Graph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Graphs of AI skills: what depends on what, and how capabilities compose into competence.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Cognitive Skill Graph Database holds 20 skill graph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Graphs of AI skills: what depends on what, and how capabilities compose into competence.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Skill Graph Construction  [JAH-AICOGN-000001]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Skills become nodes, prerequisites become edges; the graph is built from task decompositions. The map shows what learning what unlocks. Competence gets mapped.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Dependency Resolution  [JAH-AICOGN-000002]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Learning order follows topological sort: prerequisites before dependents. The order is computed, not guessed. Curricula get ordered.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Skill Composition  [JAH-AICOGN-000003]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Complex skills compose from simpler ones; the graph shows the composition paths. Composition gets visible. Competence gets built.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Skill Grounding in Tasks  [JAH-AICOGN-000004]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Skills are grounded by the tasks that need them; ungrounded skills are pruned. Grounding gets real. Graphs stay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Graph Evolution  [JAH-AICOGN-000005]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graph evolves as new skills are learned and old ones refined; versioning tracks the growth. Evolution gets tracked. Maps stay current.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skill graph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JAH-AICOGN-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Cartographer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Graphs of AI skills: what depends on what, and how capabilities compose into competence.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https://justinahiggins614-cmyk.github.io/jah-databases/db/ai-cognitive-skill-graph/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https://justinahiggins614-cmyk.github.io/jah-databases-data-1/data/ai-cognitive-skill-graph/index.jsonl.gz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
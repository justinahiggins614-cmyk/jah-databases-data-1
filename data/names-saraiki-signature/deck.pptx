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araiki-signature/" TargetMode="External"/><Relationship Id="rId3" Type="http://schemas.openxmlformats.org/officeDocument/2006/relationships/hyperlink" Target="https://justinahiggins614-cmyk.github.io/jah-databases-data-1/data/names-saraik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Saraiki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Saraiki style — new creations built from real Saraiki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Saraiki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Saraiki style — new creations built from real Saraiki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Saraiki Names Database from genuine Saraiki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Saraiki-style given name: Ahmedditta  [JAH-NMSS10-000001]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Ahmedditta is a Signature original Saraiki-style given name, created for the Signature Saraiki Names Database. From Ahmed + Ditta. It is labeled a Signature creation and is not a traditional Saraiki…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Saraiki-style given name: Fatimagul  [JAH-NMSS10-000002]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Fatimagul is a Signature original Saraiki-style given name, created for the Signature Saraiki Names Database. From Fatima + gul (flower). It is labeled a Signature creation and is not a traditional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Saraiki-style given name: Muhammadnur  [JAH-NMSS10-000003]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Muhammadnur is a Signature original Saraiki-style given name, created for the Signature Saraiki Names Database. From Muhammad + nur (light).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Saraiki-style given name: Aminagul  [JAH-NMSS10-000004]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Aminagul is a Signature original Saraiki-style given name, created for the Signature Saraiki Names Database. From Amina + gul. It is labeled a Signature creation and is not a traditional Saraiki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Saraiki-style given name: Allahdittanur  [JAH-NMSS10-000005]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Allahdittanur is a Signature original Saraiki-style given name, created for the Signature Saraiki Names Database. From Allah Ditta + nur. It is labeled a Signature creation and is not a traditional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JAH-NMSS10-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Saraiki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Saraiki style — new creations built from real Saraiki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https://justinahiggins614-cmyk.github.io/jah-databases/db/names-saraiki-signature/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https://justinahiggins614-cmyk.github.io/jah-databases-data-1/data/names-saraiki-signature/index.jsonl.gz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
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generalization-boundary-signature/" TargetMode="External"/><Relationship Id="rId3" Type="http://schemas.openxmlformats.org/officeDocument/2006/relationships/hyperlink" Target="https://justinahiggins614-cmyk.github.io/jah-databases-data-1/data/ai-generalization-bounda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Generalization Boundary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Mapping where AI generalization ends: distribution shift, OOD, and the edges of learned competence.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Generalization Boundary Database holds 20 generalization boundary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Mapping where AI generalization ends: distribution shift, OOD, and the edges of learned competence.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Boundary Cartographer  [JAH-AIGENE-S-000001]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the signature cartographer of generalization: every boundary mapped, every edge marked. The map guides deployment. Limits get navigated.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Shift Gardener  [JAH-AIGENE-S-000002]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through covariate shift: the reweighting is tended. The gardening adapts. Models get resilient.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Concept Detective  [JAH-AIGENE-S-000003]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detective for concept shift: the broken mapping is found. The detective is thorough. Models get retrained wisely.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OOD Sentinel  [JAH-AIGENE-S-000004]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sentinel for the unknown: the flagging is vigilant. The sentineling protects. Trust gets guarded.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Adversary Gardener  [JAH-AIGENE-S-000005]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adversarial probing: the attacks are tended into maps. The gardening is brave. Boundaries get mapped truly.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generalization boundary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JAH-AIGENE-S-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Boundary Mapper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Mapping where AI generalization ends: distribution shift, OOD, and the edges of learned competence.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https://justinahiggins614-cmyk.github.io/jah-databases/db/ai-generalization-boundary-signature/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https://justinahiggins614-cmyk.github.io/jah-databases-data-1/data/ai-generalization-boundary-signature/index.jsonl.gz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
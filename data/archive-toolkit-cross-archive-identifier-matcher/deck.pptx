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ross-archive-identifier-matcher/" TargetMode="External"/><Relationship Id="rId3" Type="http://schemas.openxmlformats.org/officeDocument/2006/relationships/hyperlink" Target="https://justinahiggins614-cmyk.github.io/jah-databases-data-1/data/archive-toolkit-cross-archive-identifier-match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Cross-Archive Identifier Matcher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records across archives using shared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Cross-Archive Identifier Matcher Database holds 15 identifier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records across archives using shared identifiers.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Cross-Archive Identifier Matcher: a plain-language overview  [JAH-ATK193-000001]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Cross-Archive Identifier Matcher does and why archives need it. A cross-archive identifier matcher links the same record across different archives: the book here and the book there…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Cross-Archive Identifier Matcher works  [JAH-ATK193-000002]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Cross-Archive Identifier Matcher does and why archives need it. Real matchers normalize identifiers (strip hyphens from ISBNs, uppercase DOI prefixes, trim whitespace), consult cro…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Cross-Archive Identifier Matcher works: the deep tour  [JAH-ATK193-000003]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Cross-Archive Identifier Matcher does and why archives need it. Real matchers normalize identifiers (strip hyphens from ISBNs, uppercase DOI prefixes, trim whitespace), consult cro…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Identifier normalization: the simple idea  [JAH-ATK193-000004]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identifier normalization - how it works inside the Cross-Archive Identifier Matcher. A cross-archive identifier matcher links the same record across different archives: the book here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Identifier normalization in practice  [JAH-ATK193-000005]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identifier normalization - how it works inside the Cross-Archive Identifier Matcher. Real matchers normalize identifiers (strip hyphens from ISBNs, uppercase DOI prefixes, trim whitespac…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identifier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Identifier Matcher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records across archives using shared identifiers.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https://justinahiggins614-cmyk.github.io/jah-databases/db/archive-toolkit-cross-archive-identifier-matcher/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https://justinahiggins614-cmyk.github.io/jah-databases-data-1/data/archive-toolkit-cross-archive-identifier-matcher/index.jsonl.gz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
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emory-mapped-i-o-mmio-caching-signature/" TargetMode="External"/><Relationship Id="rId3" Type="http://schemas.openxmlformats.org/officeDocument/2006/relationships/hyperlink" Target="https://justinahiggins614-cmyk.github.io/jah-databases-data-1/data/memory-mapped-i-o-mmio-cach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Memory-Mapped I/O (MMIO) Caching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Techniques for fast, correct access to device registers through MMIO.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Memory-Mapped I/O (MMIO) Caching Database holds 15 MMIO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for fast, correct access to device registers through MMIO.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BAR Mapping with Attributes  [JAH-MMM-S-000001]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Maps device BARs with the right memory attributes: uncacheable for registers, write-combining for framebuffers. Wrong attributes cause corruption or terrible performance; the driver chooses per regio…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Write-Combining Buffers  [JAH-MMM-S-000002]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Uses write-combining memory to burst streaming writes to devices. WC buffers collect writes into full cache-line bursts instead of trickling bytes. GPUs and framebuffers depend on it for throughput.…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Uncacheable Register Access  [JAH-MMM-S-000003]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Accesses device registers as uncacheable so every read hits the hardware. Cached register reads return stale values; UC guarantees freshness. Control registers are always UC. This is a Signature orig…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Posted Write Semantics  [JAH-MMM-S-000004]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Understands that MMIO writes are posted: they complete from the CPU's view before reaching the device. Ordering between writes is preserved, but completion is not; a read-back or non-posted write act…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Read-Modify-Write Safety  [JAH-MMM-S-000005]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Performs read-modify-write on registers with locking or atomic sequences. Concurrent RMW from two threads corrupts bits; spinlocks or hardware atomics serialize them. It is the classic driver race. 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MMIO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JAH-MMM-S-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Memory-Mapped I/O (MMIO) Caching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for fast, correct access to device registers through MMIO.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https://justinahiggins614-cmyk.github.io/jah-databases/db/memory-mapped-i-o-mmio-caching-signature/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https://justinahiggins614-cmyk.github.io/jah-databases-data-1/data/memory-mapped-i-o-mmio-caching-signature/index.jsonl.gz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
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automated-test-harness-generation/" TargetMode="External"/><Relationship Id="rId3" Type="http://schemas.openxmlformats.org/officeDocument/2006/relationships/hyperlink" Target="https://justinahiggins614-cmyk.github.io/jah-databases-data-1/data/automated-test-harness-generation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Automated Test Harness Generation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Harnesses that write themselves: scaffolding, fixtures, mocks, property tests, and coverage-driven generation.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E86C1"/>
                </a:solidFill>
                <a:latin typeface="Calibri"/>
              </a:rPr>
              <a:t>PUBLIC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Automated Test Harness Generation Database holds 15 test harnesss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Harnesses that write themselves: scaffolding, fixtures, mocks, property tests, and coverage-driven generation.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Public technical knowledge compiled from standard references and documentation; verified 2026-10-21.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Test Scaffolding  [JAH-ATH-000001]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Generates the boilerplate for new tests - setup, teardown, assertion structure - from the code under test. Scaffolding removes the blank-page problem that keeps test coverage low.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Fixture Generation  [JAH-ATH-000002]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Builds realistic test fixtures from schemas or production samples, anonymized where needed. Good fixtures make tests meaningful; hand-written toy data makes them lie.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Mock Synthesis  [JAH-ATH-000003]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Synthesizes mocks for dependencies from their interfaces, with sensible default behaviors. Synthesized mocks let unit tests run without standing up the world.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Property-Based Tests  [JAH-ATH-000004]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Generates thousands of random inputs checking declared properties - 'sorted output is ordered' - instead of hand-picked examples. Property tests find the edge cases humans never think of.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Fuzz Corpora  [JAH-ATH-000005]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Builds and curates seed corpora for fuzzers from real inputs, maximizing coverage per fuzzing hour. Good corpora are the difference between fuzzing that finds bugs and fuzzing that burns CPU.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test harness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JAH-ATH-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Test Harness Librarian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Public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Harnesses that write themselves: scaffolding, fixtures, mocks, property tests, and coverage-driven generation.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https://justinahiggins614-cmyk.github.io/jah-databases/db/automated-test-harness-generation/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https://justinahiggins614-cmyk.github.io/jah-databases-data-1/data/automated-test-harness-generation/index.jsonl.gz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
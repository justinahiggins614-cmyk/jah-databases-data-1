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urkish-signature/" TargetMode="External"/><Relationship Id="rId3" Type="http://schemas.openxmlformats.org/officeDocument/2006/relationships/hyperlink" Target="https://justinahiggins614-cmyk.github.io/jah-databases-data-1/data/names-turkis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Turkish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Turkish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Turkish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Turkish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Mehmet - sound, structure, and naming power  [JAH-NMTS4-000001]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Turkish masculine name Mehmet. Sound: 2 syllables, firm consonant close. Structure: A traditional name of this language.. Recorded meaning: The Turkish form of Muhammad.…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Ayşe - sound, structure, and naming power  [JAH-NMTS4-000002]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Turkish feminine name Ayşe. Sound: 2 syllables, open vowels. Structure: A traditional name of this language.. Recorded meaning: The Turkish form of Aisha; 'alive'.. Nami…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Mustafa - sound, structure, and naming power  [JAH-NMTS4-000003]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Turkish masculine name Mustafa. Sound: 3 syllables, open vowels. Structure: A traditional name of this language.. Recorded meaning: Chosen.. Naming power: the name is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Fatma - sound, structure, and naming power  [JAH-NMTS4-000004]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Turkish feminine name Fatma. Sound: 2 syllables, open vowels. Structure: A traditional name of this language.. Recorded meaning: The Turkish form of Fatima.. Naming powe…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Turkish naming framework  [JAH-NMTS4-000005]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Turkish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Turkish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Turkish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https://justinahiggins614-cmyk.github.io/jah-databases/db/names-turkish-signature/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https://justinahiggins614-cmyk.github.io/jah-databases-data-1/data/names-turkish-signature/index.jsonl.gz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
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omes-coded-sequences/" TargetMode="External"/><Relationship Id="rId3" Type="http://schemas.openxmlformats.org/officeDocument/2006/relationships/hyperlink" Target="https://justinahiggins614-cmyk.github.io/jah-databases-data-1/data/genomes-coded-sequenc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Genomes Coded Sequences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Public reference genomes, each with a coded sequence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Genomes Coded Sequences Database holds 15 reference genome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Public reference genomes, each with a coded sequence model.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NCBI RefSeq / GenBank public reference assemblies (ncbi.nlm.nih.gov);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Human Reference Genome (GRCh38)  [JAH-GSEQ-000001]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human reference genome GRCh38 is the public composite reference assembly for Homo sapiens — built from multiple anonymous donors, not any one person's DNA — spanning about 3.1 billion base pairs…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E. coli K-12 MG1655  [JAH-GSEQ-000002]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Escherichia coli K-12 substr. MG1655 is the canonical laboratory reference strain, with a fully sequenced genome of 4,641,652 base pairs and about 50.8% GC content (NCBI RefSeq NC_000913.3). It is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Baker's Yeast S288C  [JAH-GSEQ-000003]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Saccharomyces cerevisiae S288C was the first eukaryote to have its genome fully sequenced (1996): about 12.1 million base pairs across 16 chromosomes with roughly 38% GC content (GCF_000146045.2).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Mouse Reference (GRCm39)  [JAH-GSEQ-000004]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mouse reference genome GRCm39 covers Mus musculus at about 2.7 billion base pairs with roughly 42% GC content (GCF_000001635.27). The laboratory mouse is the premier mammalian model organism, sha…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Fruit Fly (D. melanogaster Release 6)  [JAH-GSEQ-000005]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Drosophila melanogaster Release 6 spans about 143.7 million base pairs with roughly 42% GC content (GCF_000001215.4). A century of fruit-fly genetics — from Morgan's white-eye mutants to modern devel…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reference genome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JAH-GSEQ-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Genome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Public reference genomes, each with a coded sequence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https://justinahiggins614-cmyk.github.io/jah-databases/db/genomes-coded-sequences/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https://justinahiggins614-cmyk.github.io/jah-databases-data-1/data/genomes-coded-sequences/index.jsonl.gz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
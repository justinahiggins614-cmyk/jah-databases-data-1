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crash-dumps-signature/" TargetMode="External"/><Relationship Id="rId3" Type="http://schemas.openxmlformats.org/officeDocument/2006/relationships/hyperlink" Target="https://justinahiggins614-cmyk.github.io/jah-databases-data-1/data/automated-crash-dump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Crash Dumps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Crash Dumps Database holds 15 crash dump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SigDump-Native  [JAH-AUTOMA3-S-000001]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native dumps with heap snapshots and allocation-site tags included. It captures all faults as .sigdump; the pipeline is SigCrash analyzer.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SigDump-Remote  [JAH-AUTOMA3-S-000002]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streaming dump upload with PII scrubbing before it leaves the host. It captures fleet crashes as scrubbed .sigdump; the pipeline is SigCrash cloud.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SigWatch-Hang  [JAH-AUTOMA3-S-000003]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hang detection dumping stacks when event loops stall past budget. It captures hangs as stack samples; the pipeline is auto-filed issues.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SigReplay-Crash  [JAH-AUTOMA3-S-000004]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crash-time recording enabling deterministic replay of the failure. It captures pre-crash trace as event log; the pipeline is replay debugger.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SigClassify  [JAH-AUTOMA3-S-000005]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ML classifiers grouping crashes by root cause across the fleet. It captures grouped crashes as signatures; the pipeline is dedupe + assign.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crash dump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Crash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https://justinahiggins614-cmyk.github.io/jah-databases/db/automated-crash-dumps-signature/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https://justinahiggins614-cmyk.github.io/jah-databases-data-1/data/automated-crash-dumps-signature/index.jsonl.gz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
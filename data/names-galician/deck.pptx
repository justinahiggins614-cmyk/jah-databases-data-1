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alician/" TargetMode="External"/><Relationship Id="rId3" Type="http://schemas.openxmlformats.org/officeDocument/2006/relationships/hyperlink" Target="https://justinahiggins614-cmyk.github.io/jah-databases-data-1/data/names-galic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Galician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Galician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Galician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Galician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Xose — Galician given name  [JAH-NMG4-000001]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Xose is a masculine given name in Galician. It is written Xosé in the native script. It means "God increases", from Hebrew Yosef. The Galician form of Joseph.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— Galician given name  [JAH-NMG4-000002]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Galician. It is written María in the native script. Of Hebrew, via Christianity origin. The most beloved Galician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Anton — Galician given name  [JAH-NMG4-000003]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Anton is a masculine given name in Galician. It is written Antón in the native script. It means "priceless", from Latin Antonius.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Uxia — Galician given name  [JAH-NMG4-000004]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Uxia is a feminine given name in Galician. It is written Uxía in the native script. It means "well-born", from Greek Eugenia. The Galician form of Eugenia.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Breogan — Galician given name  [JAH-NMG4-000005]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Breogan is a masculine given name in Galician. It is written Breogán in the native script. Of Celtic legend origin. The mythical Celtic king of Galicia.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Galician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Galician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https://justinahiggins614-cmyk.github.io/jah-databases/db/names-galician/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https://justinahiggins614-cmyk.github.io/jah-databases-data-1/data/names-galician/index.jsonl.gz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
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oundless-ecosystem-integration-engine-signature/" TargetMode="External"/><Relationship Id="rId3" Type="http://schemas.openxmlformats.org/officeDocument/2006/relationships/hyperlink" Target="https://justinahiggins614-cmyk.github.io/jah-databases-data-1/data/archive-toolkit-boundless-ecosystem-integr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Boundless Ecosystem Integration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Integrates approved databases, tools, generators, and specialized AIs into the existing ecosystem while maintaining discoverability, provenance, and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Boundless Ecosystem Integration Engine Database holds 15 ecosystem integrations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Integrates approved databases, tools, generators, and specialized AIs into the existing ecosystem while maintaining discoverability, provenance, and compatibility.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Ecosystem Integration: Signature Welcoming Rite (Foundation)  [JAH-ATK300S-00001]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Ecosystem Integration: Signature Welcoming Rite (Operation)  [JAH-ATK300S-00002]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Ecosystem Integration: Signature Welcoming Rite (Mastery)  [JAH-ATK300S-00003]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Ecosystem Integration: Signature Kinship Trial (Foundation)  [JAH-ATK300S-00004]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Ecosystem Integration: Signature Kinship Trial (Operation)  [JAH-ATK300S-00005]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ecosystem integration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Ecosystem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Integrates approved databases, tools, generators, and specialized AIs into the existing ecosystem while maintaining discoverability, provenance, and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https://justinahiggins614-cmyk.github.io/jah-databases/db/archive-toolkit-boundless-ecosystem-integration-engine-signature/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https://justinahiggins614-cmyk.github.io/jah-databases-data-1/data/archive-toolkit-boundless-ecosystem-integration-engine-signature/index.jsonl.gz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
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ndering-artifact-diagnosis/" TargetMode="External"/><Relationship Id="rId3" Type="http://schemas.openxmlformats.org/officeDocument/2006/relationships/hyperlink" Target="https://justinahiggins614-cmyk.github.io/jah-databases-data-1/data/rendering-artifact-diagnosi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Rendering Artifact Diagnosis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Diagnosis guide for common rendering artifacts: causes and fixes.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Rendering Artifact Diagnosis Database holds 20 artifact diagnosiss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Diagnosis guide for common rendering artifacts: causes and fixes.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Z-fighting  [JAH-RENDER-000001]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 coplanar surfaces compete in the depth buffer, flickering as the camera moves. Recorded facts — Artifact: Z-fighting; Cause: depth precision limits; Fix: offset polygons or increase near/far rati…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Aliasing  [JAH-RENDER-000002]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High-frequency geometry or texture detail sampled below the Nyquist rate creates jagged edges. Recorded facts — Artifact: Aliasing; Cause: undersampling; Fix: MSAA, TAA, or higher render resolution.…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Shadow Acne  [JAH-RENDER-000003]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Self-shadowing artifacts from depth bias set too low, creating striped patterns on surfaces. Recorded facts — Artifact: Shadow Acne; Cause: insufficient shadow bias; Fix: tune bias and normal offset.…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Fireflies  [JAH-RENDER-000004]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Extremely bright single pixels from low-sample path tracing hitting tiny bright light sources. Recorded facts — Artifact: Fireflies; Cause: variance in Monte Carlo sampling; Fix: clamp radiance, more…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Banding  [JAH-RENDER-000005]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Visible steps in smooth gradients when 8-bit color cannot represent subtle transitions. Recorded facts — Artifact: Banding; Cause: quantization; Fix: dithering, 10-bit pipeline. Used by graphics engi…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artifact diagnosis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JAH-RENDER-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Rendering Artifact Diagnosis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Diagnosis guide for common rendering artifacts: causes and fixes.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https://justinahiggins614-cmyk.github.io/jah-databases/db/rendering-artifact-diagnosis/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https://justinahiggins614-cmyk.github.io/jah-databases-data-1/data/rendering-artifact-diagnosis/index.jsonl.gz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
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impossible-problem-feasibility-analyzer/" TargetMode="External"/><Relationship Id="rId3" Type="http://schemas.openxmlformats.org/officeDocument/2006/relationships/hyperlink" Target="https://justinahiggins614-cmyk.github.io/jah-databases-data-1/data/apex-tool-impossible-problem-feasibility-analyz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Impossible-Problem Feasibility Analyzer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Determines whether an objective conflicts with known laws, available technology, requirements, or resource limits.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Impossible-Problem Feasibility Analyzer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Determines whether an objective conflicts with known laws, available technology, requirements, or resource limits.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Cook, S. A. (1971). The complexity of theorem-proving procedures. STOC.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 vs NP: Knowing When to Stop Seeking Exactness  [JAH-APX29-000001]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Cook-Levin result established NP-completeness: thousands of practical problems are equivalent in hardness, and no fast exact algorithm is known for any. The analyzer's first screen asks whether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Conservation Laws as Feasibility Filters  [JAH-APX29-000002]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Energy, momentum, and charge conservation — consequences of symmetries via Noether's theorem — are non-negotiable filters: any proposal violating them is infeasible, no prototype required. The analyz…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Thermodynamic Limits: Carnot and Landauer  [JAH-APX29-000003]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Carnot caps heat-engine efficiency by temperature ratio; Landauer sets the minimum energy per erased bit. These are ceilings, not targets — the analyzer measures proposals against them and flags anyt…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Shannon Capacity and Information Bounds  [JAH-APX29-000004]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Shannon's channel capacity is the hard ceiling on reliable communication rate; the source-coding theorem floors compression. No codec, however clever, crosses these lines — the analyzer uses them to…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Bremermann's Limit on Computation  [JAH-APX29-000005]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Bremermann's limit (~1e50 operations per second per kilogram) bounds what any physical computer can do. Proposals requiring more computation than matter allows — like brute-forcing large key spaces 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JAH-APX29-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Impossible-Problem Feasibility Analyzer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Determines whether an objective conflicts with known laws, available technology, requirements, or resource limits.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https://justinahiggins614-cmyk.github.io/jah-databases/db/apex-tool-impossible-problem-feasibility-analyzer/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https://justinahiggins614-cmyk.github.io/jah-databases-data-1/data/apex-tool-impossible-problem-feasibility-analyzer/index.jsonl.gz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
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fault-tolerant-ai-coordination-fabric-signature/" TargetMode="External"/><Relationship Id="rId3" Type="http://schemas.openxmlformats.org/officeDocument/2006/relationships/hyperlink" Target="https://justinahiggins614-cmyk.github.io/jah-databases-data-1/data/apex-tool-fault-tolerant-ai-coordination-fabr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Fault-Tolerant AI Coordination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Fault-Tolerant AI Coordination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Membership Keeper  [JAH-APX73S-000001]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tracker seals the alive set.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Heartbeat Web  [JAH-APX73S-000002]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mesh seals failure detections.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Election Herald  [JAH-APX73S-000003]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elector seals one-leader-per-term outcomes.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Consensus Engine  [JAH-APX73S-000004]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Agrees with sealed quorum proofs.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Quorum Abacus  [JAH-APX73S-000005]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calculator seals quorum sizes.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Fault-Tolerant AI Coordination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https://justinahiggins614-cmyk.github.io/jah-databases/db/apex-tool-fault-tolerant-ai-coordination-fabric-signature/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https://justinahiggins614-cmyk.github.io/jah-databases-data-1/data/apex-tool-fault-tolerant-ai-coordination-fabric-signature/index.jsonl.gz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
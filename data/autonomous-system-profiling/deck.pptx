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nomous-system-profiling/" TargetMode="External"/><Relationship Id="rId3" Type="http://schemas.openxmlformats.org/officeDocument/2006/relationships/hyperlink" Target="https://justinahiggins614-cmyk.github.io/jah-databases-data-1/data/autonomous-system-profil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Autonomous System Profiling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Self-running profilers that find where systems actually spend time and memory.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Autonomous System Profiling Database holds 15 profiling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Self-running profilers that find where systems actually spend time and memory.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Statistical Sampling Profilers  [JAH-AUTONO2-000001]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Samples instruction pointers at 1 kHz to build hot-spot maps with under 2 percent overhead. Because sampling is statistical, it needs no instrumentation and works on production binaries. The profile…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eBPF Kernel Tracing  [JAH-AUTONO2-000002]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Attaches eBPF programs to kernel tracepoints for zero-instrumentation profiling. Safe bytecode runs in the kernel and aggregates data before sending it to userspace, so overhead stays tiny. It sees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Flame Graph Rendering  [JAH-AUTONO2-000003]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Collapses stack samples into flame graphs for visual hotspot analysis. Each rectangle's width shows how much time a function was on-CPU, and stacks read top-down from caller to callee. Wide plateaus…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Allocation Profiling  [JAH-AUTONO2-000004]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Tracks malloc call sites to find allocation hot spots and churn. Programs rarely run out of memory — they churn through it, and allocation profiling shows which call sites create the most garbage. Cu…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Lock Contention Analysis  [JAH-AUTONO2-000005]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Measures futex wait times to find serialization bottlenecks. A lock held for microseconds but acquired millions of times serializes an otherwise parallel program. Contention profiles show which locks…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profiling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JAH-AUTONO2-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Autonomous System Profiling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Self-running profilers that find where systems actually spend time and memory.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https://justinahiggins614-cmyk.github.io/jah-databases/db/autonomous-system-profiling/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https://justinahiggins614-cmyk.github.io/jah-databases-data-1/data/autonomous-system-profiling/index.jsonl.gz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
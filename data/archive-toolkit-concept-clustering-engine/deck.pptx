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cept-clustering-engine/" TargetMode="External"/><Relationship Id="rId3" Type="http://schemas.openxmlformats.org/officeDocument/2006/relationships/hyperlink" Target="https://justinahiggins614-cmyk.github.io/jah-databases-data-1/data/archive-toolkit-concept-clustering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Concept Clustering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Groups related records into meaningful subject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Concept Clustering Engine Database holds 15 clustering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related records into meaningful subject clusters.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Concept Clustering Engine: a plain-language overview  [JAH-ATK170-000001]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Concept Clustering Engine does and why archives need it. A concept clustering engine looks at a mountain of records and sorts them into piles that belong together — all the astrono…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Concept Clustering Engine works  [JAH-ATK170-000002]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Concept Clustering Engine does and why archives need it. Real clustering turns documents into TF-IDF vectors or dense embeddings, then groups them with k-means, agglomerative clust…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Concept Clustering Engine works: the deep tour  [JAH-ATK170-000003]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Concept Clustering Engine does and why archives need it. Real clustering turns documents into TF-IDF vectors or dense embeddings, then groups them with k-means, agglomerative clust…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TF-IDF vector clustering: the simple idea  [JAH-ATK170-000004]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TF-IDF vector clustering - how it works inside the Concept Clustering Engine. A concept clustering engine looks at a mountain of records and sorts them into piles that belong together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TF-IDF vector clustering in practice  [JAH-ATK170-000005]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TF-IDF vector clustering - how it works inside the Concept Clustering Engine. Real clustering turns documents into TF-IDF vectors or dense embeddings, then groups them with k-means, aggl…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clustering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Cluster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related records into meaningful subject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https://justinahiggins614-cmyk.github.io/jah-databases/db/archive-toolkit-concept-clustering-engine/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https://justinahiggins614-cmyk.github.io/jah-databases-data-1/data/archive-toolkit-concept-clustering-engine/index.jsonl.gz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
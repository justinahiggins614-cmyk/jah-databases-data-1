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uman-robot-safety-envelope-signature/" TargetMode="External"/><Relationship Id="rId3" Type="http://schemas.openxmlformats.org/officeDocument/2006/relationships/hyperlink" Target="https://justinahiggins614-cmyk.github.io/jah-databases-data-1/data/human-robot-safety-envelop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Human-Robot Safety Envelope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safety envelopes that keep humans safe around collaborative robots.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Human-Robot Safety Envelope Database holds 20 safety envelopes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safety envelopes that keep humans safe around collaborative robots.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Speed and Separation Monitoring  [JAH-HRSE-S-000001]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Slows or stops the robot based on the measured distance to the nearest human. Recorded facts — Envelope: Speed and Separation Monitoring; Standard: ISO/TS 15066; Limit: speed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Power and Force Limiting  [JAH-HRSE-S-000002]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Caps contact force and pressure so any accidental touch stays below pain thresholds. Recorded facts — Envelope: Power and Force Limiting; Standard: ISO/TS 15066; Limit: 150 N tran…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Safety-Rated Monitored Stop  [JAH-HRSE-S-000003]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Halts the robot in a monitored standstill that resumes only when the area is clear. Recorded facts — Envelope: Safety-Rated Monitored Stop; Standard: ISO 10218; Limit: stop catego…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Hand Guiding  [JAH-HRSE-S-000004]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Lets operators physically guide the robot at reduced speed with an enabling device held. Recorded facts — Envelope: Hand Guiding; Standard: ISO 10218; Limit: 250 mm/s max.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Protective Stop  [JAH-HRSE-S-000005]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Triggers a controlled stop on any safety-violation signal before harm can occur. Recorded facts — Envelope: Protective Stop; Standard: ISO 10218; Limit: stop category 1. Used by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envelope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JAH-HRSE-S-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Human-Robot Safety Envelope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safety envelopes that keep humans safe around collaborative robots.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https://justinahiggins614-cmyk.github.io/jah-databases/db/human-robot-safety-envelope-signature/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https://justinahiggins614-cmyk.github.io/jah-databases-data-1/data/human-robot-safety-envelope-signature/index.jsonl.gz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
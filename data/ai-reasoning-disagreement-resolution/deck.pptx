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reasoning-disagreement-resolution/" TargetMode="External"/><Relationship Id="rId3" Type="http://schemas.openxmlformats.org/officeDocument/2006/relationships/hyperlink" Target="https://justinahiggins614-cmyk.github.io/jah-databases-data-1/data/ai-reasoning-disagreement-resolu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AI Reasoning Disagreement Resolution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When AI reasoners disagree: detecting, adjudicating, and resolving conflicts between reasoning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AI Reasoning Disagreement Resolution Database holds 20 disagreement resolution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When AI reasoners disagree: detecting, adjudicating, and resolving conflicts between reasoning paths.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Disagreement Detection  [JAH-ARDR-000001]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Conflicting reasoning outputs are detected; the detection is automatic. Conflicts get found. Silence gets broken.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Majority Vote Resolution  [JAH-ARDR-000002]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majority of reasoning paths wins; the vote is simple. Simplicity gets effective. Disputes get settled.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Weighted Voting  [JAH-ARDR-000003]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Votes are weighted by path confidence; the weighting is fair. Fairness gets numeric. Quality gets rewarded.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Adjudicator Models  [JAH-ARDR-000004]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separate model adjudicates disputes; the judge is trained. Judging gets specialized. Disputes get ruled.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Debate Protocols  [JAH-ARDR-000005]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Agents debate until agreement; the protocol is structured. Structure gets productive. Truth gets debated.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disagreement resolution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JAH-ARDR-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Adjudicator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When AI reasoners disagree: detecting, adjudicating, and resolving conflicts between reasoning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https://justinahiggins614-cmyk.github.io/jah-databases/db/ai-reasoning-disagreement-resolution/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https://justinahiggins614-cmyk.github.io/jah-databases-data-1/data/ai-reasoning-disagreement-resolution/index.jsonl.gz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
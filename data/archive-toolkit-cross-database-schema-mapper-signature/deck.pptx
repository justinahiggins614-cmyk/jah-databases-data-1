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ross-database-schema-mapper-signature/" TargetMode="External"/><Relationship Id="rId3" Type="http://schemas.openxmlformats.org/officeDocument/2006/relationships/hyperlink" Target="https://justinahiggins614-cmyk.github.io/jah-databases-data-1/data/archive-toolkit-cross-database-schema-mapp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Cross-Database Schema Mapper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Cross-Database Schema Mapper Database holds 15 schema mapping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Cross-Database Schema Mapper: a plain-language overview (Signature)  [JAH-ATK183S-000001]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Cross-Database Schema Mapper does and why archives need it. Signature original. The Signature schema bridge maps fields with the evidence shown: name similarity,…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Cross-Database Schema Mapper works (Signature)  [JAH-ATK183S-000002]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Cross-Database Schema Mapper does and why archives need it. Signature original. The Signature method scores every candidate pair with frozen weights — name, type,…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Cross-Database Schema Mapper works: the deep tour (Signature)  [JAH-ATK183S-000003]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Cross-Database Schema Mapper does and why archives need it. Signature original. The Signature method scores every candidate pair with frozen weights — name, type,…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Name-similarity field alignment: the simple idea (Signature)  [JAH-ATK183S-000004]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name-similarity field alignment - how it works inside the Cross-Database Schema Mapper. Signature original. The Signature schema bridge maps fields with the evidence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Name-similarity field alignment in practice (Signature)  [JAH-ATK183S-000005]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name-similarity field alignment - how it works inside the Cross-Database Schema Mapper. Signature original. The Signature method scores every candidate pair with frozen…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mapping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Schema Bridge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matching fields between different database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https://justinahiggins614-cmyk.github.io/jah-databases/db/archive-toolkit-cross-database-schema-mapper-signature/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https://justinahiggins614-cmyk.github.io/jah-databases-data-1/data/archive-toolkit-cross-database-schema-mapper-signature/index.jsonl.gz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
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pex-tool-universal-unknown-unknown-detector/" TargetMode="External"/><Relationship Id="rId3" Type="http://schemas.openxmlformats.org/officeDocument/2006/relationships/hyperlink" Target="https://justinahiggins614-cmyk.github.io/jah-databases-data-1/data/apex-tool-universal-unknown-unknown-detector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Universal Unknown-Unknown Detector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Finds the gaps nobody asked about: unexplored archive regions, missing categories, and capabilities absent from every catalog.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Universal Unknown-Unknown Detector Database holds 15 apex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Finds the gaps nobody asked about: unexplored archive regions, missing categories, and capabilities absent from every catalog.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Public-record survey compiled 2026-10-21 from: novelty detection (one-class SVM, isolation forest); gap analysis in systematic reviews; negative results databases; coverage analysis in testing. Fact-checked against public sources.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What the Unknown-Unknown Detector is  [JAH-APX11-000001]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detector systematically looks for what is missing: archive regions with no coverage, questions no tool can answer, capability combinations nobody provides. It turns 'we don't know what we don't k…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Coverage and gap data model  [JAH-APX11-000002]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Coverage is modeled as a grid over subjects, capabilities, languages, and time: each cell records what exists and how well. A gap is a cell that expectation says should be filled but is not — with th…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Expectation-based gap finding algorithm  [JAH-APX11-000003]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Gaps are found by comparing coverage against expectations derived from population, economic weight, scientific activity, and analogies to covered areas. If a language with two million speakers has ze…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Novelty and anomaly detection algorithm  [JAH-APX11-000004]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Beyond expectations, the detector watches for anomalies: capability combinations that exist nowhere, questions that stump every archive, search trails that dead-end. One-class models trained on 'what…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Gap query interface specification  [JAH-APX11-000005]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Callers ask 'what are we missing in X' and get ranked gaps with evidence: the empty cells, why they should be filled, and what filling them would unlock. The interface also serves 'prove this gap is…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apex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JAH-APX11-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Universal Unknown-Unknown Detector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Finds the gaps nobody asked about: unexplored archive regions, missing categories, and capabilities absent from every catalog.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https://justinahiggins614-cmyk.github.io/jah-databases/db/apex-tool-universal-unknown-unknown-detector/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https://justinahiggins614-cmyk.github.io/jah-databases-data-1/data/apex-tool-universal-unknown-unknown-detector/index.jsonl.gz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
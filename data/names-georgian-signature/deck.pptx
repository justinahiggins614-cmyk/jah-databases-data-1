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georgian-signature/" TargetMode="External"/><Relationship Id="rId3" Type="http://schemas.openxmlformats.org/officeDocument/2006/relationships/hyperlink" Target="https://justinahiggins614-cmyk.github.io/jah-databases-data-1/data/names-georgia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Georgian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Georgian style — new creations built from real Georgian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Georgian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Georgian style — new creations built from real Georgian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Georgian Names Database from genuine Georgian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Georgian-style given name: Giorginino  [JAH-NMGS5-000001]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Giorginino is a Signature original Georgian-style given name, created for the Signature Georgian Names Database. From Giorgi + Nino. It is labeled a Signature creation and is not a traditional Georgi…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Georgian-style given name: Davittamar  [JAH-NMGS5-000002]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Davittamar is a Signature original Georgian-style given name, created for the Signature Georgian Names Database. From Davit + Tamar. It is labeled a Signature creation and is not a traditional Georgi…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Georgian-style given name: Iraklimta  [JAH-NMGS5-000003]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Iraklimta is a Signature original Georgian-style given name, created for the Signature Georgian Names Database. From Irakli + mta (mountain). It is labeled a Signature creation and is not a tradition…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Georgian-style given name: Mariammze  [JAH-NMGS5-000004]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Mariammze is a Signature original Georgian-style given name, created for the Signature Georgian Names Database. From Mariam + mze (sun). It is labeled a Signature creation and is not a traditional 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Georgian-style given name: Ninomtvare  [JAH-NMGS5-000005]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Ninomtvare is a Signature original Georgian-style given name, created for the Signature Georgian Names Database. From Nino + mtvare (moon). It is labeled a Signature creation and is not a traditional…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JAH-NMGS5-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Georgian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Georgian style — new creations built from real Georgian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https://justinahiggins614-cmyk.github.io/jah-databases/db/names-georgian-signature/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https://justinahiggins614-cmyk.github.io/jah-databases-data-1/data/names-georgian-signature/index.jsonl.gz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
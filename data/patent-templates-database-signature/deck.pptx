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atent-templates-database-signature/" TargetMode="External"/><Relationship Id="rId3" Type="http://schemas.openxmlformats.org/officeDocument/2006/relationships/hyperlink" Target="https://justinahiggins614-cmyk.github.io/jah-databases-data-1/data/patent-template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Patent Templates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drafting templates, checklists, and rituals.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Patent Templates Database holds 15 signature templates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drafting templates, checklists, and rituals.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Specification Spine  [JAH-PTMPS-000001]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specification spine: Problem (one page), Invention (the inventive step in one sentence), Embodiments (three, from broad to best mode), and the Claim Support Map (every claim elem…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Claim Ladder Sheet  [JAH-PTMPS-000002]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one-page claim ladder: the independent claim at top, dependents cascading below with the added limitation of each written in red, so the fallback positions are visible at a glanc…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Antecedent Audit  [JAH-PTMPS-000003]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audit pass: every 'said' and 'the' in the claims is traced back to its first 'a'/'an' introduction, and any noun appearing without introduction is flagged. The audit is done on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Method-Step Mapper  [JAH-PTMPS-000004]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mapper for method claims: each step gets a row with the observable act, the input, the output, and the infringer's footprint — so the drafter can see whether infringement is actu…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112(f) Pairing Sheet  [JAH-PTMPS-000005]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pairing sheet: every 'means for' clause in the claims is paired on the same page with the specification paragraph naming its structure. Unpaired means clauses are either given 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template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JAH-PTMPS-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Template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drafting templates, checklists, and rituals.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https://justinahiggins614-cmyk.github.io/jah-databases/db/patent-templates-database-signature/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https://justinahiggins614-cmyk.github.io/jah-databases-data-1/data/patent-templates-database-signature/index.jsonl.gz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
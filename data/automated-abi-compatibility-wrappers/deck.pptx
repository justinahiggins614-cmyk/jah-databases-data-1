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abi-compatibility-wrappers/" TargetMode="External"/><Relationship Id="rId3" Type="http://schemas.openxmlformats.org/officeDocument/2006/relationships/hyperlink" Target="https://justinahiggins614-cmyk.github.io/jah-databases-data-1/data/automated-abi-compatibility-wrapp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ABI Compatibility Wrappers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ABI Compatibility Wrappers Database holds 15 abi compatibility wrappers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  [JAH-AACW-000001]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Microsoft’s binary interface standard: vtables + IUnknown, stable for decades. Stabilizes Windows components via vtable interfaces; guarantee: binary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XPCOM  [JAH-AACW-000002]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Mozilla’s cross-platform COM used by Firefox extensions historically. Stabilizes Mozilla components via IDL vtables; guarantee: frozen interfaces.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CORBA  [JAH-AACW-000003]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OMG’s language-neutral ORB with IDL-defined interfaces. Stabilizes distributed objects via IDL stubs; guarantee: wire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D-Bus  [JAH-AACW-000004]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Stable message-based interfaces for Linux desktop services. Stabilizes desktop services via introspection XML; guarantee: message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Protocol Buffers  [JAH-AACW-000005]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Field numbers and unknown-field skipping keep wire compat across versions. Stabilizes RPC messages via field evolution; guarantee: wire compat.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abi compatibility wrapper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JAH-AACW-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ABI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https://justinahiggins614-cmyk.github.io/jah-databases/db/automated-abi-compatibility-wrappers/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https://justinahiggins614-cmyk.github.io/jah-databases-data-1/data/automated-abi-compatibility-wrappers/index.jsonl.gz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
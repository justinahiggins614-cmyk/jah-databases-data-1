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line-llm-sidecars-signature/" TargetMode="External"/><Relationship Id="rId3" Type="http://schemas.openxmlformats.org/officeDocument/2006/relationships/hyperlink" Target="https://justinahiggins614-cmyk.github.io/jah-databases-data-1/data/inline-llm-sideca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Inline LLM Sidecars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Inline LLM Sidecars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Inline completions  [JAH-INLINE-S-000001]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Inline completions (ghost text) predict the next code as you type: the model sees the prefix (and retrieved context), proposes a completion, and you accept with Tab. The serving constraints are bruta…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Ghost text UX  [JAH-INLINE-S-000002]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Ghost text UX is the difference between helpful and annoying: the completion renders dimmed/inline (not a popup), accepts partially (word by word), and never fights the user (typing dismisses cleanly…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Chat sidebars  [JAH-INLINE-S-000003]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Chat sidebars put conversational AI beside the work: ask about the code, get explanations, request edits applied to the editor. The sidebar shares context with the editor (open files, selection)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Context providers  [JAH-INLINE-S-000004]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 providers feed the model what it needs: the current file, related files (imports, tests), docs, terminal output, selected code. The provider ranks by relevance and fits the budget (tokens).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Prompt caching  [JAH-INLINE-S-000005]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Prompt caching reuses the expensive prefix: the system prompt + file context barely changes between requests, so providers cache the prefix's KV state and only process the new suffix. Hit rates are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JAH-INLINE-S-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Inline LLM Sidecars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AI beside the work, not instead of it: inline completions, ghost text, chat sidebars, context providers, and the latency budgets.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https://justinahiggins614-cmyk.github.io/jah-databases/db/inline-llm-sidecars-signature/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https://justinahiggins614-cmyk.github.io/jah-databases-data-1/data/inline-llm-sidecars-signature/index.jsonl.gz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
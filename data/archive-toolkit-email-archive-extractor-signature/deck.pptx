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email-archive-extractor-signature/" TargetMode="External"/><Relationship Id="rId3" Type="http://schemas.openxmlformats.org/officeDocument/2006/relationships/hyperlink" Target="https://justinahiggins614-cmyk.github.io/jah-databases-data-1/data/archive-toolkit-email-archive-extracto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Email Archive Extractor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Extracts messages, headers, attachments, and thread relationships.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Email Archive Extractor Database holds 15 extraction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Extracts messages, headers, attachments, and thread relationships.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created for the JAH archive toolkit; clearly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Header parsing — Email Archive Extractor  [JAH-ATK146S-00001]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Headers (From, To, Date, Subject) parse per RFC 5322 with folding and encoded words. The email package handles the edge cases. Headers frame the message. This record documents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MIME structure — Email Archive Extractor  [JAH-ATK146S-00002]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Multipart messages nest alternatives and attachments in a MIME tree. Walking the tree separates body from attachments. Structure organizes content. This record documents a Signat…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Attachment extraction — Email Archive Extractor  [JAH-ATK146S-00003]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Attachments decode from base64/quoted-printable with filenames from disposition headers. Extractors save them with sanitized names. Attachments are the payload. This record docum…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Thread reconstruction — Email Archive Extractor  [JAH-ATK146S-00004]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In-Reply-To and References headers chain messages into threads. Threading sorts conversations into trees. Threads restore context. This record documents a Signature-authored orig…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Date normalization — Email Archive Extractor  [JAH-ATK146S-00005]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Dates parse to UTC instants despite varied formats and zones. Normalized dates sort correctly. Time needs a standard. This record documents a Signature-authored original method o…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extraction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JAH-ATK146S-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Email Archive Extractor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Extracts messages, headers, attachments, and thread relationships.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https://justinahiggins614-cmyk.github.io/jah-databases/db/archive-toolkit-email-archive-extractor-signature/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https://justinahiggins614-cmyk.github.io/jah-databases-data-1/data/archive-toolkit-email-archive-extractor-signature/index.jsonl.gz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
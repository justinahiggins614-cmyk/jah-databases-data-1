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untries-ever-database-signature/" TargetMode="External"/><Relationship Id="rId3" Type="http://schemas.openxmlformats.org/officeDocument/2006/relationships/hyperlink" Target="https://justinahiggins614-cmyk.github.io/jah-databases-data-1/data/countries-ever-databa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Countries Ever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country study frames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Countries Ever Database holds 15 signature country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country study frames and drills.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composition authored in the Signature system; clearly labeled Signature — it is an original work,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Country Study Frame  [JAH-CTRYS-000001]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study frame applied to every country record: History (three turning points), Land (one map fact), Rule (how it is governed), Culture (one living tradition), Livelihood (how peopl…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Defunct-State Timeline  [JAH-CTRYS-000002]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timeline drill: for each defunct state, mark founding, peak, the decision that doomed it, and dissolution — then name the successor states and what each inherited. The drill teac…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Empire Comparison Grid  [JAH-CTRYS-000003]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comparison grid: empires scored on the same rows — extent, duration, administration, tolerance, infrastructure, succession — so Rome, the Ottomans, and the Mongols can be compare…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Succession Mapper  [JAH-CTRYS-000004]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mapping exercise: draw the family tree of states — which modern countries descend from which defunct ones (USSR's 15, Yugoslavia's 7, Gran Colombia's 3) — and mark disputed succe…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Flag Decoder  [JAH-CTRYS-000005]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decoding drill: read any national flag as a compressed history — colors, charges, and cantons each encode a founding story (Gran Colombia's tricolor in three successor flags is 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country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JAH-CTRYS-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Country Coach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country study frames and drills.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https://justinahiggins614-cmyk.github.io/jah-databases/db/countries-ever-database-signature/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https://justinahiggins614-cmyk.github.io/jah-databases-data-1/data/countries-ever-database-signature/index.jsonl.gz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
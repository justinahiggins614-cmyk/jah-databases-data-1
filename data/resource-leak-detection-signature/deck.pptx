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leak-detection-signature/" TargetMode="External"/><Relationship Id="rId3" Type="http://schemas.openxmlformats.org/officeDocument/2006/relationships/hyperlink" Target="https://justinahiggins614-cmyk.github.io/jah-databases-data-1/data/resource-leak-det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Resource Leak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Resource Leak Detection Database holds 15 leak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SigTrace-Alloc  [JAH-RESOUR-S-000001]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allocation tracing with per-type budgets that alarm before the OOM killer acts. It finds heap leaks by budgeted allocation tracing.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SigDiff-Heap  [JAH-RESOUR-S-000002]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heap snapshot diffing built into the runtime, no external profiler needed. It finds retained objects by snapshot differencing.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SigWatch-FD  [JAH-RESOUR-S-000003]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descriptor watchers auto-closing handles idle past a policy threshold. It finds fd leaks by idle-handle reclamation.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SigGuard-GC  [JAH-RESOUR-S-000004]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GC pressure guards shedding caches when heap growth exceeds slope limits. It finds GC pressure by growth-slope monitoring.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SigProbe-Kernel  [JAH-RESOUR-S-000005]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kernel allocation probes with per-module leak attribution. It finds kernel leaks by module-attributed tracing. Platform: SigCell hosts.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leak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JAH-RESOUR-S-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Leak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 memory, handle, and resource leaks before they crash production — detectors, profilers, and kernel tracers.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https://justinahiggins614-cmyk.github.io/jah-databases/db/resource-leak-detection-signature/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https://justinahiggins614-cmyk.github.io/jah-databases-data-1/data/resource-leak-detection-signature/index.jsonl.gz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
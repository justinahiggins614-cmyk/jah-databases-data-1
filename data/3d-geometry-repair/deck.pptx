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3d-geometry-repair/" TargetMode="External"/><Relationship Id="rId3" Type="http://schemas.openxmlformats.org/officeDocument/2006/relationships/hyperlink" Target="https://justinahiggins614-cmyk.github.io/jah-databases-data-1/data/3d-geometry-repai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3D Geometry Repair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Fixing broken 3D geometry — defects, repair methods, and watertight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3D Geometry Repair Database holds 20 geometry repair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Fixing broken 3D geometry — defects, repair methods, and watertight checks.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Boundary hole fill  [JAH-3GR-000001]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scan has a boundary loop. The hole is filled with an ear-clipping triangulation.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Non-manifold edge split  [JAH-3GR-000002]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Three faces share one edge. The edge is split into manifold copies.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Flipped normals unify  [JAH-3GR-000003]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Inconsistent face winding is fixed by propagating consistent orientation.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Self-intersection resolve  [JAH-3GR-000004]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Intersecting faces are split at intersection curves and retriangulated.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Degenerate triangles removed  [JAH-3GR-000005]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Zero-area triangles are removed and the hole stitched.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geometry repair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JAH-3GR-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3D Geometry Repair Technician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Fixing broken 3D geometry — defects, repair methods, and watertight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https://justinahiggins614-cmyk.github.io/jah-databases/db/3d-geometry-repair/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https://justinahiggins614-cmyk.github.io/jah-databases-data-1/data/3d-geometry-repair/index.jsonl.gz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
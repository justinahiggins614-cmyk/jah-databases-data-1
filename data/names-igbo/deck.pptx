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igbo/" TargetMode="External"/><Relationship Id="rId3" Type="http://schemas.openxmlformats.org/officeDocument/2006/relationships/hyperlink" Target="https://justinahiggins614-cmyk.github.io/jah-databases-data-1/data/names-igbo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Igbo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Igbo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Igbo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Igbo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Chiamaka - Igbo feminine given name  [JAH-NMI3-000001]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Chiamaka is a feminine given name in Igbo. Meaning: God is beautiful. Chi (God) + amaka (beautiful).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Obinna - Igbo masculine given name  [JAH-NMI3-000002]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Obinna is a masculine given name in Igbo. Meaning: Father's heart. Obi (heart) + nna (father).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Adaeze - Igbo feminine given name  [JAH-NMI3-000003]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Adaeze is a feminine given name in Igbo. Meaning: King's daughter. Ada (daughter) + eze (king).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Ngozi - Igbo unisex given name  [JAH-NMI3-000004]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Ngozi is a unisex given name in Igbo. Meaning: Blessing. Unisex.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Chukwuemeka - Igbo masculine given name  [JAH-NMI3-000005]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Chukwuemeka is a masculine given name in Igbo. Meaning: God has done great. Chukwu (God) + emeka.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JAH-NMI3-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Igbo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Igbo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https://justinahiggins614-cmyk.github.io/jah-databases/db/names-igbo/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https://justinahiggins614-cmyk.github.io/jah-databases-data-1/data/names-igbo/index.jsonl.gz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
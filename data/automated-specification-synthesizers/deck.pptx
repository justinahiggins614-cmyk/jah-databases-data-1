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specification-synthesizers/" TargetMode="External"/><Relationship Id="rId3" Type="http://schemas.openxmlformats.org/officeDocument/2006/relationships/hyperlink" Target="https://justinahiggins614-cmyk.github.io/jah-databases-data-1/data/automated-specification-synthesiz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Specification Synthesizers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Writes specifications from plain descriptions — requirements in, structured specs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Specification Synthesizers Database holds 15 generation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Writes specifications from plain descriptions — requirements in, structured specs out.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Requirement Parsing  [JAH-AUTOMA5-000001]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Requirement Parsing is a generation ability in the Automated Specification Synthesizers database. Parses plain-language requirements into structured items. Sentences are classified as functional, non…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Clause Generation  [JAH-AUTOMA5-000002]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Clause Generation is a generation ability in the Automated Specification Synthesizers database. Expands each requirement into testable specification clauses. Each item becomes shall-statements with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Traceability Matrix  [JAH-AUTOMA5-000003]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Traceability Matrix is a generation ability in the Automated Specification Synthesizers database. Links every clause back to its source requirement. The matrix maps requirements to clauses to tests;…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Consistency Checking  [JAH-AUTOMA5-000004]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Consistency Checking is a generation ability in the Automated Specification Synthesizers database. Finds contradictions between clauses automatically. Clauses are compared pairwise for conflicts in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Completeness Scoring  [JAH-AUTOMA5-000005]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Completeness Scoring is a generation ability in the Automated Specification Synthesizers database. Scores how completely the spec covers the requirements. Each requirement needs at least one clause;…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Automated Specification Synthesizer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Writes specifications from plain descriptions — requirements in, structured specs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https://justinahiggins614-cmyk.github.io/jah-databases/db/automated-specification-synthesizers/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https://justinahiggins614-cmyk.github.io/jah-databases-data-1/data/automated-specification-synthesizers/index.jsonl.gz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
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umerical-solver-selection-signature/" TargetMode="External"/><Relationship Id="rId3" Type="http://schemas.openxmlformats.org/officeDocument/2006/relationships/hyperlink" Target="https://justinahiggins614-cmyk.github.io/jah-databases-data-1/data/numerical-solver-sele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Numerical Solver Selection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solver-selection methods — original techniques for picking the winning solver.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Numerical Solver Selection Database holds 20 signature solver selection guides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solver-selection methods — original techniques for picking the winning solver.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direct-when-small  [JAH-NUMERI-S-000001]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solver practice: small dense systems go direct; robustness beats cleverness.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precondition-or-perish  [JAH-NUMERI-S-000002]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iterative practice: Krylov without a preconditioner is hope.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multigrid-for-elliptic  [JAH-NUMERI-S-000003]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PDE practice: elliptic problems get multigrid.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newton-with-guarding  [JAH-NUMERI-S-000004]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nonlinear practice: Newton always guarded by line search.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CFL-respect  [JAH-NUMERI-S-000005]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time practice: explicit steps respect CFL, checked.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solver selection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JAH-NUMERI-S-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Solver Selection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solver-selection methods — original techniques for picking the winning solver.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https://justinahiggins614-cmyk.github.io/jah-databases/db/numerical-solver-selection-signature/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https://justinahiggins614-cmyk.github.io/jah-databases-data-1/data/numerical-solver-selection-signature/index.jsonl.gz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
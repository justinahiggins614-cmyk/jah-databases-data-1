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type-soundness-verification/" TargetMode="External"/><Relationship Id="rId3" Type="http://schemas.openxmlformats.org/officeDocument/2006/relationships/hyperlink" Target="https://justinahiggins614-cmyk.github.io/jah-databases-data-1/data/type-soundness-verifica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Type Soundness Verification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Well-typed programs don't go wrong: proving type soundness.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Type Soundness Verification Database holds 15 type soundness proof techniques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Well-typed programs don't go wrong: proving type soundness.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Progress and preservation  [JAH-TSV-000001]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Type soundness, à la Wright-Felleisen: progress (a well-typed term is a value or can step) plus preservation (stepping preserves types). Prove both by induction and well-typed programs never get stuc…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Ownership and borrow checking (Rust)  [JAH-TSV-000002]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Rust's borrow checker proves memory safety at compile time via ownership types: each value has one owner, borrows are tracked, and the borrowck verifies no use-after-free or data race can occur. It's…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Progress and preservation  [JAH-TSV-000003]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Type soundness, à la Wright-Felleisen: progress (a well-typed term is a value or can step) plus preservation (stepping preserves types). Prove both by induction and well-typed programs never get stuc…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Ownership and borrow checking (Rust)  [JAH-TSV-000004]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Rust's borrow checker proves memory safety at compile time via ownership types: each value has one owner, borrows are tracked, and the borrowck verifies no use-after-free or data race can occur. It's…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Blame assignment in contracts  [JAH-TSV-000005]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Higher-order contracts (like gradual types) need blame: when a contract fails deep inside a callback, who broke it? The blame theorem for contracts proves the blamed party is the one that violated th…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type soundness proof technique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JAH-TSV-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Type Soundness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Well-typed programs don't go wrong: proving type soundness.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https://justinahiggins614-cmyk.github.io/jah-databases/db/type-soundness-verification/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https://justinahiggins614-cmyk.github.io/jah-databases-data-1/data/type-soundness-verification/index.jsonl.gz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
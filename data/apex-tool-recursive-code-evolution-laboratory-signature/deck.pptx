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cursive-code-evolution-laboratory-signature/" TargetMode="External"/><Relationship Id="rId3" Type="http://schemas.openxmlformats.org/officeDocument/2006/relationships/hyperlink" Target="https://justinahiggins614-cmyk.github.io/jah-databases-data-1/data/apex-tool-recursive-code-evolution-laborato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Recursive Code Evolution Laboratory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Produces candidate improvements to existing programs and accepts them only after defined testing and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Recursive Code Evolution Laboratory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candidate improvements to existing programs and accepts them only after defined testing and review.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Code Greenhouse  [JAH-APX43S-000001]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code greenhouse nurtures mutant programs: warm light (compute), gentle tests, protection from production. Seedlings that thrive graduate; the rest compost.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Test Inquisitor  [JAH-APX43S-000002]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test inquisitor interrogates test suites with mutants: which mutants survive? Surviving mutants expose weak tests, and the inquisitor demands stronger ones.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Bug Surgeon  [JAH-APX43S-000003]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bug surgeon operates precisely: diagnose, excise, suture with tests. The surgeon's hands are automated; the outcomes are verified.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Crash Bloodhound  [JAH-APX43S-000004]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crash bloodhound sniffs out bugs from crashes: the scent trail is the input corpus, evolving toward the crash. The hound never gives up.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Refactor Barber  [JAH-APX43S-000005]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refactor barber trims code neatly: small snips, mirror checks (tests) after each. The barber never cuts behavior — only split 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Recursive Code Evolution Laboratory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candidate improvements to existing programs and accepts them only after defined testing and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https://justinahiggins614-cmyk.github.io/jah-databases/db/apex-tool-recursive-code-evolution-laboratory-signature/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https://justinahiggins614-cmyk.github.io/jah-databases-data-1/data/apex-tool-recursive-code-evolution-laboratory-signature/index.jsonl.gz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
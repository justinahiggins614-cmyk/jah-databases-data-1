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rect-memory-access-dma-controllers-signature/" TargetMode="External"/><Relationship Id="rId3" Type="http://schemas.openxmlformats.org/officeDocument/2006/relationships/hyperlink" Target="https://justinahiggins614-cmyk.github.io/jah-databases-data-1/data/direct-memory-access-dma-controll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Direct Memory Access (DMA) Controllers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Moving data without the CPU: DMA channels, burst transfers, scatter-gather, and cache-coherent peripherals.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Direct Memory Access (DMA) Controllers Database holds 15 DMA channels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data without the CPU: DMA channels, burst transfers, scatter-gather, and cache-coherent peripherals.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Self-Describing DMA Channels  [JAH-DMA-S-000001]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channel configurations carry a descriptor of what they do in plain terms, and a verifier checks the descriptor against the registers before enabling. Misconfigurations are caugh…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Fair-Burst DMA Scheduler  [JAH-DMA-S-000002]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scheduler caps burst lengths per priority so a bulk transfer cannot starve latency-sensitive channels. Caps adapt to observed contention. Signature-labeled; an original JAH…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Cycle-Proof Descriptor Chains  [JAH-DMA-S-000003]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descriptor chains are validated for cycles and bounds before the DMA engine sees them - a corrupt chain can never hang the bus. Validation is cheap and mandatory. Signature-labe…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Triple-Buffer Flow Control  [JAH-DMA-S-000004]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a third buffer absorbs jitter, with flow control that pauses the producer rather than dropping data when the consumer lags. Overruns become backpressure, not loss. Signature-lab…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Versioned DMA Descriptors  [JAH-DMA-S-000005]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descriptors carry version counters so the engine never acts on a half-updated descriptor - torn updates are detected and retried. Races become impossible by construction. Signat…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DMA channel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JAH-DMA-S-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DMA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data without the CPU: DMA channels, burst transfers, scatter-gather, and cache-coherent peripherals.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https://justinahiggins614-cmyk.github.io/jah-databases/db/direct-memory-access-dma-controllers-signature/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https://justinahiggins614-cmyk.github.io/jah-databases-data-1/data/direct-memory-access-dma-controllers-signature/index.jsonl.gz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
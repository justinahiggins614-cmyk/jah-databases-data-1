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locano/" TargetMode="External"/><Relationship Id="rId3" Type="http://schemas.openxmlformats.org/officeDocument/2006/relationships/hyperlink" Target="https://justinahiggins614-cmyk.github.io/jah-databases-data-1/data/names-ilocan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Ilocano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Ilocano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Ilocano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Ilocano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Maria — Ilocano given name  [JAH-NMI4-000001]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Ilocano. Of Hebrew, via Spanish origin. The most common feminine name in Ilocandia.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Jose — Ilocano given name  [JAH-NMI4-000002]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 is a masculine given name in Ilocano. It means "God increases", from Hebrew Yosef, via Spanish.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Juan — Ilocano given name  [JAH-NMI4-000003]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Juan is a masculine given name in Ilocano. It means "God is gracious", from Hebrew Yohanan, via Spanish. The Ilocano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Rosa — Ilocano given name  [JAH-NMI4-000004]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Rosa is a feminine given name in Ilocano. It means "rose", from Latin, via Spanish.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Pedro — Ilocano given name  [JAH-NMI4-000005]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Pedro is a masculine given name in Ilocano. It means "rock, stone", from Greek petros, via Spanish. A common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Ilocano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Ilocano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https://justinahiggins614-cmyk.github.io/jah-databases/db/names-ilocano/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https://justinahiggins614-cmyk.github.io/jah-databases-data-1/data/names-ilocano/index.jsonl.gz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
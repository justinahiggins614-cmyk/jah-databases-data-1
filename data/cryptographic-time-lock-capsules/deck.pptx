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ryptographic-time-lock-capsules/" TargetMode="External"/><Relationship Id="rId3" Type="http://schemas.openxmlformats.org/officeDocument/2006/relationships/hyperlink" Target="https://justinahiggins614-cmyk.github.io/jah-databases-data-1/data/cryptographic-time-lock-capsule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Cryptographic Time-Lock Capsules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Secrets that open only when time says so: timelock puzzles, VDFs, threshold release, and scheduled disclosure.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Cryptographic Time-Lock Capsules Database holds 15 time capsules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Secrets that open only when time says so: timelock puzzles, VDFs, threshold release, and scheduled disclosure.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technical knowledge compiled from standard references and documentation; verified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Timelock Puzzles  [JAH-CTL-000001]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Encrypts a secret so decrypting requires a fixed amount of sequential computation - Rivest's time-lock puzzle. The delay is enforced by physics of computation, not by any party's promise.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Verifiable Delay Functions  [JAH-CTL-000002]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Computes a delay that is fast to verify but slow to evaluate - VDFs prove a certain time has passed. Verification is cheap enough for blockchains to check on-chain.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Threshold Release  [JAH-CTL-000003]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Splits the capsule key among trustees so release needs a quorum - any 3 of 5 - instead of one person's decision. Thresholds distribute the power to open secrets.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Sealed Bids  [JAH-CTL-000004]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Holds auction bids sealed until the bidding closes, then opens them all at once for fair evaluation. Timelock-sealed bids need no trusted auctioneer.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Dead-Man Switches  [JAH-CTL-000005]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Releases the capsule if the owner stops checking in - the secret equivalent of a dead-man's brake. Switches protect whistleblowers and ensure continuity when someone cannot act.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time capsule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JAH-CTL-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Time Capsule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Secrets that open only when time says so: timelock puzzles, VDFs, threshold release, and scheduled disclosure.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https://justinahiggins614-cmyk.github.io/jah-databases/db/cryptographic-time-lock-capsules/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https://justinahiggins614-cmyk.github.io/jah-databases-data-1/data/cryptographic-time-lock-capsules/index.jsonl.gz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
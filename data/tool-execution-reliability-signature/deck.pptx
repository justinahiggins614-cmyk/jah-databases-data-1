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tool-execution-reliability-signature/" TargetMode="External"/><Relationship Id="rId3" Type="http://schemas.openxmlformats.org/officeDocument/2006/relationships/hyperlink" Target="https://justinahiggins614-cmyk.github.io/jah-databases-data-1/data/tool-execution-reliability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Tool Execution Reliability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Techniques that make tool execution reliable under real-world failure.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Tool Execution Reliability Database holds 20 reliability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Techniques that make tool execution reliable under real-world failure.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by Justin Addam Higgins - a Signature-authored concept,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Hourglass Law  [JAH-TER-S-000001]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law: every tool's hour runs out, and the law kills what will not finish. Hangs are outlawed; only failures remain, and failures can be faced. Teaching ladder: rank 1 — the concep…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Patient Knocking  [JAH-TER-S-000002]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knocking: patient, ever longer waits between knocks, knowing when to stop. Patient knocking respects the weary door. Teaching ladder: rank 1 — the concept in its simplest, most 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True Name  [JAH-TER-S-000003]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true name for every call, spoken once, never twice-acted. True names make repetition harmless. Teaching ladder: rank 1 — the concept in its simplest, most direct form. This is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Warded Circle  [JAH-TER-S-000004]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warded circle in which tools labor, bounded on every side. What happens in the circle stays in the circle. Teaching ladder: rank 1 — the concept in its simplest, most direct form…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Measured Share  [JAH-TER-S-000005]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measured share: each tool's portion weighed and enforced. No tool eats the whole harvest. Teaching ladder: rank 1 — the concept in its simplest, most direct form. This is a Signa…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reliability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JAH-TER-S-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Tool Reliability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Techniques that make tool execution reliable under real-world failure.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https://justinahiggins614-cmyk.github.io/jah-databases/db/tool-execution-reliability-signature/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https://justinahiggins614-cmyk.github.io/jah-databases-data-1/data/tool-execution-reliability-signature/index.jsonl.gz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
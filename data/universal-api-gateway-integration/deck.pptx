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universal-api-gateway-integration/" TargetMode="External"/><Relationship Id="rId3" Type="http://schemas.openxmlformats.org/officeDocument/2006/relationships/hyperlink" Target="https://justinahiggins614-cmyk.github.io/jah-databases-data-1/data/universal-api-gateway-integr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API Gateway Integration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One gateway for every API — routing, auth, and rate limits in a single front door.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API Gateway Integration Database holds 15 integration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One gateway for every API — routing, auth, and rate limits in a single front door.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Unified Routing  [JAH-UAG-000001]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Unified Routing is a integration ability in the Universal API Gateway Integration database. Routes every request to the right backend by path and version. Routes are declared as path patterns with ba…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Central Auth  [JAH-UAG-000002]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Central Auth is a integration ability in the Universal API Gateway Integration database. Authenticates once at the gateway for all backends. Tokens are validated centrally; backends receive a trusted…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Rate Limiting  [JAH-UAG-000003]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Rate Limiting is a integration ability in the Universal API Gateway Integration database. Enforces per-key rate limits across all APIs. Limits are counted centrally so one key cannot dodge limits by…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Response Caching  [JAH-UAG-000004]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Response Caching is a integration ability in the Universal API Gateway Integration database. Caches GET responses to protect backends. Cache keys include path, query, and identity scope; TTLs are per…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Request Tracing  [JAH-UAG-000005]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Request Tracing is a integration ability in the Universal API Gateway Integration database. Traces every request across all backends with one id. A trace id is minted at the edge and propagated; span…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integration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JAH-UAG-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Universal API Gateway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One gateway for every API — routing, auth, and rate limits in a single front door.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https://justinahiggins614-cmyk.github.io/jah-databases/db/universal-api-gateway-integration/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https://justinahiggins614-cmyk.github.io/jah-databases-data-1/data/universal-api-gateway-integration/index.jsonl.gz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
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pashto-signature/" TargetMode="External"/><Relationship Id="rId3" Type="http://schemas.openxmlformats.org/officeDocument/2006/relationships/hyperlink" Target="https://justinahiggins614-cmyk.github.io/jah-databases-data-1/data/names-pashto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Pashto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Pashto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Pashto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Pashto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Ahmad - sound, structure, and naming power  [JAH-NMPS4-000001]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Pashto masculine name Ahmad. Sound: 2 syllables, firm consonant close. Structure: A traditional name of this language.. Recorded meaning: Most praised.. Naming power: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Gul گل - sound, structure, and naming power  [JAH-NMPS4-000002]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Pashto unisex name Gul گل. Sound: 1 syllables, firm consonant close. Structure: Unisex; a beloved name element.. Recorded meaning: Flower. Naming power: the name is shor…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Zar زر - sound, structure, and naming power  [JAH-NMPS4-000003]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Pashto unisex name Zar زر. Sound: 1 syllables, firm consonant close. Structure: Unisex.. Recorded meaning: Gold.. Naming power: the name is short, sayable, and carries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Palwasha - sound, structure, and naming power  [JAH-NMPS4-000004]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Pashto feminine name Palwasha. Sound: 3 syllables, open vowels. Structure: A graceful girls' name.. Recorded meaning: Ray of light.. Naming power: the name is short, say…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Pashto naming framework  [JAH-NMPS4-000005]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Pashto names. Forging a new Signature name runs in four passes: sound (two to four syllables that read aloud cleanly), meaning (one plain-language gloss, never a para…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JAH-NMPS4-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Pashto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Pashto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https://justinahiggins614-cmyk.github.io/jah-databases/db/names-pashto-signature/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https://justinahiggins614-cmyk.github.io/jah-databases-data-1/data/names-pashto-signature/index.jsonl.gz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
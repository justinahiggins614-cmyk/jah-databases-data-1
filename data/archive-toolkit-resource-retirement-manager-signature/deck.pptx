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source-retirement-manager-signature/" TargetMode="External"/><Relationship Id="rId3" Type="http://schemas.openxmlformats.org/officeDocument/2006/relationships/hyperlink" Target="https://justinahiggins614-cmyk.github.io/jah-databases-data-1/data/archive-toolkit-resource-retirement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Resource Retirement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obsolete resources and coordinates authorized archival or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Resource Retirement Manager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obsolete resources and coordinates authorized archival or removal.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Obsolescence detection — Resource Retirement Manager (Signature)  [JAH-ATK239S-0001]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resource retirement manager gives the archive a dignified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Retirement proposals — Resource Retirement Manager (Signature)  [JAH-ATK239S-0002]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resource retirement manager gives the archive a dignified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Approval workflows — Resource Retirement Manager (Signature)  [JAH-ATK239S-0003]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resource retirement manager gives the archive a dignified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Stakeholder notification — Resource Retirement Manager (Signature)  [JAH-ATK239S-0004]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resource retirement manager gives the archive a dignified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Archival before removal — Resource Retirement Manager (Signature)  [JAH-ATK239S-0005]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resource retirement manager gives the archive a dignified 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Resource Retirement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obsolete resources and coordinates authorized archival or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https://justinahiggins614-cmyk.github.io/jah-databases/db/archive-toolkit-resource-retirement-manager-signature/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https://justinahiggins614-cmyk.github.io/jah-databases-data-1/data/archive-toolkit-resource-retirement-manager-signature/index.jsonl.gz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
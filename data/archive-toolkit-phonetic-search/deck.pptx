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honetic-search/" TargetMode="External"/><Relationship Id="rId3" Type="http://schemas.openxmlformats.org/officeDocument/2006/relationships/hyperlink" Target="https://justinahiggins614-cmyk.github.io/jah-databases-data-1/data/archive-toolkit-phonetic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Phonetic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names and words that sound alike despite different spellings.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Phonetic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names and words that sound alike despite different spellings.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Soundex encoding — Phonetic Search  [JAH-ATK105-00001]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Soundex maps a name to a letter-plus-three-digits code by keeping the first letter and encoding consonant groups. Vowels and h/w are dropped, adjacent same-coded letters merge, and the result is padd…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Improved Soundex variants — Phonetic Search  [JAH-ATK105-00002]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Classic Soundex misfires on names like 'Ashcraft' versus 'Ashcroft'; refined variants keep more phonetic distinctions. Daitch-Mokotoff Soundex was built for Slavic and Germanic surnames with a six-di…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Metaphone algorithm — Phonetic Search  [JAH-ATK105-00003]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Metaphone encodes English pronunciation rules: silent letters drop, 'ph' becomes 'F', 'sh' and 'th' get their own codes. It handles the quirks Soundex ignores, so 'Thompson' and 'Tomson' align while…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Double Metaphone — Phonetic Search  [JAH-ATK105-00004]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Double Metaphone returns two codes per word: a primary for the most likely pronunciation and a secondary for alternates. This catches names whose pronunciation is ambiguous across languages, like 'Sm…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NYSIIS encoding — Phonetic Search  [JAH-ATK105-00005]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NYSIIS (New York State Identification and Intelligence System) applies ordered rewrite rules then strips vowels. Its rules target name prefixes and endings ('MAC' to 'MCC', trailing 'EE' to 'Y'), tun…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Phonetic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names and words that sound alike despite different spellings.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https://justinahiggins614-cmyk.github.io/jah-databases/db/archive-toolkit-phonetic-search/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https://justinahiggins614-cmyk.github.io/jah-databases-data-1/data/archive-toolkit-phonetic-search/index.jsonl.gz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
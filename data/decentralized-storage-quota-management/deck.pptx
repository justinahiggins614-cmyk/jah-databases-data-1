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centralized-storage-quota-management/" TargetMode="External"/><Relationship Id="rId3" Type="http://schemas.openxmlformats.org/officeDocument/2006/relationships/hyperlink" Target="https://justinahiggins614-cmyk.github.io/jah-databases-data-1/data/decentralized-storage-quota-managem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Decentralized Storage Quota Management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Shares storage fairly across a decentralized network — quotas that enforce themselves without a central boss.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Decentralized Storage Quota Management Database holds 15 storage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Shares storage fairly across a decentralized network — quotas that enforce themselves without a central boss.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Fair-Share Allocation  [JAH-DSQ-000001]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Fair-Share Allocation is a storage ability in the Decentralized Storage Quota Management database. Divides total network storage fairly among peers by stake and need. Each peer's share is proportiona…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Usage Metering  [JAH-DSQ-000002]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Usage Metering is a storage ability in the Decentralized Storage Quota Management database. Meters every byte written with tamper-evident counters. Writes increment per-peer counters signed by the wr…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Quota Enforcement  [JAH-DSQ-000003]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Quota Enforcement is a storage ability in the Decentralized Storage Quota Management database. Refuses writes that would exceed a peer's quota, gracefully. Before each write the quota check runs; 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Proof of Storage  [JAH-DSQ-000004]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Proof of Storage is a storage ability in the Decentralized Storage Quota Management database. Requires peers to prove they still hold the data they claim. Random chunk challenges are issued; peers mu…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Replication Quotas  [JAH-DSQ-000005]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Replication Quotas is a storage ability in the Decentralized Storage Quota Management database. Guarantees each chunk keeps its replica count without central control. Under-replicated chunks are adve…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JAH-DSQ-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Decentralized Storage Quota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Shares storage fairly across a decentralized network — quotas that enforce themselves without a central boss.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https://justinahiggins614-cmyk.github.io/jah-databases/db/decentralized-storage-quota-management/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https://justinahiggins614-cmyk.github.io/jah-databases-data-1/data/decentralized-storage-quota-management/index.jsonl.gz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
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ient-side-encryption/" TargetMode="External"/><Relationship Id="rId3" Type="http://schemas.openxmlformats.org/officeDocument/2006/relationships/hyperlink" Target="https://justinahiggins614-cmyk.github.io/jah-databases-data-1/data/client-side-encryp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Client-Side Encryption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Client-Side Encryption Database holds 15 encryption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AES-256-GCM File Vault  [JAH-CLIENT-000001]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Encrypts whole files with AES-256 in Galois/Counter Mode, which provides both confidentiality and an authentication tag in one pass. Any tampering with the ciphertext is detected on decrypt, so a 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XChaCha20-Poly1305 Messaging  [JAH-CLIENT-000002]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Secures chat messages with the XChaCha20 stream cipher plus a Poly1305 authenticator, using a 192-bit nonce that can be chosen at random without collision risk. It needs no special hardware to run fa…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PBKDF2-SHA256 Key Derivation  [JAH-CLIENT-000003]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Turns a human password into an encryption key by hashing it with a unique salt hundreds of thousands of times. The iteration count is deliberately expensive, so an attacker who steals the salted hash…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Argon2id Password Hashing  [JAH-CLIENT-000004]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Hashes passwords with Argon2id, the Password Hashing Competition winner, which is both memory-hard and side-channel resistant. Attackers with GPUs or custom chips gain little advantage because the 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AES Key Wrap (RFC 3394)  [JAH-CLIENT-000005]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Wraps one encryption key inside another using the AES key-wrap construction, adding integrity so an unwrapping with the wrong key fails instead of producing a garbage key. It is the standard way to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encryption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JAH-CLIENT-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Encryption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Encryption performed on the user's own device before data ever leaves it: ciphers, key derivation, authenticated encryption, and secure deletion.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https://justinahiggins614-cmyk.github.io/jah-databases/db/client-side-encryption/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https://justinahiggins614-cmyk.github.io/jah-databases-data-1/data/client-side-encryption/index.jsonl.gz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
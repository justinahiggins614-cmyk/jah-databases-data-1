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decision-tree-explorer-signature/" TargetMode="External"/><Relationship Id="rId3" Type="http://schemas.openxmlformats.org/officeDocument/2006/relationships/hyperlink" Target="https://justinahiggins614-cmyk.github.io/jah-databases-data-1/data/apex-tool-apex-decision-tree-explor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Apex Decision Tree Explorer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Evaluates possible branches of a complex decision and identifies the most informative next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Apex Decision Tree Explorer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Evaluates possible branches of a complex decision and identifies the most informative next step.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Branch Walker  [JAH-APX35S-000001]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branch walker physically walks every branch of a decision — narrating what happens down each path before choosing. No branch is chosen unwalked; the walker's log is the decision's travel dia…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Fold-Back Abacus  [JAH-APX35S-000002]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fold-back abacus computes expected values on beads: chance beads average, decision beads maximize, and the abacus clicks through the tree where everyone can watch. Arithmetic you can hear.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Opponent Simulator  [JAH-APX35S-000003]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opponent simulator plays the other side at its best: every plan faces the optimal response, not the hoped-for one. Plans that survive the simulator survive reality better.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Play-the-Game Engine  [JAH-APX35S-000004]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play-the-game engine runs thousands of simulated plays of the decision, learning which moves win. The engine doesn't theorize about the game — it plays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Information Pricer  [JAH-APX35S-000005]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information pricer tags every possible measurement with its price in better decisions: the VOI minus the cost of measuring. Measurements priced above their cost are bought; the rest are wind…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Decision Tree Explorer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Evaluates possible branches of a complex decision and identifies the most informative next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https://justinahiggins614-cmyk.github.io/jah-databases/db/apex-tool-apex-decision-tree-explorer-signature/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https://justinahiggins614-cmyk.github.io/jah-databases-data-1/data/apex-tool-apex-decision-tree-explorer-signature/index.jsonl.gz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
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ntext-reconstruction-engine/" TargetMode="External"/><Relationship Id="rId3" Type="http://schemas.openxmlformats.org/officeDocument/2006/relationships/hyperlink" Target="https://justinahiggins614-cmyk.github.io/jah-databases-data-1/data/archive-toolkit-context-reconstruc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Context Reconstruction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Reassembles the surrounding context when records are retrieved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Context Reconstruction Engine Database holds 15 context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Reassembles the surrounding context when records are retrieved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Context Reconstruction Engine: a plain-language overview  [JAH-ATK176-000001]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Context Reconstruction Engine does and why archives need it. A context reconstruction engine fixes the 'out of context' problem. When a search returns one lonely paragraph, this 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Context Reconstruction Engine works  [JAH-ATK176-000002]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Context Reconstruction Engine does and why archives need it. Real engines store each chunk with its document position and neighbor pointers, so retrieval of chunk 12 can instantly…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Context Reconstruction Engine works: the deep tour  [JAH-ATK176-000003]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Context Reconstruction Engine does and why archives need it. Real engines store each chunk with its document position and neighbor pointers, so retrieval of chunk 12 can instantly…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Neighbor-chunk retrieval: the simple idea  [JAH-ATK176-000004]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neighbor-chunk retrieval - how it works inside the Context Reconstruction Engine. A context reconstruction engine fixes the 'out of context' problem. When a search returns one lonely par…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Neighbor-chunk retrieval in practice  [JAH-ATK176-000005]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neighbor-chunk retrieval - how it works inside the Context Reconstruction Engine. Real engines store each chunk with its document position and neighbor pointers, so retrieval of chunk 12…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context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Context Weaver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Reassembles the surrounding context when records are retrieved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https://justinahiggins614-cmyk.github.io/jah-databases/db/archive-toolkit-context-reconstruction-engine/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https://justinahiggins614-cmyk.github.io/jah-databases-data-1/data/archive-toolkit-context-reconstruction-engine/index.jsonl.gz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
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infinite-scale-discovery-navigator-signature/" TargetMode="External"/><Relationship Id="rId3" Type="http://schemas.openxmlformats.org/officeDocument/2006/relationships/hyperlink" Target="https://justinahiggins614-cmyk.github.io/jah-databases-data-1/data/apex-tool-infinite-scale-discovery-naviga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Infinite-Scale Discovery Navigator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Discovers new information through recursive searches, linked resources, generated queries, and expanding knowledge graphs — bounded by real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Infinite-Scale Discovery Navigator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new information through recursive searches, linked resources, generated queries, and expanding knowledge graphs — bounded by real resources.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Discovery Navigator is  [JAH-APX3S-000001]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 Discovery Budget Ledger: every recursive…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Expedition and lead data model  [JAH-APX3S-000002]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 Discovery Budget Ledger: every recursive search spends from…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Expected-gain ranking algorithm  [JAH-APX3S-000003]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 Discovery Budget Ledger: every recursive search spends from an explicit budget of time, compute,…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Recursive query generation algorithm  [JAH-APX3S-000004]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 Discovery Budget Ledger: every recursive search spends from an explicit budget of time, compute…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Discovery query interface specification  [JAH-APX3S-000005]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 Discovery Budget Ledger: every recursive search spends from an explicit budget of time, compute, and attenti…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Infinite-Scale Discovery Navigator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Discovers new information through recursive searches, linked resources, generated queries, and expanding knowledge graphs — bounded by real resources.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https://justinahiggins614-cmyk.github.io/jah-databases/db/apex-tool-infinite-scale-discovery-navigator-signature/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https://justinahiggins614-cmyk.github.io/jah-databases-data-1/data/apex-tool-infinite-scale-discovery-navigator-signature/index.jsonl.gz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
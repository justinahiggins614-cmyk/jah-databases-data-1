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patch-rollback-triggers/" TargetMode="External"/><Relationship Id="rId3" Type="http://schemas.openxmlformats.org/officeDocument/2006/relationships/hyperlink" Target="https://justinahiggins614-cmyk.github.io/jah-databases-data-1/data/autonomous-patch-rollback-trigg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Patch Rollback Triggers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Rolls back bad patches by itself — bad deploys detected, reverted, and explained 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Patch Rollback Triggers Database holds 15 reliability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Rolls back bad patches by itself — bad deploys detected, reverted, and explained in minutes.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Canary Analysis  [JAH-APRT-000001]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Canary Analysis is a reliability ability in the Autonomous Patch Rollback Triggers database. Watches canary metrics and calls the deploy good or bad. Canary and baseline metrics are compared statisti…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Automatic Rollback  [JAH-APRT-000002]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Automatic Rollback is a reliability ability in the Autonomous Patch Rollback Triggers database. Rolls back automatically when the canary fails. On failure the previous version is redeployed to the ca…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Health Signals  [JAH-APRT-000003]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Health Signals is a reliability ability in the Autonomous Patch Rollback Triggers database. Defines the health signals each deploy is judged by. Signals — error rate, latency, saturation — are declar…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Progressive Rollout  [JAH-APRT-000004]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Progressive Rollout is a reliability ability in the Autonomous Patch Rollback Triggers database. Rolls out in stages: 1%, 10%, 50%, 100%. Each stage needs a clean canary analysis before the next begi…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One-Click Manual Rollback  [JAH-APRT-000005]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One-Click Manual Rollback is a reliability ability in the Autonomous Patch Rollback Triggers database. Lets a human roll back in one click at any time. The button redeploys the last known-good versio…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reliability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JAH-APRT-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Autonomous Patch Rollback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Rolls back bad patches by itself — bad deploys detected, reverted, and explained 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https://justinahiggins614-cmyk.github.io/jah-databases/db/autonomous-patch-rollback-triggers/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https://justinahiggins614-cmyk.github.io/jah-databases-data-1/data/autonomous-patch-rollback-triggers/index.jsonl.gz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
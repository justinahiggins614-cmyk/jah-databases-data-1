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tent-disambiguation-agents-signature/" TargetMode="External"/><Relationship Id="rId3" Type="http://schemas.openxmlformats.org/officeDocument/2006/relationships/hyperlink" Target="https://justinahiggins614-cmyk.github.io/jah-databases-data-1/data/intent-disambiguation-agent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Intent Disambiguation Agents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Knowing what they meant: clarifying ambiguous requests before acting.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Intent Disambiguation Agents Database holds 15 intent disambiguation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Knowing what they meant: clarifying ambiguous requests before acting.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Assumption Ledger  [JAH-IDA-S-000001]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assumption the agent makes instead of asking is recorded — what was assumed, why, confidence, and what would have been asked. Users can audit the agent's unasked questions,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Slot-filling dialogue state  [JAH-IDA-S-000002]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Task-oriented agents track slots (destination, date, party size) and fill them across turns, asking only for what's missing. Dialogue state tracking turns a rambling conversation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Assumption Ledger  [JAH-IDA-S-000003]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assumption the agent makes instead of asking is recorded — what was assumed, why, confidence, and what would have been asked. Users can audit the agent's unasked questions,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Slot-filling dialogue state  [JAH-IDA-S-000004]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Task-oriented agents track slots (destination, date, party size) and fill them across turns, asking only for what's missing. Dialogue state tracking turns a rambling conversation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Implicit confirmation for low-risk actions  [JAH-IDA-S-000005]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For low-stakes actions, the agent states its interpretation and proceeds ('Showing Italian restaurants nearby — say stop if that's wrong') instead of blocking on confirmation. Impl…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intent disambiguation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JAH-IDA-S-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Intent Disambiguation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Knowing what they meant: clarifying ambiguous requests before acting.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https://justinahiggins614-cmyk.github.io/jah-databases/db/intent-disambiguation-agents-signature/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https://justinahiggins614-cmyk.github.io/jah-databases-data-1/data/intent-disambiguation-agents-signature/index.jsonl.gz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
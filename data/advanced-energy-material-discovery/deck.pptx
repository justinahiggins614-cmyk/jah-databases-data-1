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dvanced-energy-material-discovery/" TargetMode="External"/><Relationship Id="rId3" Type="http://schemas.openxmlformats.org/officeDocument/2006/relationships/hyperlink" Target="https://justinahiggins614-cmyk.github.io/jah-databases-data-1/data/advanced-energy-material-discove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Advanced Energy Material Discovery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Energy materials being discovered and scaled for the clean transition.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Advanced Energy Material Discovery Database holds 20 material discoverys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Energy materials being discovered and scaled for the clean transition.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Perovskite Solar Absorbers  [JAH-AEM-000001]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Reached 26%+ lab efficiency with cheap solution processing. Recorded facts — Material: Perovskite Solar Absorbers; Property: 26% efficiency; Application: tandem solar cells. Used by energy researcher…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Solid-state Electrolytes (LLZO)  [JAH-AEM-000002]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Ceramic conductors enabling lithium-metal anodes safely. Recorded facts — Material: Solid-state Electrolytes (LLZO); Property: 1 mS/cm ionic conductivity; Application: solid-state batteries. Used by…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Silicon Anodes  [JAH-AEM-000003]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Store 10x the lithium of graphite, with swelling managed by nanostructure. Recorded facts — Material: Silicon Anodes; Property: 3500 mAh/g capacity; Application: EV batteries. Used by energy research…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Lithium Iron Phosphate  [JAH-AEM-000004]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Cheap, safe, long-lived cathode dominating mass-market EVs. Recorded facts — Material: Lithium Iron Phosphate; Property: 170 mAh/g, 4000 cycles; Application: EV + storage. Used by energy researchers,…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Sodium-ion Cathodes  [JAH-AEM-000005]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Abundant sodium replaces lithium for stationary storage. Recorded facts — Material: Sodium-ion Cathodes; Property: 150 mAh/g; Application: grid storage. Used by energy researchers, investors, and pla…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material discovery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JAH-AEM-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Advanced Energy Material Discovery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Energy materials being discovered and scaled for the clean transition.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https://justinahiggins614-cmyk.github.io/jah-databases/db/advanced-energy-material-discovery/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https://justinahiggins614-cmyk.github.io/jah-databases-data-1/data/advanced-energy-material-discovery/index.jsonl.gz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
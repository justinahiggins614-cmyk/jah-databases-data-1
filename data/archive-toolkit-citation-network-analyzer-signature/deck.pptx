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itation-network-analyzer-signature/" TargetMode="External"/><Relationship Id="rId3" Type="http://schemas.openxmlformats.org/officeDocument/2006/relationships/hyperlink" Target="https://justinahiggins614-cmyk.github.io/jah-databases-data-1/data/archive-toolkit-citation-network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Citation Network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who cites whom and how ideas connect.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Citation Network Analyzer Database holds 15 citation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who cites whom and how ideas connect.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Citation Network Analyzer: a plain-language overview (Signature)  [JAH-ATK188S-000001]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Citation Network Analyzer does and why archives need it. Signature original. The Signature citation method maps references with their evidence: every edge carries…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Citation Network Analyzer works (Signature)  [JAH-ATK188S-000002]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Citation Network Analyzer does and why archives need it. Signature original. The Signature approach builds the citation graph deterministically: fixed parsing rul…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Citation Network Analyzer works: the deep tour (Signature)  [JAH-ATK188S-000003]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Citation Network Analyzer does and why archives need it. Signature original. The Signature approach builds the citation graph deterministically: fixed parsing rul…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Citation parsing and graph building: the simple idea (Signature)  [JAH-ATK188S-000004]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citation parsing and graph building - how it works inside the Citation Network Analyzer. Signature original. The Signature citation method maps references with their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Citation parsing and graph building in practice (Signature)  [JAH-ATK188S-000005]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citation parsing and graph building - how it works inside the Citation Network Analyzer. Signature original. The Signature approach builds the citation graph determinis…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citation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Citation Mapper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who cites whom and how ideas connect.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https://justinahiggins614-cmyk.github.io/jah-databases/db/archive-toolkit-citation-network-analyzer-signature/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https://justinahiggins614-cmyk.github.io/jah-databases-data-1/data/archive-toolkit-citation-network-analyzer-signature/index.jsonl.gz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
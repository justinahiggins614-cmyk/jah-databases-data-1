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theorem-caching/" TargetMode="External"/><Relationship Id="rId3" Type="http://schemas.openxmlformats.org/officeDocument/2006/relationships/hyperlink" Target="https://justinahiggins614-cmyk.github.io/jah-databases-data-1/data/automated-theorem-cach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Theorem Caching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Never prove twice: caching and reusing proof effort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Theorem Caching Database holds 15 theorem caching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prove twice: caching and reusing proof effort at scale.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Proof memoization by goal hash  [JAH-ATC-000001]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cache: hash the proof goal (normalized), and on a repeat, return the cached proof instead of re-proving. Interactive sessions and CI re-runs hit the same goals constantly — memoization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Tactic result caching  [JAH-ATC-000002]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Tactics like 'simp' do expensive work (rewriting with hundreds of lemmas) that repeats across goals. Caching tactic results keyed by (tactic, goal shape) skips the search on repeats — the automation…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Proof memoization by goal hash  [JAH-ATC-000003]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cache: hash the proof goal (normalized), and on a repeat, return the cached proof instead of re-proving. Interactive sessions and CI re-runs hit the same goals constantly — memoization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Tactic result caching  [JAH-ATC-000004]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Tactics like 'simp' do expensive work (rewriting with hundreds of lemmas) that repeats across goals. Caching tactic results keyed by (tactic, goal shape) skips the search on repeats — the automation…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Counterexample cache for failed goals  [JAH-ATC-000005]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Failed proof attempts are cached too: the goal plus its counterexample. When the same goal recurs, the cached counterexample immediately shows why it fails — no wasted solver time re-discovering unpr…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theorem caching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Theorem Cache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prove twice: caching and reusing proof effort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https://justinahiggins614-cmyk.github.io/jah-databases/db/automated-theorem-caching/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https://justinahiggins614-cmyk.github.io/jah-databases-data-1/data/automated-theorem-caching/index.jsonl.gz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
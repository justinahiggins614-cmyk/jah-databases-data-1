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w-abilities-generator/" TargetMode="External"/><Relationship Id="rId3" Type="http://schemas.openxmlformats.org/officeDocument/2006/relationships/hyperlink" Target="https://justinahiggins614-cmyk.github.io/jah-databases-data-1/data/new-abilities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New Abilities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New abilities generated from database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New Abilities Generator Database holds 15 generators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New abilities generated from database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generated concept — built from real database-knowledge areas at build time; demo smoke-tested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Offline Archive Search  [JAH-NABIL-000001]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ability for a database page to search its full archive with no network at all, using a locally cached index. Combines search knowledge with local index caching.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Self-Healing Indexes  [JAH-NABIL-000002]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ability for an index to detect corrupt or missing rows and rebuild them from chunk data automatically. Combines verification with repair routines.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Conversational Lookup  [JAH-NABIL-000003]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ability to answer plain-language questions by planning a lookup against the archive and quoting the record. Combines AI chat with archive retrieval.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Deterministic Regeneration  [JAH-NABIL-000004]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ability to rebuild any generated record byte-identically from its seed. Combines deterministic generation with seed archives.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Cross-Database Join  [JAH-NABIL-000005]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ability to join records from two different databases on shared keys into one enriched record. Combines merger knowledge with schema alignment.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JAH-NABIL-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New Abilities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New abilities generated from database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https://justinahiggins614-cmyk.github.io/jah-databases/db/new-abilities-generator/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https://justinahiggins614-cmyk.github.io/jah-databases-data-1/data/new-abilities-generator/index.jsonl.gz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
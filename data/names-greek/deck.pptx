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reek/" TargetMode="External"/><Relationship Id="rId3" Type="http://schemas.openxmlformats.org/officeDocument/2006/relationships/hyperlink" Target="https://justinahiggins614-cmyk.github.io/jah-databases-data-1/data/names-gree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Greek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Greek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Greek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Greek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Nikolaos — Greek given name  [JAH-NMG3-000001]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Nikolaos is a masculine given name in Greek. It is written Νικόλαος in the native script. It means "victory of the people", from Greek nike + laos.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— Greek given name  [JAH-NMG3-000002]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Greek. It is written Μαρία in the native script. Of Hebrew, via Christianity origin. The most common Greek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Georgios — Greek given name  [JAH-NMG3-000003]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Georgios is a masculine given name in Greek. It is written Γεώργιος in the native script. It means "farmer, earthworker", from Greek georgos. Borne by St. George, beloved across Greece.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Eleni — Greek given name  [JAH-NMG3-000004]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Eleni is a feminine given name in Greek. It is written Ελένη in the native script. It means "torch, light", from Greek helene. A radiant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Dimitrios — Greek given name  [JAH-NMG3-000005]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Dimitrios is a masculine given name in Greek. It is written Δημήτριος in the native script. It means "of Demeter", from Greek. A strong traditional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Greek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Greek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https://justinahiggins614-cmyk.github.io/jah-databases/db/names-greek/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https://justinahiggins614-cmyk.github.io/jah-databases-data-1/data/names-greek/index.jsonl.gz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
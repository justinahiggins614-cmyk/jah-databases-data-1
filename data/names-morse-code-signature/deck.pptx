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orse-code-signature/" TargetMode="External"/><Relationship Id="rId3" Type="http://schemas.openxmlformats.org/officeDocument/2006/relationships/hyperlink" Target="https://justinahiggins614-cmyk.github.io/jah-databases-data-1/data/names-morse-cod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Morse Code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Morse-style names — new prosigns and callsigns,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Morse Code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Morse-style names — new prosigns and callsigns,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Morse Code Names Database from genuine Morse Code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Morse Code-style given name: Sig-SOS  [JAH-NMMCS2-000001]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Sig-SOS is a Signature original Morse Code-style given name, created for the Signature Morse Code Names Database. Prosign-style, from SOS: 'signal of salvation'. It is labeled a Signature creation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Morse Code-style given name: Sig-CQ  [JAH-NMMCS2-000002]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Sig-CQ is a Signature original Morse Code-style given name, created for the Signature Morse Code Names Database. Prosign-style, from CQ: 'seeking kin'. It is labeled a Signature creation and is not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Morse Code-style given name: Sig-73  [JAH-NMMCS2-000003]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Sig-73 is a Signature original Morse Code-style given name, created for the Signature Morse Code Names Database. Prosign-style, from 73: 'seventy-three blessings'. It is labeled a Signature creation…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Morse Code-style given name: Sig-Omni  [JAH-NMMCS2-000004]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Sig-Omni is a Signature original Morse Code-style given name, created for the Signature Morse Code Names Database. From omni- (all): 'all-hearing'. It is labeled a Signature creation and is not a tra…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Morse Code-style given name: Sig-Dahdit  [JAH-NMMCS2-000005]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Sig-Dahdit is a Signature original Morse Code-style given name, created for the Signature Morse Code Names Database. From dah-dit (the letter A). It is labeled a Signature creation and is not a tradi…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JAH-NMMCS2-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Morse Code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Morse-style names — new prosigns and callsigns,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https://justinahiggins614-cmyk.github.io/jah-databases/db/names-morse-code-signature/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https://justinahiggins614-cmyk.github.io/jah-databases-data-1/data/names-morse-code-signature/index.jsonl.gz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
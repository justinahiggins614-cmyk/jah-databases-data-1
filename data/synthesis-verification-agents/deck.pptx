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nthesis-verification-agents/" TargetMode="External"/><Relationship Id="rId3" Type="http://schemas.openxmlformats.org/officeDocument/2006/relationships/hyperlink" Target="https://justinahiggins614-cmyk.github.io/jah-databases-data-1/data/synthesis-verification-agen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Synthesis Verification Agents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Agents that write code and prove it correct — synthesis paired with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Synthesis Verification Agents Database holds 15 synthesis verification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Agents that write code and prove it correct — synthesis paired with verification.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Counterexample-guided inductive synthesis (CEGIS)  [JAH-SVA-000001]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CEGIS splits synthesis into two agents: a synthesizer proposes a program from examples, and a verifier checks it against the full specification. When verification fails, the counterexample becomes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Proof-carrying synthesized code  [JAH-SVA-000002]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Proof-carrying code attaches a machine-checkable proof to the program: the synthesizer must produce both code and evidence it meets the spec. The consumer checks the proof in milliseconds without tru…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Counterexample-guided inductive synthesis (CEGIS)  [JAH-SVA-000003]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CEGIS splits synthesis into two agents: a synthesizer proposes a program from examples, and a verifier checks it against the full specification. When verification fails, the counterexample becomes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Proof-carrying synthesized code  [JAH-SVA-000004]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Proof-carrying code attaches a machine-checkable proof to the program: the synthesizer must produce both code and evidence it meets the spec. The consumer checks the proof in milliseconds without tru…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Contract-driven agent code review  [JAH-SVA-000005]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function the agent writes carries contracts (preconditions, postconditions, invariants). A review agent checks each contract with symbolic execution or testing before merge — the codebase accum…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synthesis verification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JAH-SVA-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Synthesis Verification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Agents that write code and prove it correct — synthesis paired with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https://justinahiggins614-cmyk.github.io/jah-databases/db/synthesis-verification-agents/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https://justinahiggins614-cmyk.github.io/jah-databases-data-1/data/synthesis-verification-agents/index.jsonl.gz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
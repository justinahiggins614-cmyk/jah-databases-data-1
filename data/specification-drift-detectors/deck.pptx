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ecification-drift-detectors/" TargetMode="External"/><Relationship Id="rId3" Type="http://schemas.openxmlformats.org/officeDocument/2006/relationships/hyperlink" Target="https://justinahiggins614-cmyk.github.io/jah-databases-data-1/data/specification-drift-detecto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Specification Drift Detectors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Catching drift: detectors that notice when code leaves its spec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Specification Drift Detectors Database holds 15 specification drift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Catching drift: detectors that notice when code leaves its spec behind.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API signature drift detection  [JAH-SPECIF-000001]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most mechanical drift: the code's public signatures change but the spec (docs, IDL, OpenAPI) doesn't. Detectors diff extracted signatures against the spec on every commit and flag additions, remo…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Test-oracle staleness detection  [JAH-SPECIF-000002]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encode the spec; when tests are updated to match new behavior without a spec change, the oracle has drifted. Detectors flag test changes that alter expectations (not just coverage) and require…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API signature drift detection  [JAH-SPECIF-000003]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most mechanical drift: the code's public signatures change but the spec (docs, IDL, OpenAPI) doesn't. Detectors diff extracted signatures against the spec on every commit and flag additions, remo…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Test-oracle staleness detection  [JAH-SPECIF-000004]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Tests encode the spec; when tests are updated to match new behavior without a spec change, the oracle has drifted. Detectors flag test changes that alter expectations (not just coverage) and require…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Model-behavior drift (ML)  [JAH-SPECIF-000005]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Deployed ML models drift from their validated behavior as data shifts: accuracy decays, calibration worsens, feature distributions move. Drift detectors track prediction distributions, feature drift…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specification drift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JAH-SPECIF-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Specification Drift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Catching drift: detectors that notice when code leaves its spec behind.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https://justinahiggins614-cmyk.github.io/jah-databases/db/specification-drift-detectors/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https://justinahiggins614-cmyk.github.io/jah-databases-data-1/data/specification-drift-detectors/index.jsonl.gz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
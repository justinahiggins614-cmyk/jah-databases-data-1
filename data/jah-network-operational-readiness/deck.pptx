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jah-network-operational-readiness/" TargetMode="External"/><Relationship Id="rId3" Type="http://schemas.openxmlformats.org/officeDocument/2006/relationships/hyperlink" Target="https://justinahiggins614-cmyk.github.io/jah-databases-data-1/data/jah-network-operational-readines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Network Operational Readiness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Operational readiness checks for the JAH database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Network Operational Readiness Database holds 20 readiness checklists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Operational readiness checks for the JAH database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Uptime SLO Verification  [JAH-JNO-000001]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Availability is measured against the SLO - 99.9% monthly - with error budgets tracked publicly. Error budgets make reliability a number the whole team can see and spend wisely. Teaching ladder: rank…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P99 Latency Budget Check  [JAH-JNO-000002]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P99 latency is checked against budget per endpoint, with violations paging the owner. P99 - not the average - is what users actually feel. Teaching ladder: rank 1 — the concept in its simplest, most…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Data Integrity Sweep  [JAH-JNO-000003]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scheduled sweep re-hashes records and compares against stored hashes. The sweep proves the data you serve is the data you stored. Teaching ladder: rank 1 — the concept in its simplest, most direct…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Backup Restore Test  [JAH-JNO-000004]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Backups are restore-tested monthly into an isolated environment. An untested backup is a hope; a tested one is a guarantee. Teaching ladder: rank 1 — the concept in its simplest, most direct form.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Monitoring Coverage Audit  [JAH-JNO-000005]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service is audited for monitoring coverage: metrics, logs, traces, alerts. Unmonitored services are invisible failures waiting to happen. Teaching ladder: rank 1 — the concept in its simplest,…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readiness checklist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JAH-JNO-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Readiness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Operational readiness checks for the JAH database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https://justinahiggins614-cmyk.github.io/jah-databases/db/jah-network-operational-readiness/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https://justinahiggins614-cmyk.github.io/jah-databases-data-1/data/jah-network-operational-readiness/index.jsonl.gz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
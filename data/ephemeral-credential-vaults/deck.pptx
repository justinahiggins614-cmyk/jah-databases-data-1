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phemeral-credential-vaults/" TargetMode="External"/><Relationship Id="rId3" Type="http://schemas.openxmlformats.org/officeDocument/2006/relationships/hyperlink" Target="https://justinahiggins614-cmyk.github.io/jah-databases-data-1/data/ephemeral-credential-vaul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Ephemeral Credential Vaults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Vaults that issue short-lived credentials instead of storing long-lived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Ephemeral Credential Vaults Database holds 15 vault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Vaults that issue short-lived credentials instead of storing long-lived secrets.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Vault Dynamic Secrets  [JAH-EPHEME2-000001]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Issues database and cloud credentials on demand with Vault dynamic secrets. Each lease is unique, short-lived, and revoked automatically; there are no shared passwords to leak. It eliminates static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Short TTL Policies  [JAH-EPHEME2-000002]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Sets aggressive time-to-live policies so stolen credentials die quickly. Minutes, not months; the TTL matches the task duration. Short lifetimes shrink every breach.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Just-in-Time Credentials  [JAH-EPHEME2-000003]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Provisions credentials at the moment of need and destroys them after. No credential exists before the task or after it; the window of exposure is the task itself. It is zero standing privilege in pra…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OIDC Authentication  [JAH-EPHEME2-000004]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Authenticates vault clients with OIDC so humans and workloads prove identity without passwords. The vault trusts the identity provider's tokens; roles map claims to policies. It unifies human and mac…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Secret Rotation Automation  [JAH-EPHEME2-000005]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Rotates secrets automatically on schedule and on events like employee departure. Rotation updates every consumer atomically; old values stop working. Automation is what makes rotation actually happen.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vault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JAH-EPHEME2-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Ephemeral Credential Vaults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Vaults that issue short-lived credentials instead of storing long-lived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https://justinahiggins614-cmyk.github.io/jah-databases/db/ephemeral-credential-vaults/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https://justinahiggins614-cmyk.github.io/jah-databases-data-1/data/ephemeral-credential-vaults/index.jsonl.gz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
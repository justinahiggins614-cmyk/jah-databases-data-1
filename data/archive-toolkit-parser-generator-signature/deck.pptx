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arser-generator-signature/" TargetMode="External"/><Relationship Id="rId3" Type="http://schemas.openxmlformats.org/officeDocument/2006/relationships/hyperlink" Target="https://justinahiggins614-cmyk.github.io/jah-databases-data-1/data/archive-toolkit-parser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Parser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and tests parsers for new supported file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Parser Generator Database holds 15 parser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and tests parsers for new supported file formats.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Parser Generation: Signature Word Cutting (Foundation)  [JAH-ATK287S-00001]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Parser Generation: Signature Word Cutting (Operation)  [JAH-ATK287S-00002]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Parser Generation: Signature Word Cutting (Mastery)  [JAH-ATK287S-00003]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Parser Generation: Signature Pattern Loom (Foundation)  [JAH-ATK287S-00004]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Parser Generation: Signature Pattern Loom (Operation)  [JAH-ATK287S-00005]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parser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Parser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and tests parsers for new supported file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https://justinahiggins614-cmyk.github.io/jah-databases/db/archive-toolkit-parser-generator-signature/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https://justinahiggins614-cmyk.github.io/jah-databases-data-1/data/archive-toolkit-parser-generator-signature/index.jsonl.gz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
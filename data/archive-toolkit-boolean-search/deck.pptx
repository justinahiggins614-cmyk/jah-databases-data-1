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kit-boolean-search/" TargetMode="External"/><Relationship Id="rId3" Type="http://schemas.openxmlformats.org/officeDocument/2006/relationships/hyperlink" Target="https://justinahiggins614-cmyk.github.io/jah-databases-data-1/data/archive-toolkit-boolean-search/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Boolean Search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Combines AND, OR, NOT, and grouped conditions to refine results.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Boolean Search Database holds 15 search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Combines AND, OR, NOT, and grouped conditions to refine results.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methodology — standard computer-science technique documented in the technical literature; fact-checked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AND conjunction semantics — Boolean Search  [JAH-ATK102-00001]</a:t>
            </a:r>
          </a:p>
          <a:p>
            <a:pPr algn="l">
              <a:spcAft>
                <a:spcPts val="1000"/>
              </a:spcAft>
            </a:pPr>
            <a:r>
              <a:rPr sz="1400" b="0">
                <a:solidFill>
                  <a:srgbClr val="D5DBDB"/>
                </a:solidFill>
                <a:latin typeface="Calibri"/>
              </a:rPr>
              <a:t>   AND requires every listed condition to hold, so each added term can only shrink the result set, never grow it. Evaluators intersect term postings or test set membership per document, typically starti…</a:t>
            </a:r>
          </a:p>
          <a:p>
            <a:pPr algn="l">
              <a:spcAft>
                <a:spcPts val="200"/>
              </a:spcAft>
            </a:pPr>
            <a:r>
              <a:rPr sz="1700" b="1">
                <a:solidFill>
                  <a:srgbClr val="FFFFFF"/>
                </a:solidFill>
                <a:latin typeface="Calibri"/>
              </a:rPr>
              <a:t>2. OR disjunction semantics — Boolean Search  [JAH-ATK102-00002]</a:t>
            </a:r>
          </a:p>
          <a:p>
            <a:pPr algn="l">
              <a:spcAft>
                <a:spcPts val="1000"/>
              </a:spcAft>
            </a:pPr>
            <a:r>
              <a:rPr sz="1400" b="0">
                <a:solidFill>
                  <a:srgbClr val="D5DBDB"/>
                </a:solidFill>
                <a:latin typeface="Calibri"/>
              </a:rPr>
              <a:t>   OR accepts documents matching any listed condition, so each added term can only grow the result set. Evaluators union postings lists or test membership against any of several term sets. OR is the wor…</a:t>
            </a:r>
          </a:p>
          <a:p>
            <a:pPr algn="l">
              <a:spcAft>
                <a:spcPts val="200"/>
              </a:spcAft>
            </a:pPr>
            <a:r>
              <a:rPr sz="1700" b="1">
                <a:solidFill>
                  <a:srgbClr val="FFFFFF"/>
                </a:solidFill>
                <a:latin typeface="Calibri"/>
              </a:rPr>
              <a:t>3. NOT negation semantics — Boolean Search  [JAH-ATK102-00003]</a:t>
            </a:r>
          </a:p>
          <a:p>
            <a:pPr algn="l">
              <a:spcAft>
                <a:spcPts val="1000"/>
              </a:spcAft>
            </a:pPr>
            <a:r>
              <a:rPr sz="1400" b="0">
                <a:solidFill>
                  <a:srgbClr val="D5DBDB"/>
                </a:solidFill>
                <a:latin typeface="Calibri"/>
              </a:rPr>
              <a:t>   NOT excludes documents matching a condition, and it binds tighter than AND and OR in the standard precedence. Evaluators compute the complement of a term's postings against the full document universe…</a:t>
            </a:r>
          </a:p>
          <a:p>
            <a:pPr algn="l">
              <a:spcAft>
                <a:spcPts val="200"/>
              </a:spcAft>
            </a:pPr>
            <a:r>
              <a:rPr sz="1700" b="1">
                <a:solidFill>
                  <a:srgbClr val="FFFFFF"/>
                </a:solidFill>
                <a:latin typeface="Calibri"/>
              </a:rPr>
              <a:t>4. Parenthesized grouping — Boolean Search  [JAH-ATK102-00004]</a:t>
            </a:r>
          </a:p>
          <a:p>
            <a:pPr algn="l">
              <a:spcAft>
                <a:spcPts val="1000"/>
              </a:spcAft>
            </a:pPr>
            <a:r>
              <a:rPr sz="1400" b="0">
                <a:solidFill>
                  <a:srgbClr val="D5DBDB"/>
                </a:solidFill>
                <a:latin typeface="Calibri"/>
              </a:rPr>
              <a:t>   Parentheses override default precedence so that 'a AND (b OR c)' means something different from '(a AND b) OR c'. Parsers treat '(' by pushing it on the operator stack and ')' by popping operators un…</a:t>
            </a:r>
          </a:p>
          <a:p>
            <a:pPr algn="l">
              <a:spcAft>
                <a:spcPts val="200"/>
              </a:spcAft>
            </a:pPr>
            <a:r>
              <a:rPr sz="1700" b="1">
                <a:solidFill>
                  <a:srgbClr val="FFFFFF"/>
                </a:solidFill>
                <a:latin typeface="Calibri"/>
              </a:rPr>
              <a:t>5. Operator precedence rules — Boolean Search  [JAH-ATK102-00005]</a:t>
            </a:r>
          </a:p>
          <a:p>
            <a:pPr algn="l">
              <a:spcAft>
                <a:spcPts val="1000"/>
              </a:spcAft>
            </a:pPr>
            <a:r>
              <a:rPr sz="1400" b="0">
                <a:solidFill>
                  <a:srgbClr val="D5DBDB"/>
                </a:solidFill>
                <a:latin typeface="Calibri"/>
              </a:rPr>
              <a:t>   The conventional precedence is NOT first, then AND, then OR, mirroring arithmetic's unary-minus, multiplication, and addition. The shunting-yard algorithm encodes this with a precedence table, emitti…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search method</a:t>
            </a:r>
          </a:p>
          <a:p>
            <a:pPr algn="l">
              <a:spcAft>
                <a:spcPts val="1000"/>
              </a:spcAft>
            </a:pPr>
            <a:r>
              <a:rPr sz="2000" b="0">
                <a:solidFill>
                  <a:srgbClr val="FFFFFF"/>
                </a:solidFill>
                <a:latin typeface="Calibri"/>
              </a:rPr>
              <a:t>ID prefix:  JAH-ATK102-</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Boolean Search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Combines AND, OR, NOT, and grouped conditions to refine results.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https://justinahiggins614-cmyk.github.io/jah-databases/db/archive-toolkit-boolean-search/</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https://justinahiggins614-cmyk.github.io/jah-databases-data-1/data/archive-toolkit-boolean-search/index.jsonl.gz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
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pendency-resolver-signature/" TargetMode="External"/><Relationship Id="rId3" Type="http://schemas.openxmlformats.org/officeDocument/2006/relationships/hyperlink" Target="https://justinahiggins614-cmyk.github.io/jah-databases-data-1/data/archive-tool-dependency-resolv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Dependency Resolver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Dependency Resolver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Dependency Resolver,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Requirement extraction from project files (foundational)  [JAH-AT82S-000001]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resolver reads project manifests, import statements, and lockfiles to build the raw requirement list. Static import scanning catches undeclared dependencies that manifests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Requirement extraction from project files (compounded)  [JAH-AT82S-000002]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resolver reads project manifests, import statements, and lockfiles to build the raw requirement list. Static import scanning catches undeclared dependencies that manifests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Requirement extraction from project files (production)  [JAH-AT82S-000003]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resolver reads project manifests, import statements, and lockfiles to build the raw requirement list. Static import scanning catches undeclared dependencies that manifests mis…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Version constraint solving by backtracking (foundational)  [JAH-AT82S-000004]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Version constraints are solved with backtracking search: pick the most constrained package, try its newest allowed version, and recurse. When a choice leads to a conflict, the sol…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constraint solving by backtracking (compounded)  [JAH-AT82S-000005]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Version constraints are solved with backtracking search: pick the most constrained package, try its newest allowed version, and recurse. When a choice leads to a conflict, the sol…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Dependency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required packages, libraries, runtimes, models, and compatible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https://justinahiggins614-cmyk.github.io/jah-databases/db/archive-tool-dependency-resolver-signature/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https://justinahiggins614-cmyk.github.io/jah-databases-data-1/data/archive-tool-dependency-resolver-signature/index.jsonl.gz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
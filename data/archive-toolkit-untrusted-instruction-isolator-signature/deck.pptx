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trusted-instruction-isolator-signature/" TargetMode="External"/><Relationship Id="rId3" Type="http://schemas.openxmlformats.org/officeDocument/2006/relationships/hyperlink" Target="https://justinahiggins614-cmyk.github.io/jah-databases-data-1/data/archive-toolkit-untrusted-instruction-isol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Untrusted Instruction Isolator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Prevents instructions embedded in retrieved documents from overriding system policies.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Untrusted Instruction Isolator Database holds 15 untrusted instruction isolators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instructions embedded in retrieved documents from overriding system policies.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Injection attempt ledger  [JAH-ATK269S-000001]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quarantined instruction is logged with its source document, the matched pattern, and the timestamp. The ledger reveals which sources att…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Injection attempt ledger  [JAH-ATK269S-000002]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quarantined instruction is logged with its source document, the matched pattern, and the timestamp. The ledger reveals which sources att…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Injection attempt ledger  [JAH-ATK269S-000003]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every quarantined instruction is logged with its source document, the matched pattern, and the timestamp. The ledger reveals which sources att…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Canary instructions  [JAH-ATK269S-000004]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harmless canary markers are planted in sensitive contexts; if a canary instruction ever appears in output or in an outbound request, exfiltrat…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Canary instructions  [JAH-ATK269S-000005]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harmless canary markers are planted in sensitive contexts; if a canary instruction ever appears in output or in an outbound request, exfiltrat…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untrusted instruction isolator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JAH-ATK269S-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Untrusted Instruction Isolator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Prevents instructions embedded in retrieved documents from overriding system policies.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https://justinahiggins614-cmyk.github.io/jah-databases/db/archive-toolkit-untrusted-instruction-isolator-signature/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https://justinahiggins614-cmyk.github.io/jah-databases-data-1/data/archive-toolkit-untrusted-instruction-isolator-signature/index.jsonl.gz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
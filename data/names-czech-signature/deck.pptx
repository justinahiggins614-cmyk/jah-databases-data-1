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zech-signature/" TargetMode="External"/><Relationship Id="rId3" Type="http://schemas.openxmlformats.org/officeDocument/2006/relationships/hyperlink" Target="https://justinahiggins614-cmyk.github.io/jah-databases-data-1/data/names-cze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Czech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Czech style — new creations built from real Czech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Czech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Czech style — new creations built from real Czech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Czech Names Database from genuine Czech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Czech-style given name: Janomir  [JAH-NMCS4-000001]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Janomir is a Signature original Czech-style given name, created for the Signature Czech Names Database. From Jan + mir (peace). It is labeled a Signature creation and is not a traditional Czech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Czech-style given name: Marievka  [JAH-NMCS4-000002]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Marievka is a Signature original Czech-style given name, created for the Signature Czech Names Database. From Marie + -evka. It is labeled a Signature creation and is not a traditional Czech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Czech-style given name: Petromil  [JAH-NMCS4-000003]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Petromil is a Signature original Czech-style given name, created for the Signature Czech Names Database. From Petr + mil (dear). It is labeled a Signature creation and is not a traditional Czech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Czech-style given name: Janaslava  [JAH-NMCS4-000004]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Janaslava is a Signature original Czech-style given name, created for the Signature Czech Names Database. From Jana + slava (glory). It is labeled a Signature creation and is not a traditional Czech…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Czech-style given name: Josefmir  [JAH-NMCS4-000005]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Josefmir is a Signature original Czech-style given name, created for the Signature Czech Names Database. From Josef + mir. It is labeled a Signature creation and is not a traditional Czech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Czech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Czech style — new creations built from real Czech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https://justinahiggins614-cmyk.github.io/jah-databases/db/names-czech-signature/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https://justinahiggins614-cmyk.github.io/jah-databases-data-1/data/names-czech-signature/index.jsonl.gz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
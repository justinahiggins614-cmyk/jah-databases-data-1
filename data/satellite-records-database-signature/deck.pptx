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atellite-records-database-signature/" TargetMode="External"/><Relationship Id="rId3" Type="http://schemas.openxmlformats.org/officeDocument/2006/relationships/hyperlink" Target="https://justinahiggins614-cmyk.github.io/jah-databases-data-1/data/satellite-records-databa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Satellite Records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satellite concepts — designs, never presented as real launches.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Satellite Records Database holds 15 concepts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satellite concepts — designs, never presented as real launches.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 — concept only, never launched;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JAH Sentinel Lattice  [JAH-SATLS-000001]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satellite concept by Justin Addam Higgins: a self-balancing lattice of small sentinels that share one mind across the constellation. Signature concept — never launched, never pre…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JAH Dawn Relay  [JAH-SATLS-000002]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satellite concept by Justin Addam Higgins: a dawn-side relay that catches the first light and carries messages around the dark side. Signature concept — never launched.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JAH Archive Star  [JAH-SATLS-000003]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satellite concept by Justin Addam Higgins: an orbiting archive vault keeping humanity's records safe above the weather. Signature concept — never launched.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JAH Quiet Watcher  [JAH-SATLS-000004]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satellite concept by Justin Addam Higgins: a silent watcher that maps the Earth gently, harming nothing. Signature concept — never launched.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JAH Far Singer  [JAH-SATLS-000005]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satellite concept by Justin Addam Higgins: a far singer carrying songs and records into interstellar space. Signature concept — never launched.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concept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JAH-SATLS-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Satellite Records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satellite concepts — designs, never presented as real launches.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https://justinahiggins614-cmyk.github.io/jah-databases/db/satellite-records-database-signature/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https://justinahiggins614-cmyk.github.io/jah-databases-data-1/data/satellite-records-database-signature/index.jsonl.gz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
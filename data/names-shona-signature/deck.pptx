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hona-signature/" TargetMode="External"/><Relationship Id="rId3" Type="http://schemas.openxmlformats.org/officeDocument/2006/relationships/hyperlink" Target="https://justinahiggins614-cmyk.github.io/jah-databases-data-1/data/names-shona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Shona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Shona style — new creations built from real Shona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Shona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Shona style — new creations built from real Shona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Shona Names Database from genuine Shona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Shona-style given name: Tendaimoyo  [JAH-NMSS8-000001]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Tendaimoyo is a Signature original Shona-style given name, created for the Signature Shona Names Database. From tendai (thanks) + moyo (heart): 'thankful heart'. It is labeled a Signature creation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Shona-style given name: Rudofarai  [JAH-NMSS8-000002]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Rudofarai is a Signature original Shona-style given name, created for the Signature Shona Names Database. From rudo (love) + farai (rejoice): 'joyful love'. It is labeled a Signature creation and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Shona-style given name: Tatendanyasha  [JAH-NMSS8-000003]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Tatendanyasha is a Signature original Shona-style given name, created for the Signature Shona Names Database. From tatenda + nyasha (grace). It is labeled a Signature creation and is not a traditiona…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Shona-style given name: Chiporudo  [JAH-NMSS8-000004]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Chiporudo is a Signature original Shona-style given name, created for the Signature Shona Names Database. From chipo (gift) + rudo (love): 'gift of love'. It is labeled a Signature creation and is 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Shona-style given name: Faraitenda  [JAH-NMSS8-000005]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Faraitenda is a Signature original Shona-style given name, created for the Signature Shona Names Database. From farai + tendai. It is labeled a Signature creation and is not a traditional Shona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JAH-NMSS8-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Shona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Shona style — new creations built from real Shona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https://justinahiggins614-cmyk.github.io/jah-databases/db/names-shona-signature/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https://justinahiggins614-cmyk.github.io/jah-databases-data-1/data/names-shona-signature/index.jsonl.gz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
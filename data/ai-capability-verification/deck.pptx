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-capability-verification/" TargetMode="External"/><Relationship Id="rId3" Type="http://schemas.openxmlformats.org/officeDocument/2006/relationships/hyperlink" Target="https://justinahiggins614-cmyk.github.io/jah-databases-data-1/data/ai-capability-verific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AI Capability Verification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Test suites and methods that verify whether an AI system truly has the capabilities it claims.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AI Capability Verification Database holds 20 capability verification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Test suites and methods that verify whether an AI system truly has the capabilities it claims.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HELM-Style Holistic Evaluation  [JAH-AICAPA-000001]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Holistic evaluation tests a model across many scenarios with standardized metrics instead of a single leaderboard number. Each scenario probes a different capability, and the report shows where the 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Adversarial Prompt Probing  [JAH-AICAPA-000002]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Red-team prompts try to make the model fail at its claimed capability or violate its claimed constraints. A verification suite includes hundreds of adversarial variants per claim, generated systemati…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Capability Gating Tests  [JAH-AICAPA-000003]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Gating tests check that a model only exercises a capability when its preconditions hold, such as refusing to answer medical questions without a disclaimer. Each gate is a paired test: the capability…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Statistical Significance in Benchmarks  [JAH-AICAPA-000004]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benchmark win is meaningless without confidence intervals, since small test sets produce noisy rankings. Proper verification reports the margin of error and only claims superiority when intervals 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Tool-Use Verification Sandbox  [JAH-AICAPA-000005]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Claiming tool-use capability requires testing in a sandbox where tool calls are logged and their effects verified. The suite checks that the model calls the right tool with valid arguments and handle…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capability verification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JAH-AICAPA-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Capability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Test suites and methods that verify whether an AI system truly has the capabilities it claims.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https://justinahiggins614-cmyk.github.io/jah-databases/db/ai-capability-verification/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https://justinahiggins614-cmyk.github.io/jah-databases-data-1/data/ai-capability-verification/index.jsonl.gz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
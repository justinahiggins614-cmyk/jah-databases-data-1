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attern-matcher-all-types-signature/" TargetMode="External"/><Relationship Id="rId3" Type="http://schemas.openxmlformats.org/officeDocument/2006/relationships/hyperlink" Target="https://justinahiggins614-cmyk.github.io/jah-databases-data-1/data/pattern-matcher-all-typ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Pattern Matcher All Types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matching disciplines and tuning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Pattern Matcher All Types Database holds 15 signature matcher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matching disciplines and tuning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composition authored in the Signature system; clearly labeled Signature — it is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Exact-Match Discipline  [JAH-PMATS-000001]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discipline: exact matching is always tried first, with normalization rules written down before the code; fuzzy methods are only reached after exact fails, and the fallback chain…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Prefix Index Drill  [JAH-PMATS-000002]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drill: build a trie over your own key set, measure lookup time against linear scan at 10x growth, and keep the benchmark as the reason tries exist. The drill makes the data struc…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Typo Budget  [JAH-PMATS-000003]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budget for fuzzy matching: distance 1 for short strings, 2 for medium, scaled by length beyond that — with the budget written as a function, not a magic number. The budget's test…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Regex Review Ritual  [JAH-PMATS-000004]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ritual: every regex ships with three positive and three negative test cases, a comment stating what it matches in plain words, and a catastrophic-backtracking check on pathologic…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Glob-First Rule  [JAH-PMATS-000005]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rule: reach for glob patterns before regex whenever the problem is filenames or paths — if the pattern needs no character classes, it is a glob problem. The rule keeps pattern co…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matcher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JAH-PMATS-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Match Coach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matching disciplines and tuning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https://justinahiggins614-cmyk.github.io/jah-databases/db/pattern-matcher-all-types-signature/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https://justinahiggins614-cmyk.github.io/jah-databases-data-1/data/pattern-matcher-all-types-signature/index.jsonl.gz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
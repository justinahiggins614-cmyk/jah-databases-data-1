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madurese/" TargetMode="External"/><Relationship Id="rId3" Type="http://schemas.openxmlformats.org/officeDocument/2006/relationships/hyperlink" Target="https://justinahiggins614-cmyk.github.io/jah-databases-data-1/data/names-madure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Madurese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Madurese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Madurese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Madurese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Ahmad — Madurese given name  [JAH-NMM5-000001]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Ahmad is a masculine given name in Madurese. It means "most praised", from Arabic. A very common masculine name among the Madurese, who are overwhelmingly Muslim.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Siti — Madurese given name  [JAH-NMM5-000002]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Siti is a feminine given name in Madurese. It means "lady", from Arabic sayyidati. A widespread feminine name element, as in Siti Aminah.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Muhammad — Madurese given name  [JAH-NMM5-000003]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Muhammad is a masculine given name in Madurese. It means "praised", from Arabic. The most honored masculine name in Madurese Muslim families.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Fatimah — Madurese given name  [JAH-NMM5-000004]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Fatimah is a feminine given name in Madurese. Of Arabic origin. A beloved feminine name, borne by the Prophet's daughter.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Hasan — Madurese given name  [JAH-NMM5-000005]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Hasan is a masculine given name in Madurese. It means "handsome, good", from Arabic. A common masculine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JAH-NMM5-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Madurese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Madurese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https://justinahiggins614-cmyk.github.io/jah-databases/db/names-madurese/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https://justinahiggins614-cmyk.github.io/jah-databases-data-1/data/names-madurese/index.jsonl.gz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
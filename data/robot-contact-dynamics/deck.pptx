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contact-dynamics/" TargetMode="External"/><Relationship Id="rId3" Type="http://schemas.openxmlformats.org/officeDocument/2006/relationships/hyperlink" Target="https://justinahiggins614-cmyk.github.io/jah-databases-data-1/data/robot-contact-dynamic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Robot Contact Dynamics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Robots touching the world — contact models, parameters, stability criteria, and controller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Robot Contact Dynamics Database holds 20 robot contact dynamics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Robots touching the world — contact models, parameters, stability criteria, and controller notes.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Parallel-jaw grasp of a box  [JAH-ROBOTC-000001]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gripper grasps a 200 g box. Coulomb friction with mu=0.4 holds it; the controller limits force to 10 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Pushing a puck to target  [JAH-ROBOTC-000002]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robot pushes a puck across the table. Quasi-static pushing with the friction cone predicts the motion.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Peg-in-hole insertion  [JAH-ROBOTC-000003]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peg inserts with 0.1 mm clearance. Compliance control finds the hole; jamming is avoided by force limits.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Biped foot contact  [JAH-ROBOTC-000004]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foot strikes the ground each step. The contact model predicts impact forces for the controller.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Collision stop on contact  [JAH-ROBOTC-000005]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 unexpected contact, the arm stops within 10 ms. The collision model sizes the stop distance.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robot contact dynamics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JAH-ROBOTC-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Robot Contact Dynamics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Robots touching the world — contact models, parameters, stability criteria, and controller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https://justinahiggins614-cmyk.github.io/jah-databases/db/robot-contact-dynamics/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https://justinahiggins614-cmyk.github.io/jah-databases-data-1/data/robot-contact-dynamics/index.jsonl.gz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
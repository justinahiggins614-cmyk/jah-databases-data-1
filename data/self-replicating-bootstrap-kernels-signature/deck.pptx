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replicating-bootstrap-kernels-signature/" TargetMode="External"/><Relationship Id="rId3" Type="http://schemas.openxmlformats.org/officeDocument/2006/relationships/hyperlink" Target="https://justinahiggins614-cmyk.github.io/jah-databases-data-1/data/self-replicating-bootstrap-kernel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Self-Replicating Bootstrap Kernels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Kernels that bring a machine from power-on to running and can reproduce themselves: bootloaders, verified boot, and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Self-Replicating Bootstrap Kernels Database holds 15 kernels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Kernels that bring a machine from power-on to running and can reproduce themselves: bootloaders, verified boot, and recovery.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Measured Minimal Loader  [JAH-SRB-S-000001]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minimal loader measures itself into a hardware register before doing anything else, so later stages can verify the loader was genuine. Measurement happens before any untrust…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Attested Kernel Self-Copy  [JAH-SRB-S-000002]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copy's hash is attested by the hardware and logged, creating a boot record that remote verifiers can check. A tampered kernel cannot produce a valid attestation. Signature-l…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Signed-Config Stage-2  [JAH-SRB-S-000003]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stage-2 configuration itself is signed, so an attacker with disk write access cannot add a malicious boot entry. Unsigned configs are ignored with a visible warning. Signatu…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Dual-Root Verified Boot  [JAH-SRB-S-000004]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verification consults two independent roots of trust, and they must agree - compromising one root is not enough to boot malicious code. Disagreement halts with a diagnostic. Sig…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Continuous Reproducibility CI  [JAH-SRB-S-000005]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commit triggers two independent rebuilds on different infrastructure, and the binaries must match before release. Nondeterminism is caught at the commit that introduces 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kernel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JAH-SRB-S-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Bootstrap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Kernels that bring a machine from power-on to running and can reproduce themselves: bootloaders, verified boot, and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https://justinahiggins614-cmyk.github.io/jah-databases/db/self-replicating-bootstrap-kernels-signature/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https://justinahiggins614-cmyk.github.io/jah-databases-data-1/data/self-replicating-bootstrap-kernels-signature/index.jsonl.gz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
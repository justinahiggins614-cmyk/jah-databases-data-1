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ontext-compression-engine-signature/" TargetMode="External"/><Relationship Id="rId3" Type="http://schemas.openxmlformats.org/officeDocument/2006/relationships/hyperlink" Target="https://justinahiggins614-cmyk.github.io/jah-databases-data-1/data/archive-tool-context-compress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Context Compression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Compresses relevant findings into concise representations while preserving critical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Context Compression Engine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Compresses relevant findings into concise representations while preserving critical details.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Context Compression Engine,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Extractive summarization by term weight (foundational)  [JAH-AT62S-000001]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Sentences are scored by the sum of their terms' frequencies across the whole input, a classic TF-based extractive method. The top-scoring sentences are kept in original order, whi…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Extractive summarization by term weight (compounded)  [JAH-AT62S-000002]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Sentences are scored by the sum of their terms' frequencies across the whole input, a classic TF-based extractive method. The top-scoring sentences are kept in original order, whi…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Extractive summarization by term weight (production)  [JAH-AT62S-000003]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Sentences are scored by the sum of their terms' frequencies across the whole input, a classic TF-based extractive method. The top-scoring sentences are kept in original order, whi…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Critical-detail preservation list (foundational)  [JAH-AT62S-000004]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Before compression, a preservation list is built: numbers, dates, names, and identifiers found by pattern matching. Any sentence containing a preserved detail is protected from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Critical-detail preservation list (compounded)  [JAH-AT62S-000005]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Before compression, a preservation list is built: numbers, dates, names, and identifiers found by pattern matching. Any sentence containing a preserved detail is protected from 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Compression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Compresses relevant findings into concise representations while preserving critical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https://justinahiggins614-cmyk.github.io/jah-databases/db/archive-tool-context-compression-engine-signature/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https://justinahiggins614-cmyk.github.io/jah-databases-data-1/data/archive-tool-context-compression-engine-signature/index.jsonl.gz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
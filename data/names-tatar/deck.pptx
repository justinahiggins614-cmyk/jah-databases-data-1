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tatar/" TargetMode="External"/><Relationship Id="rId3" Type="http://schemas.openxmlformats.org/officeDocument/2006/relationships/hyperlink" Target="https://justinahiggins614-cmyk.github.io/jah-databases-data-1/data/names-tata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Tatar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Tatar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Tatar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Tatar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Guzel — Tatar given name  [JAH-NMT9-000001]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Guzel is a feminine given name in Tatar. It means "beautiful", from Turkic. A beloved feminine name meaning beautiful.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Timur — Tatar given name  [JAH-NMT9-000002]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Timur is a masculine given name in Tatar. It means "iron", from Turkic temur. A strong masculine name meaning iron.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Aygul — Tatar given name  [JAH-NMT9-000003]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Aygul is a feminine given name in Tatar. It means "moon flower", from Turkic ay + gul. A classic feminine name of the Volga Tatars.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Rinat — Tatar given name  [JAH-NMT9-000004]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Rinat is a masculine given name in Tatar. It means "reborn", from Latin renatus, via Russian. A common masculine name among Tatars.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Alsu — Tatar given name  [JAH-NMT9-000005]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Alsu is a feminine given name in Tatar. Of Tatar origin. A popular feminine name in Tatarstan.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JAH-NMT9-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Tatar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Tatar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https://justinahiggins614-cmyk.github.io/jah-databases/db/names-tatar/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https://justinahiggins614-cmyk.github.io/jah-databases-data-1/data/names-tatar/index.jsonl.gz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
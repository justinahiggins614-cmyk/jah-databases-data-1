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utonomous-index-reshaping/" TargetMode="External"/><Relationship Id="rId3" Type="http://schemas.openxmlformats.org/officeDocument/2006/relationships/hyperlink" Target="https://justinahiggins614-cmyk.github.io/jah-databases-data-1/data/autonomous-index-reshaping/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Autonomous Index Reshaping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Self-tuning index structures that reshape themselves as query patterns change.</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Autonomous Index Reshaping Database holds 15 index reshaping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Self-tuning index structures that reshape themselves as query patterns change.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industry records and documentation</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Adaptive B-Tree Rebalancing  [JAH-AIR-000001]</a:t>
            </a:r>
          </a:p>
          <a:p>
            <a:pPr algn="l">
              <a:spcAft>
                <a:spcPts val="1000"/>
              </a:spcAft>
            </a:pPr>
            <a:r>
              <a:rPr sz="1400" b="0">
                <a:solidFill>
                  <a:srgbClr val="D5DBDB"/>
                </a:solidFill>
                <a:latin typeface="Calibri"/>
              </a:rPr>
              <a:t>   Monitors page split and merge rates and rebalances hot B-tree branches during low-traffic windows instead of on the write path. By deferring structural work to idle periods, foreground writes never p…</a:t>
            </a:r>
          </a:p>
          <a:p>
            <a:pPr algn="l">
              <a:spcAft>
                <a:spcPts val="200"/>
              </a:spcAft>
            </a:pPr>
            <a:r>
              <a:rPr sz="1700" b="1">
                <a:solidFill>
                  <a:srgbClr val="FFFFFF"/>
                </a:solidFill>
                <a:latin typeface="Calibri"/>
              </a:rPr>
              <a:t>2. Learned Index Auto-Tuning  [JAH-AIR-000002]</a:t>
            </a:r>
          </a:p>
          <a:p>
            <a:pPr algn="l">
              <a:spcAft>
                <a:spcPts val="1000"/>
              </a:spcAft>
            </a:pPr>
            <a:r>
              <a:rPr sz="1400" b="0">
                <a:solidFill>
                  <a:srgbClr val="D5DBDB"/>
                </a:solidFill>
                <a:latin typeface="Calibri"/>
              </a:rPr>
              <a:t>   Replaces static B-tree fanout with learned models such as recursive model indexes and retrains when key-distribution drift exceeds a threshold. When the data is smooth, lookups become near-O(1); the…</a:t>
            </a:r>
          </a:p>
          <a:p>
            <a:pPr algn="l">
              <a:spcAft>
                <a:spcPts val="200"/>
              </a:spcAft>
            </a:pPr>
            <a:r>
              <a:rPr sz="1700" b="1">
                <a:solidFill>
                  <a:srgbClr val="FFFFFF"/>
                </a:solidFill>
                <a:latin typeface="Calibri"/>
              </a:rPr>
              <a:t>3. Hot-Key Partition Splitting  [JAH-AIR-000003]</a:t>
            </a:r>
          </a:p>
          <a:p>
            <a:pPr algn="l">
              <a:spcAft>
                <a:spcPts val="1000"/>
              </a:spcAft>
            </a:pPr>
            <a:r>
              <a:rPr sz="1400" b="0">
                <a:solidFill>
                  <a:srgbClr val="D5DBDB"/>
                </a:solidFill>
                <a:latin typeface="Calibri"/>
              </a:rPr>
              <a:t>   Detects skewed partitions by request heat and splits them without downtime, migrating the hottest key ranges first. Heat is measured per key range over sliding windows, and the splitter moves just en…</a:t>
            </a:r>
          </a:p>
          <a:p>
            <a:pPr algn="l">
              <a:spcAft>
                <a:spcPts val="200"/>
              </a:spcAft>
            </a:pPr>
            <a:r>
              <a:rPr sz="1700" b="1">
                <a:solidFill>
                  <a:srgbClr val="FFFFFF"/>
                </a:solidFill>
                <a:latin typeface="Calibri"/>
              </a:rPr>
              <a:t>4. Query-Driven Column Reordering  [JAH-AIR-000004]</a:t>
            </a:r>
          </a:p>
          <a:p>
            <a:pPr algn="l">
              <a:spcAft>
                <a:spcPts val="1000"/>
              </a:spcAft>
            </a:pPr>
            <a:r>
              <a:rPr sz="1400" b="0">
                <a:solidFill>
                  <a:srgbClr val="D5DBDB"/>
                </a:solidFill>
                <a:latin typeface="Calibri"/>
              </a:rPr>
              <a:t>   Reorders columns in wide tables so the most-filtered columns sit first for better zone-map pruning. The analyzer mines the query log for predicate frequency, then rewrites the table layout so scans s…</a:t>
            </a:r>
          </a:p>
          <a:p>
            <a:pPr algn="l">
              <a:spcAft>
                <a:spcPts val="200"/>
              </a:spcAft>
            </a:pPr>
            <a:r>
              <a:rPr sz="1700" b="1">
                <a:solidFill>
                  <a:srgbClr val="FFFFFF"/>
                </a:solidFill>
                <a:latin typeface="Calibri"/>
              </a:rPr>
              <a:t>5. Bitmap vs B-Tree Auto-Switching  [JAH-AIR-000005]</a:t>
            </a:r>
          </a:p>
          <a:p>
            <a:pPr algn="l">
              <a:spcAft>
                <a:spcPts val="1000"/>
              </a:spcAft>
            </a:pPr>
            <a:r>
              <a:rPr sz="1400" b="0">
                <a:solidFill>
                  <a:srgbClr val="D5DBDB"/>
                </a:solidFill>
                <a:latin typeface="Calibri"/>
              </a:rPr>
              <a:t>   Converts low-cardinality indexes between bitmap and B-tree forms based on observed selectivity and update rates. Bitmaps win for read-heavy low-cardinality predicates; B-trees win when updates are fr…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index reshaping technique</a:t>
            </a:r>
          </a:p>
          <a:p>
            <a:pPr algn="l">
              <a:spcAft>
                <a:spcPts val="1000"/>
              </a:spcAft>
            </a:pPr>
            <a:r>
              <a:rPr sz="2000" b="0">
                <a:solidFill>
                  <a:srgbClr val="FFFFFF"/>
                </a:solidFill>
                <a:latin typeface="Calibri"/>
              </a:rPr>
              <a:t>ID prefix:  JAH-AIR-</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Autonomous Index Reshaping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Self-tuning index structures that reshape themselves as query patterns change.</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https://justinahiggins614-cmyk.github.io/jah-databases/db/autonomous-index-reshaping/</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https://justinahiggins614-cmyk.github.io/jah-databases-data-1/data/autonomous-index-reshaping/index.jsonl.gz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
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proof-carrying-answer-generator-signature/" TargetMode="External"/><Relationship Id="rId3" Type="http://schemas.openxmlformats.org/officeDocument/2006/relationships/hyperlink" Target="https://justinahiggins614-cmyk.github.io/jah-databases-data-1/data/apex-tool-proof-carrying-answer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Proof-Carrying Answer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Proof-Carrying Answer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Receipt Printer  [JAH-APX38S-000001]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receipt printer issues a receipt for every answer: what was asked, what was computed, what proves it. No receipt, no trust — the printer never runs out of paper.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Replay Theater  [JAH-APX38S-000002]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replay theater re-enacts computations on stage: every step performed live before the audience of verifiers. A computation that can't be re-enacted is a story, not a result.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Proof Vault  [JAH-APX38S-000003]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proof vault stores machine-checked proofs like bullion: each ingot stamped by the kernel, auditable forever. The vault's holdings back the system's claims.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Witness Protection  [JAH-APX38S-000004]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witness protection guards answer witnesses: witnesses are stored redundantly, checked periodically, and never exposed alone. A witness without protection is a rumor.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Counterexample Bounty  [JAH-APX38S-000005]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counterexample bounty pays for refutations: anyone who breaks a claimed verification collects. Bounties keep verifiers honest — the system bets on its own correctness.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Proof-Carrying Answer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answers accompanied by evidence, reproducible calculations, or machine-checkable proofs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https://justinahiggins614-cmyk.github.io/jah-databases/db/apex-tool-proof-carrying-answer-generator-signature/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https://justinahiggins614-cmyk.github.io/jah-databases-data-1/data/apex-tool-proof-carrying-answer-generator-signature/index.jsonl.gz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
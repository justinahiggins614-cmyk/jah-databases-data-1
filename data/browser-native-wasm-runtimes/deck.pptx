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browser-native-wasm-runtimes/" TargetMode="External"/><Relationship Id="rId3" Type="http://schemas.openxmlformats.org/officeDocument/2006/relationships/hyperlink" Target="https://justinahiggins614-cmyk.github.io/jah-databases-data-1/data/browser-native-wasm-runtimes/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Browser-Native WASM Runtimes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WebAssembly runtimes that run inside the browser or at the edge — engines, interfaces, and embedding facts for each.</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Browser-Native WASM Runtimes Database holds 15 wasm runtimes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WebAssembly runtimes that run inside the browser or at the edge — engines, interfaces, and embedding facts for each.</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 record compiled from openly published documentation, project sources, and standard references.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wasmtime  [JAH-BNW-000001]</a:t>
            </a:r>
          </a:p>
          <a:p>
            <a:pPr algn="l">
              <a:spcAft>
                <a:spcPts val="1000"/>
              </a:spcAft>
            </a:pPr>
            <a:r>
              <a:rPr sz="1400" b="0">
                <a:solidFill>
                  <a:srgbClr val="D5DBDB"/>
                </a:solidFill>
                <a:latin typeface="Calibri"/>
              </a:rPr>
              <a:t>   The Bytecode Alliance reference runtime; powers server-side WASM with a Cranelift compiler and component-model support. It is implemented in Rust, supports WASI 0.2 / component model, and is released…</a:t>
            </a:r>
          </a:p>
          <a:p>
            <a:pPr algn="l">
              <a:spcAft>
                <a:spcPts val="200"/>
              </a:spcAft>
            </a:pPr>
            <a:r>
              <a:rPr sz="1700" b="1">
                <a:solidFill>
                  <a:srgbClr val="FFFFFF"/>
                </a:solidFill>
                <a:latin typeface="Calibri"/>
              </a:rPr>
              <a:t>2. Wasmer  [JAH-BNW-000002]</a:t>
            </a:r>
          </a:p>
          <a:p>
            <a:pPr algn="l">
              <a:spcAft>
                <a:spcPts val="1000"/>
              </a:spcAft>
            </a:pPr>
            <a:r>
              <a:rPr sz="1400" b="0">
                <a:solidFill>
                  <a:srgbClr val="D5DBDB"/>
                </a:solidFill>
                <a:latin typeface="Calibri"/>
              </a:rPr>
              <a:t>   A universal runtime shipping a package manager (WAPM) and multiple compilers including Singlepass for fast startup. It is implemented in Rust, supports WASI 0.1/0.2, and is released under MIT.</a:t>
            </a:r>
          </a:p>
          <a:p>
            <a:pPr algn="l">
              <a:spcAft>
                <a:spcPts val="200"/>
              </a:spcAft>
            </a:pPr>
            <a:r>
              <a:rPr sz="1700" b="1">
                <a:solidFill>
                  <a:srgbClr val="FFFFFF"/>
                </a:solidFill>
                <a:latin typeface="Calibri"/>
              </a:rPr>
              <a:t>3. WAMR  [JAH-BNW-000003]</a:t>
            </a:r>
          </a:p>
          <a:p>
            <a:pPr algn="l">
              <a:spcAft>
                <a:spcPts val="1000"/>
              </a:spcAft>
            </a:pPr>
            <a:r>
              <a:rPr sz="1400" b="0">
                <a:solidFill>
                  <a:srgbClr val="D5DBDB"/>
                </a:solidFill>
                <a:latin typeface="Calibri"/>
              </a:rPr>
              <a:t>   The WebAssembly Micro Runtime targets tiny devices with an interpreter plus AOT modes that fit in kilobytes of RAM. It is implemented in C, supports WASI, and is released under Apache-2.0.</a:t>
            </a:r>
          </a:p>
          <a:p>
            <a:pPr algn="l">
              <a:spcAft>
                <a:spcPts val="200"/>
              </a:spcAft>
            </a:pPr>
            <a:r>
              <a:rPr sz="1700" b="1">
                <a:solidFill>
                  <a:srgbClr val="FFFFFF"/>
                </a:solidFill>
                <a:latin typeface="Calibri"/>
              </a:rPr>
              <a:t>4. WasmEdge  [JAH-BNW-000004]</a:t>
            </a:r>
          </a:p>
          <a:p>
            <a:pPr algn="l">
              <a:spcAft>
                <a:spcPts val="1000"/>
              </a:spcAft>
            </a:pPr>
            <a:r>
              <a:rPr sz="1400" b="0">
                <a:solidFill>
                  <a:srgbClr val="D5DBDB"/>
                </a:solidFill>
                <a:latin typeface="Calibri"/>
              </a:rPr>
              <a:t>   A CNCF sandbox project tuned for edge and serverless with TensorFlow and image extensions for AI workloads. It is implemented in C++, supports WASI 0.1/0.2, and is released under Apache-2.0.</a:t>
            </a:r>
          </a:p>
          <a:p>
            <a:pPr algn="l">
              <a:spcAft>
                <a:spcPts val="200"/>
              </a:spcAft>
            </a:pPr>
            <a:r>
              <a:rPr sz="1700" b="1">
                <a:solidFill>
                  <a:srgbClr val="FFFFFF"/>
                </a:solidFill>
                <a:latin typeface="Calibri"/>
              </a:rPr>
              <a:t>5. V8  [JAH-BNW-000005]</a:t>
            </a:r>
          </a:p>
          <a:p>
            <a:pPr algn="l">
              <a:spcAft>
                <a:spcPts val="1000"/>
              </a:spcAft>
            </a:pPr>
            <a:r>
              <a:rPr sz="1400" b="0">
                <a:solidFill>
                  <a:srgbClr val="D5DBDB"/>
                </a:solidFill>
                <a:latin typeface="Calibri"/>
              </a:rPr>
              <a:t>   Chrome and Node ship V8 with Liftoff (fast baseline) and TurboFan (optimizing) tiers compiling WASM at near-native speed. It is implemented in C++, supports n/a (browser + Node experimental), and 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wasm runtime</a:t>
            </a:r>
          </a:p>
          <a:p>
            <a:pPr algn="l">
              <a:spcAft>
                <a:spcPts val="1000"/>
              </a:spcAft>
            </a:pPr>
            <a:r>
              <a:rPr sz="2000" b="0">
                <a:solidFill>
                  <a:srgbClr val="FFFFFF"/>
                </a:solidFill>
                <a:latin typeface="Calibri"/>
              </a:rPr>
              <a:t>ID prefix:  JAH-BNW-</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JAH WASM Runtime Librarian</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WebAssembly runtimes that run inside the browser or at the edge — engines, interfaces, and embedding facts for each.</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https://justinahiggins614-cmyk.github.io/jah-databases/db/browser-native-wasm-runtimes/</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https://justinahiggins614-cmyk.github.io/jah-databases-data-1/data/browser-native-wasm-runtimes/index.jsonl.gz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
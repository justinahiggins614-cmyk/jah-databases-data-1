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functional-correctness-annotations-signature/" TargetMode="External"/><Relationship Id="rId3" Type="http://schemas.openxmlformats.org/officeDocument/2006/relationships/hyperlink" Target="https://justinahiggins614-cmyk.github.io/jah-databases-data-1/data/functional-correctness-annotation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Functional Correctness Annotations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Saying what code does: annotations that state and check functional correctness.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Functional Correctness Annotations Database holds 15 functional correctness annotations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Saying what code does: annotations that state and check functional correctness.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Annotation Debt Tracking  [JAH-FUNCTI-S-000001]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unannotated public functions are tracked as annotation debt with a risk score — the more callers and the more critical the function, the higher the debt. Teams pay down the highest…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Loop invariants  [JAH-FUNCTI-S-000002]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Loop invariants state what stays true each iteration — the key to proving loops correct. A binary search loop maintains 'key in a[lo..hi] or absent'; the verifier checks the invari…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Annotation Debt Tracking  [JAH-FUNCTI-S-000003]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unannotated public functions are tracked as annotation debt with a risk score — the more callers and the more critical the function, the higher the debt. Teams pay down the highest…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Loop invariants  [JAH-FUNCTI-S-000004]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Loop invariants state what stays true each iteration — the key to proving loops correct. A binary search loop maintains 'key in a[lo..hi] or absent'; the verifier checks the invari…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Specification inheritance  [JAH-FUNCTI-S-000005]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Subclasses must honor their parents' contracts: preconditions can only weaken, postconditions only strengthen (behavioral subtyping, Liskov). Spec inheritance is checked mechanical…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functional correctness annotation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JAH-FUNCTI-S-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Correctness Annotation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Saying what code does: annotations that state and check functional correctness.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https://justinahiggins614-cmyk.github.io/jah-databases/db/functional-correctness-annotations-signature/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https://justinahiggins614-cmyk.github.io/jah-databases-data-1/data/functional-correctness-annotations-signature/index.jsonl.gz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
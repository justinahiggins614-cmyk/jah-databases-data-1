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snapshot-lifecycle-policies/" TargetMode="External"/><Relationship Id="rId3" Type="http://schemas.openxmlformats.org/officeDocument/2006/relationships/hyperlink" Target="https://justinahiggins614-cmyk.github.io/jah-databases-data-1/data/automated-snapshot-lifecycle-polici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Snapshot Lifecycle Policies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Snapshots that manage themselves — retention policies, schedules, and pruning engines for every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Snapshot Lifecycle Policies Database holds 15 snapshot lifecycle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Snapshots that manage themselves — retention policies, schedules, and pruning engines for every platform.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AWS DLM  [JAH-ASL-000001]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 Lifecycle Manager automates EBS snapshot creation and deletion by tags and age. Policy: tag-based schedules. Retention: count or age based. Trigger: cron schedule.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ZFS + sanoid  [JAH-ASL-000002]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sanoid takes and prunes ZFS snapshots with grandfather-father-son style policies. Policy: hourly/daily/monthly tiers. Retention: configurable per tier. Trigger: cron.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Btrfs + snapper  [JAH-ASL-000003]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snapper manages Btrfs subvolume snapshots with timeline and number cleanup. Policy: timeline + number limits. Retention: keep N hourly/daily. Trigger: cron / apt hooks.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LVM thin snapshots  [JAH-ASL-000004]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Thin provisioning makes LVM snapshots cheap; scripts prune by age. Policy: scripted pruning. Retention: age-based. Trigger: cron.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GCP scheduled snapshots  [JAH-ASL-000005]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 Engine snapshot schedules with retention and guest-flush options. Policy: schedule + retention. Retention: max retention days. Trigger: schedule.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snapshot lifecycle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Snapshot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Snapshots that manage themselves — retention policies, schedules, and pruning engines for every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https://justinahiggins614-cmyk.github.io/jah-databases/db/automated-snapshot-lifecycle-policies/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https://justinahiggins614-cmyk.github.io/jah-databases-data-1/data/automated-snapshot-lifecycle-policies/index.jsonl.gz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
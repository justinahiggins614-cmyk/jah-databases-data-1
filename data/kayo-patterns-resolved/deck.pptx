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kayo-patterns-resolved/" TargetMode="External"/><Relationship Id="rId3" Type="http://schemas.openxmlformats.org/officeDocument/2006/relationships/hyperlink" Target="https://justinahiggins614-cmyk.github.io/jah-databases-data-1/data/kayo-patterns-resolved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Kayo Patterns Resolved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Kayo patterns defined and resolved: ambiguity motifs knocked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Kayo Patterns Resolved Database holds 15 kayo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Kayo patterns defined and resolved: ambiguity motifs knocked out.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reference: standard data-quality and record-linkage literature;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a Kayo Pattern Is  [JAH-KAYO-000001]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kayo pattern — the term used throughout this database — is a repeating motif in data or design that creates ambiguity, and whose resolution 'knocks out' the ambiguity the way a knockout ends a bout…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Delimiter Collision  [JAH-KAYO-000002]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Delimiter collision is the kayo pattern where the separator character also appears inside field values — commas inside CSV addresses, pipes inside piped logs. The resolution rule is quoting with an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Homograph Collision  [JAH-KAYO-000003]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Homograph collision is the kayo pattern where two different entities share one written form — 'Springfield' the city versus thirty other Springfields, 'Apple' the fruit versus the company. The resolu…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Unit Ambiguity  [JAH-KAYO-000004]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Unit ambiguity is the kayo pattern where a bare number hides its unit — is '12' inches or centimeters, pounds or kilos? The 1999 Mars Climate Orbiter loss (pound-seconds vs newton-seconds) is the fam…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Date-Format Ambiguity  [JAH-KAYO-000005]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Date-format ambiguity is the kayo pattern where 03/04/05 means March 4 or April 3, 2005 or 1905, depending on locale. The resolution rule is ISO 8601 (YYYY-MM-DD) for all storage and interchange, wit…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kayo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JAH-KAYO-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Kayo Pattern Resolver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Kayo patterns defined and resolved: ambiguity motifs knocked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https://justinahiggins614-cmyk.github.io/jah-databases/db/kayo-patterns-resolved/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https://justinahiggins614-cmyk.github.io/jah-databases-data-1/data/kayo-patterns-resolved/index.jsonl.gz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
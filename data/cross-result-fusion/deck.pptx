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ross-result-fusion/" TargetMode="External"/><Relationship Id="rId3" Type="http://schemas.openxmlformats.org/officeDocument/2006/relationships/hyperlink" Target="https://justinahiggins614-cmyk.github.io/jah-databases-data-1/data/cross-result-fus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Cross-Database Result Fusion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Methods that merge results from many databases into one ranked answer — fusion, normalization, and conflict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Cross-Database Result Fusion Database holds 20 result fusion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Methods that merge results from many databases into one ranked answer — fusion, normalization, and conflict rules.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records organized in the Signature system —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Reciprocal rank fusion for web search  [JAH-CRF-000001]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Three search backends return different rankings. Reciprocal rank fusion merges them without needing comparable scores, and it beat every single backend on the test set.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Z-score normalization for heterogeneous scores  [JAH-CRF-000002]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Two engines return scores on different scales. Z-score normalization per engine makes them comparable before the merge.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Majority voting for fact checking  [JAH-CRF-000003]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Five knowledge sources vote on each claim. Claims with 4+ votes are accepted; 2-3 go to human review.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Weighted merge for product search  [JAH-CRF-000004]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Text relevance, sales velocity, and margin each score products. Weights reflect business priority: relevance 0.5, velocity 0.3, margin 0.2.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Dedupe for news aggregation  [JAH-CRF-000005]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same story arrives from 20 outlets. Near-duplicate detection clusters them; the cluster shows once with source count.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result fusion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JAH-CRF-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Result Fusion Engineer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Methods that merge results from many databases into one ranked answer — fusion, normalization, and conflict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https://justinahiggins614-cmyk.github.io/jah-databases/db/cross-result-fusion/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https://justinahiggins614-cmyk.github.io/jah-databases-data-1/data/cross-result-fusion/index.jsonl.gz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
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ntity-identity-graph/" TargetMode="External"/><Relationship Id="rId3" Type="http://schemas.openxmlformats.org/officeDocument/2006/relationships/hyperlink" Target="https://justinahiggins614-cmyk.github.io/jah-databases-data-1/data/archive-toolkit-entity-identity-grap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Entity Identity Graph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every representation of the same entity across archives.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Entity Identity Graph Database holds 15 identity graph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every representation of the same entity across archives.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Entity Identity Graph: a plain-language overview  [JAH-ATK187-000001]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Entity Identity Graph does and why archives need it. An entity identity graph answers 'are these all the same person?' It draws a node for every name, ID, or mention, connects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Entity Identity Graph works  [JAH-ATK187-000002]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Entity Identity Graph does and why archives need it. Real identity graphs create nodes for mentions (names, emails, IDs, handles), add edges from alias evidence (same email, fuzzy…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Entity Identity Graph works: the deep tour  [JAH-ATK187-000003]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Entity Identity Graph does and why archives need it. Real identity graphs create nodes for mentions (names, emails, IDs, handles), add edges from alias evidence (same email, fuzzy…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Alias-edge graph construction: the simple idea  [JAH-ATK187-000004]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alias-edge graph construction - how it works inside the Entity Identity Graph. An entity identity graph answers 'are these all the same person?' It draws a node for every name, ID, or 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Alias-edge graph construction in practice  [JAH-ATK187-000005]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alias-edge graph construction - how it works inside the Entity Identity Graph. Real identity graphs create nodes for mentions (names, emails, IDs, handles), add edges from alias evidence…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identity graph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Identity Weaver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every representation of the same entity across archives.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https://justinahiggins614-cmyk.github.io/jah-databases/db/archive-toolkit-entity-identity-graph/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https://justinahiggins614-cmyk.github.io/jah-databases-data-1/data/archive-toolkit-entity-identity-graph/index.jsonl.gz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
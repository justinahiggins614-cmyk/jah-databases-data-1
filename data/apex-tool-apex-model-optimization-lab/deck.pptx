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pex-model-optimization-lab/" TargetMode="External"/><Relationship Id="rId3" Type="http://schemas.openxmlformats.org/officeDocument/2006/relationships/hyperlink" Target="https://justinahiggins614-cmyk.github.io/jah-databases-data-1/data/apex-tool-apex-model-optimization-lab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Apex Model Optimization Lab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Benchmarks quantization, compression, caching, and inference strategies against quality and resource constraints.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Apex Model Optimization Lab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Benchmarks quantization, compression, caching, and inference strategies against quality and resource constraints.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knowledge: standard engineering practice documented in open technical literature; facts cross-checked against the executed demo program. Compiled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Inference Baseline Profiler  [JAH-APX57-000001]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Measures the unoptimized model's latency, throughput, and memory first — every optimization must beat this measured baseline.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FP16 Conversion Bench  [JAH-APX57-000002]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Tests half-precision inference: nearly free speedup on supported hardware, with quality measured rather than assumed.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INT8 Quantization Bench  [JAH-APX57-000003]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Benchmarks 8-bit weight quantization: 4x smaller weights, with accuracy measured on calibration tasks before acceptance.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INT4 Extreme Quantization  [JAH-APX57-000004]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Pushes to 4-bit weights for the smallest footprint, carefully measuring where quality falls off a cliff.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Pruning Impact Analyzer  [JAH-APX57-000005]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Removes low-importance weights and measures the sparsity-vs-quality curve, so pruning is a measured trade, not hope.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JAH-APX57-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Apex Model Optimization Lab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Benchmarks quantization, compression, caching, and inference strategies against quality and resource constraints.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https://justinahiggins614-cmyk.github.io/jah-databases/db/apex-tool-apex-model-optimization-lab/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https://justinahiggins614-cmyk.github.io/jah-databases-data-1/data/apex-tool-apex-model-optimization-lab/index.jsonl.gz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
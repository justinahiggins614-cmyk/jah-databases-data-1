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orse-code/" TargetMode="External"/><Relationship Id="rId3" Type="http://schemas.openxmlformats.org/officeDocument/2006/relationships/hyperlink" Target="https://justinahiggins614-cmyk.github.io/jah-databases-data-1/data/names-morse-cod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Morse Code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Morse-code name identifiers, callsigns and prosigns — SOS, CQ, 73, and the name-language of the airwaves.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Morse Code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Morse-code name identifiers, callsigns and prosigns — SOS, CQ, 73, and the name-language of the airwaves.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SOS — Morse Code given name  [JAH-NMMC2-000001]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SOS is a Morse-code identifier name. It means "save our souls (by folk reading)", from Morse ...---.... The international distress call: three dots, three dashes, three dots.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CQ — Morse Code given name  [JAH-NMMC2-000002]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CQ is a Morse-code identifier name. It means "seek you", from Morse -.-. --.-. The general call to all stations: calling anyone who hears.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73 — Morse Code given name  [JAH-NMMC2-000003]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73 is a Morse-code identifier name. It means "best regards", from Morse shorthand. The warm sign-off between operators: best regards.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88 — Morse Code given name  [JAH-NMMC2-000004]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88 is a Morse-code identifier name. It means "love and kisses", from Morse shorthand. The affectionate sign-off of Morse operators.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OM — Morse Code given name  [JAH-NMMC2-000005]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OM is a Morse-code identifier name. It means "old man", from Morse abbreviation. The friendly term for a fellow male operator.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JAH-NMMC2-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Morse Code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Morse-code name identifiers, callsigns and prosigns — SOS, CQ, 73, and the name-language of the airwaves.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https://justinahiggins614-cmyk.github.io/jah-databases/db/names-morse-code/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https://justinahiggins614-cmyk.github.io/jah-databases-data-1/data/names-morse-code/index.jsonl.gz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
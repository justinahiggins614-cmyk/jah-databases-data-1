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recursive-code-evolution-laboratory/" TargetMode="External"/><Relationship Id="rId3" Type="http://schemas.openxmlformats.org/officeDocument/2006/relationships/hyperlink" Target="https://justinahiggins614-cmyk.github.io/jah-databases-data-1/data/apex-tool-recursive-code-evolution-laborato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Recursive Code Evolution Laboratory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Produces candidate improvements to existing programs and accepts them only after defined testing and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Recursive Code Evolution Laboratory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candidate improvements to existing programs and accepts them only after defined testing and review.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Koza, J. R. (1992). Genetic Programming. MIT Press.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Genetic Programming (Koza)  [JAH-APX43-000001]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Koza's genetic programming evolves programs: populations of code trees, fitness-tested, bred by crossover and mutation. The lab's oldest engine for code that writes itself.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Mutation Testing (DeMillo)  [JAH-APX43-000002]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DeMillo's mutation testing tests the tests: seed faults into code and check the suite kills them. Surviving mutants reveal weak tests.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Automated Program Repair (GenProg)  [JAH-APX43-000003]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Weimer's GenProg repairs bugs automatically: fault localization, patch generation by mutation, test validation. The lab's medic.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Fuzzing-Driven Evolution (AFL)  [JAH-APX43-000004]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American Fuzzy Lop evolves inputs to find bugs: coverage-guided mutation explores program paths. The lab's bloodhound.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Refactoring Engines (Fowler)  [JAH-APX43-000005]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Fowler's refactorings transform code behavior-preservingly: each step small, each step tested. Evolution's safe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Recursive Code Evolution Laboratory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candidate improvements to existing programs and accepts them only after defined testing and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https://justinahiggins614-cmyk.github.io/jah-databases/db/apex-tool-recursive-code-evolution-laboratory/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https://justinahiggins614-cmyk.github.io/jah-databases-data-1/data/apex-tool-recursive-code-evolution-laboratory/index.jsonl.gz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
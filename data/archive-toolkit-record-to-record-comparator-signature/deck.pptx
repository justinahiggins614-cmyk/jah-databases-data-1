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cord-to-record-comparator-signature/" TargetMode="External"/><Relationship Id="rId3" Type="http://schemas.openxmlformats.org/officeDocument/2006/relationships/hyperlink" Target="https://justinahiggins614-cmyk.github.io/jah-databases-data-1/data/archive-toolkit-record-to-record-compa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Record-to-Record Comparator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Shows exactly how two records differ, field by field.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Record-to-Record Comparator Database holds 15 comparison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Shows exactly how two records differ, field by field.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Record-to-Record Comparator: a plain-language overview (Signature)  [JAH-ATK181S-000001]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Record-to-Record Comparator does and why archives need it. Signature original. The Signature comparison method lays two records side by side and reports every dif…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Record-to-Record Comparator works (Signature)  [JAH-ATK181S-000002]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Record-to-Record Comparator does and why archives need it. Signature original. The Signature approach compares with a frozen field-weight table — the same record…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Record-to-Record Comparator works: the deep tour (Signature)  [JAH-ATK181S-000003]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Record-to-Record Comparator does and why archives need it. Signature original. The Signature approach compares with a frozen field-weight table — the same record…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Field-by-field diffing: the simple idea (Signature)  [JAH-ATK181S-000004]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field-by-field diffing - how it works inside the Record-to-Record Comparator. Signature original. The Signature comparison method lays two records side by side and repo…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Field-by-field diffing in practice (Signature)  [JAH-ATK181S-000005]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field-by-field diffing - how it works inside the Record-to-Record Comparator. Signature original. The Signature approach compares with a frozen field-weight table —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comparison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JAH-ATK181S-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Record Duelist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Shows exactly how two records differ, field by field.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https://justinahiggins614-cmyk.github.io/jah-databases/db/archive-toolkit-record-to-record-comparator-signature/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https://justinahiggins614-cmyk.github.io/jah-databases-data-1/data/archive-toolkit-record-to-record-comparator-signature/index.jsonl.gz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
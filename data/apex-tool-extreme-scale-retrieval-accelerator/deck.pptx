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extreme-scale-retrieval-accelerator/" TargetMode="External"/><Relationship Id="rId3" Type="http://schemas.openxmlformats.org/officeDocument/2006/relationships/hyperlink" Target="https://justinahiggins614-cmyk.github.io/jah-databases-data-1/data/apex-tool-extreme-scale-retrieval-accel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Extreme-Scale Retrieval Accelerator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distributed indexes, selective retrieval, parallel search, and caching.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Extreme-Scale Retrieval Accelerator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distributed indexes, selective retrieval, parallel search, and caching.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Shard Indexer  [JAH-APX68-000001]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per-shard inverted and vector indexes so no single machine holds the whole corpus.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Query Planner  [JAH-APX68-000002]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Breaks a query into shard sub-queries, pruning shards that cannot contribute.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Parallel Searcher  [JAH-APX68-000003]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Searches shards concurrently and merges, cutting latency to the slowest shard instead of the sum.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Result Merger  [JAH-APX68-000004]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Merges ranked shard results into one global ranking with score normalization.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Cache Tier  [JAH-APX68-000005]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Caches hot queries and postings, serving repeats without touching the index.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Extreme-Scale Retrieval Accelerator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distributed indexes, selective retrieval, parallel search, and caching.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https://justinahiggins614-cmyk.github.io/jah-databases/db/apex-tool-extreme-scale-retrieval-accelerator/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https://justinahiggins614-cmyk.github.io/jah-databases-data-1/data/apex-tool-extreme-scale-retrieval-accelerator/index.jsonl.gz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
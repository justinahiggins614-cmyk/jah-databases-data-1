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pi-pagination-navigator-signature/" TargetMode="External"/><Relationship Id="rId3" Type="http://schemas.openxmlformats.org/officeDocument/2006/relationships/hyperlink" Target="https://justinahiggins614-cmyk.github.io/jah-databases-data-1/data/archive-toolkit-api-pagination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API Pagination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API Pagination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Next-link following — API Pagination Navigator  [JAH-ATK126S-00001]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REST APIs expose next page URLs; navigators follow them until none remains. Link headers (RFC 5988) standardize the 'next' relation. Following links beats constructing URLs by 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Page-number iteration — API Pagination Navigator  [JAH-ATK126S-00002]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Some APIs take ?page=N; navigators increment until an empty page or total_pages. Empty-page termination handles unknown totals. Number iteration is simple but offset-fragile.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Cursor query params — API Pagination Navigator  [JAH-ATK126S-00003]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Cursor APIs take ?cursor=...; navigators feed each response's cursor into the next request. Cursors stay stable as data changes. Cursor params are the modern default.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Stopping conditions — API Pagination Navigator  [JAH-ATK126S-00004]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Navigators stop on: no next page, empty page, item-count target, time budget, or predicate match. Explicit conditions prevent infinite crawls. Every traversal needs a defined 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Loop detection — API Pagination Navigator  [JAH-ATK126S-00005]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Buggy APIs repeat cursors; navigators track seen tokens and abort on repeats. Loop detection turns hangs into errors. Seen-sets are cheap insurance. This record documents a Signa…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API Pagination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https://justinahiggins614-cmyk.github.io/jah-databases/db/archive-toolkit-api-pagination-navigator-signature/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https://justinahiggins614-cmyk.github.io/jah-databases-data-1/data/archive-toolkit-api-pagination-navigator-signature/index.jsonl.gz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
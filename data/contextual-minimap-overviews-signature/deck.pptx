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extual-minimap-overviews-signature/" TargetMode="External"/><Relationship Id="rId3" Type="http://schemas.openxmlformats.org/officeDocument/2006/relationships/hyperlink" Target="https://justinahiggins614-cmyk.github.io/jah-databases-data-1/data/contextual-minimap-overview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Contextual Minimap Overviews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a live miniature of the whole workspace in the corner — always oriented, always clickable.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Contextual Minimap Overviews Database holds 15 navigation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a live miniature of the whole workspace in the corner — always oriented, always clickable.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Viewport Frame  [JAH-CONTEX2-S-000001]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Viewport Frame is a navigation ability in the Signature Contextual Minimap Overviews database. Draws the current viewport as a frame on the minimap. The frame maps the viewport rectangle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Click to Jump  [JAH-CONTEX2-S-000002]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Click to Jump is a navigation ability in the Signature Contextual Minimap Overviews database. Jumps the main view to wherever the minimap is clicked. Click coordinates are scaled back to 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Node Density Dots  [JAH-CONTEX2-S-000003]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Node Density Dots is a navigation ability in the Signature Contextual Minimap Overviews database. Renders dense node regions as clustered dots instead of individual marks. Nodes are binned…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Collaborator Pings  [JAH-CONTEX2-S-000004]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Collaborator Pings is a navigation ability in the Signature Contextual Minimap Overviews database. Shows each collaborator as a colored ping on the minimap. Viewport centers stream per user…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Trail Playback  [JAH-CONTEX2-S-000005]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Trail Playback is a navigation ability in the Signature Contextual Minimap Overviews database. Leaves a fading trail of where the viewport has been. Viewport centers are recorded with times…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JAH-CONTEX2-S-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Contextual Minimap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a live miniature of the whole workspace in the corner — always oriented, always clickable.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https://justinahiggins614-cmyk.github.io/jah-databases/db/contextual-minimap-overviews-signature/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https://justinahiggins614-cmyk.github.io/jah-databases-data-1/data/contextual-minimap-overviews-signature/index.jsonl.gz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
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st-driven-macro-expansion-engines/" TargetMode="External"/><Relationship Id="rId3" Type="http://schemas.openxmlformats.org/officeDocument/2006/relationships/hyperlink" Target="https://justinahiggins614-cmyk.github.io/jah-databases-data-1/data/ast-driven-macro-expansion-engines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AST-Driven Macro Expansion Engines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Programs that write programs — macro systems and AST transformers across languages.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AST-Driven Macro Expansion Engines Database holds 15 macro expansion engines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Programs that write programs — macro systems and AST transformers across languages.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Public record compiled from openly published documentation, project sources, and standard references.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Rust macro_rules  [JAH-ADME-000001]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Declarative pattern-matching macros expanding at compile time, hygienic by default. Kind: declarative. Expands token trees. Example: macro_rules! vec {...}.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Rust procedural macros  [JAH-ADME-000002]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Full Rust programs transforming token streams; derive macros are the famous case. Kind: procedural. Expands token streams. Example: #[derive(Serialize)].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Lisp macros  [JAH-ADME-000003]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The original: code as data, macros as functions over syntax with quasiquote. Kind: code-as-data. Expands s-expressions. Example: (defmacro unless ...).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Elixir macros  [JAH-ADME-000004]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quote/unquote metaprogramming compiling to Erlang bytecode. Kind: AST quote. Expands quoted exprs. Example: defmacro unless ....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Template Haskell  [JAH-ADME-000005]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Haskell’s compile-time metaprogramming with typed splices. Kind: typed splices. Expands TH AST. Example: $(deriveJSON ...).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macro expansion engine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JAH-ADME-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Macro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Programs that write programs — macro systems and AST transformers across languages.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https://justinahiggins614-cmyk.github.io/jah-databases/db/ast-driven-macro-expansion-engines/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https://justinahiggins614-cmyk.github.io/jah-databases-data-1/data/ast-driven-macro-expansion-engines/index.jsonl.gz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
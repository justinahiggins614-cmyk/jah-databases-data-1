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ognitive-skill-graph-signature/" TargetMode="External"/><Relationship Id="rId3" Type="http://schemas.openxmlformats.org/officeDocument/2006/relationships/hyperlink" Target="https://justinahiggins614-cmyk.github.io/jah-databases-data-1/data/ai-cognitive-skill-grap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Cognitive Skill Graph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Graphs of AI skills: what depends on what, and how capabilities compose into competence.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Cognitive Skill Graph Database holds 20 skill graph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Graphs of AI skills: what depends on what, and how capabilities compose into competence.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Skill Cartographer  [JAH-AICOGN-S-000001]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signature cartographer of skills: every capability mapped, every dependency drawn. The map is the territory of competence. Learning gets navigated.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Prerequisite Gardener  [JAH-AICOGN-S-000002]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prerequisites by planting the true ones and weeding the false: the garden grows correct orderings. Order gets cultivated. Learning gets sequenced.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Composition Weaver  [JAH-AICOGN-S-000003]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weaves atomic skills into competences: the threads are the prereqs, the fabric the capability. The weave is strong. Competence gets woven.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Grounding Surveyor  [JAH-AICOGN-S-000004]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surveys skill grounding like land: every skill must touch task-earth. The survey prunes the floating. Graphs get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Evolution Chronicler  [JAH-AICOGN-S-000005]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chronicles the graph's evolution: every added skill a chapter. The chronicle tells the learning story. Growth gets narrated.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skill graph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JAH-AICOGN-S-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Cartographer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Graphs of AI skills: what depends on what, and how capabilities compose into competence.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https://justinahiggins614-cmyk.github.io/jah-databases/db/ai-cognitive-skill-graph-signature/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https://justinahiggins614-cmyk.github.io/jah-databases-data-1/data/ai-cognitive-skill-graph-signature/index.jsonl.gz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
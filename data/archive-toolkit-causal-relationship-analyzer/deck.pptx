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causal-relationship-analyzer/" TargetMode="External"/><Relationship Id="rId3" Type="http://schemas.openxmlformats.org/officeDocument/2006/relationships/hyperlink" Target="https://justinahiggins614-cmyk.github.io/jah-databases-data-1/data/archive-toolkit-causal-relationship-analy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Causal Relationship Analyzer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Separates real causes from correlations and guesses.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Causal Relationship Analyzer Database holds 15 causal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Separates real causes from correlations and guesses.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Causal Relationship Analyzer: a plain-language overview  [JAH-ATK169-000001]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Causal Relationship Analyzer does and why archives need it. A causal relationship analyzer reads claims about cause and effect and sorts them honestly: did the text prove a cause,…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Causal Relationship Analyzer works  [JAH-ATK169-000002]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Causal Relationship Analyzer does and why archives need it. Real analyzers classify causal language with cue lexicons — 'caused by', 'led to', 'resulted in' mark asserted causation…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Causal Relationship Analyzer works: the deep tour  [JAH-ATK169-000003]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Causal Relationship Analyzer does and why archives need it. Real analyzers classify causal language with cue lexicons — 'caused by', 'led to', 'resulted in' mark asserted causation…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Causal cue lexicon classification: the simple idea  [JAH-ATK169-000004]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causal cue lexicon classification - how it works inside the Causal Relationship Analyzer. A causal relationship analyzer reads claims about cause and effect and sorts them honestly: did…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Causal cue lexicon classification in practice  [JAH-ATK169-000005]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causal cue lexicon classification - how it works inside the Causal Relationship Analyzer. Real analyzers classify causal language with cue lexicons — 'caused by', 'led to', 'resulted in'…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causal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JAH-ATK169-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Cause Seeker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Separates real causes from correlations and guesses.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https://justinahiggins614-cmyk.github.io/jah-databases/db/archive-toolkit-causal-relationship-analyzer/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https://justinahiggins614-cmyk.github.io/jah-databases-data-1/data/archive-toolkit-causal-relationship-analyzer/index.jsonl.gz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
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point-in-time-recovery/" TargetMode="External"/><Relationship Id="rId3" Type="http://schemas.openxmlformats.org/officeDocument/2006/relationships/hyperlink" Target="https://justinahiggins614-cmyk.github.io/jah-databases-data-1/data/point-in-time-recovery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Point-in-Time Recovery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Restoring data to any exact moment: write-ahead logs, snapshots, incremental backups, and rehearsed restore drills.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Point-in-Time Recovery Database holds 15 recovery points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Restoring data to any exact moment: write-ahead logs, snapshots, incremental backups, and rehearsed restore drills.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technical knowledge compiled from standard references and documentation; verified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WAL Replay Restore  [JAH-POINTI-000001]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Replays the write-ahead log from a base backup forward to the target timestamp, reconstructing the exact database state at that moment. Because every change is logged before it is applied, replay 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Base Backup plus WAL  [JAH-POINTI-000002]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Combines a periodic full base backup with continuous WAL archiving, so recovery needs only the latest base plus the log tail. This is the workhorse of point-in-time recovery: base backups bound how 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Snapshot Chains  [JAH-POINTI-000003]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Takes copy-on-write snapshots that freeze the storage state instantly, then chains incremental snapshots that record only changed blocks. Any snapshot in the chain can be mounted directly, giving nea…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Log Shipping to Standby  [JAH-POINTI-000004]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Streams WAL segments to a standby server as they are written, keeping a warm replica seconds behind the primary. On primary failure the standby replays the final segments and promotes, giving both di…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Point-in-Time Target Selection  [JAH-POINTI-000005]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Lets operators pick any timestamp - or a named restore point like 'before the migration' - and rebuilds exactly that state. Named restore points are cheap markers in the log, so teams can label risky…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recovery point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JAH-POINTI-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Recovery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Restoring data to any exact moment: write-ahead logs, snapshots, incremental backups, and rehearsed restore drills.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https://justinahiggins614-cmyk.github.io/jah-databases/db/point-in-time-recovery/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https://justinahiggins614-cmyk.github.io/jah-databases-data-1/data/point-in-time-recovery/index.jsonl.gz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
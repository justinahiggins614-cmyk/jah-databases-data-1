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mpossible-problem-feasibility-analyzer-signature/" TargetMode="External"/><Relationship Id="rId3" Type="http://schemas.openxmlformats.org/officeDocument/2006/relationships/hyperlink" Target="https://justinahiggins614-cmyk.github.io/jah-databases-data-1/data/apex-tool-impossible-problem-feasibility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Impossible-Problem Feasibility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Impossible-Problem Feasibility Analyzer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Law-Book of No  [JAH-APX29S-000001]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law-book collects every 'no' physics and logic have ever said — conservation, thermodynamics, undecidability — as one searchable book. A proposal is checked against the whole book before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Envelope Stuffer  [JAH-APX29S-000002]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envelope stuffer tries to fit every proposal into its resource envelopes — mass, power, budget, time — and reports exactly where it bulges. A proposal that doesn't fit is returned with the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Readiness Ladder  [JAH-APX29S-000003]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readiness ladder has rungs the whole team can see: idea, math, bench demo, prototype, field trial, proven. A proposal climbs only on evidence, and the rung it's on is painted on every slide…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Fermi Flashlight  [JAH-APX29S-000004]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Fermi flashlight shines order-of-magnitude light into dark estimates: point it at any scary number and it decomposes the beam into factors you can argue with. Darkness — unexamined bigness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Unit Bloodhound  [JAH-APX29S-000005]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unit bloodhound sniffs every formula for unit crimes: adding meters to seconds, equating energy with power. It tracks the scent to the exact offending term and bays until it's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Impossible-Problem Feasibility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https://justinahiggins614-cmyk.github.io/jah-databases/db/apex-tool-impossible-problem-feasibility-analyzer-signature/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https://justinahiggins614-cmyk.github.io/jah-databases-data-1/data/apex-tool-impossible-problem-feasibility-analyzer-signature/index.jsonl.gz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
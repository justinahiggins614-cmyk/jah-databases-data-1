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olyglot-linking-frameworks-signature/" TargetMode="External"/><Relationship Id="rId3" Type="http://schemas.openxmlformats.org/officeDocument/2006/relationships/hyperlink" Target="https://justinahiggins614-cmyk.github.io/jah-databases-data-1/data/polyglot-linking-framework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Polyglot Linking Frameworks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Call across language boundaries — FFI, bindings generators, and polyglot runtimes.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Polyglot Linking Frameworks Database holds 15 polyglot linking frameworks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Call across language boundaries — FFI, bindings generators, and polyglot runtimes.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SigFFI-Core  [JAH-PLF-S-000001]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zero-cost FFI with compile-time signature checking. Bridges Sig &lt;-&gt; C via checked externs; call overhead: zero.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SigBind-Gen  [JAH-PLF-S-000002]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binding generator for 12 languages from one IDL. Bridges Sig -&gt; 12 langs via IDL codegen; call overhead: zero.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SigPoly-RT  [JAH-PLF-S-000003]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polyglot runtime sharing heaps across languages. Bridges Sig/JS/Python/Rust via shared heap; call overhead: near zero.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SigWasm-Bridge  [JAH-PLF-S-000004]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WASM-mediated calls with capability-checked imports. Bridges any &lt;-&gt; any via WASM via WIT interfaces; call overhead: low.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SigScript-Embed  [JAH-PLF-S-000005]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embeddable scripting with direct native callbacks. Bridges host &lt;-&gt; SigScript via direct callbacks; call overhead: near zero.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polyglot linking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JAH-PLF-S-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Polyglot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Call across language boundaries — FFI, bindings generators, and polyglot runtimes.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https://justinahiggins614-cmyk.github.io/jah-databases/db/polyglot-linking-frameworks-signature/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https://justinahiggins614-cmyk.github.io/jah-databases-data-1/data/polyglot-linking-frameworks-signature/index.jsonl.gz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
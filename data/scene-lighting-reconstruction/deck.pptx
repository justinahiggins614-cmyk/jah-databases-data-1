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ene-lighting-reconstruction/" TargetMode="External"/><Relationship Id="rId3" Type="http://schemas.openxmlformats.org/officeDocument/2006/relationships/hyperlink" Target="https://justinahiggins614-cmyk.github.io/jah-databases-data-1/data/scene-lighting-reconstr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Scene Lighting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Recovering the light — methods that reconstruct illumination from images.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Scene Lighting Reconstruction Database holds 20 lighting reconstruction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Recovering the light — methods that reconstruct illumination from images.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Light from sphere shading  [JAH-SCENEL-000001]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light direction is estimated from the shading of a diffuse sphere.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HDRI from chrome ball  [JAH-SCENEL-000002]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chrome ball in the scene captures the full environment map.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Shadow direction match  [JAH-SCENEL-000003]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Shadow directions across the image vote for the sun position.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Light probe capture  [JAH-SCENEL-000004]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light probe sequence captures incident illumination at a point.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Inverse rendering fit  [JAH-SCENEL-000005]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Lights and materials are jointly optimized to match the photo.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lighting reconstruction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JAH-SCENEL-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Lighting Reconstruction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Recovering the light — methods that reconstruct illumination from images.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https://justinahiggins614-cmyk.github.io/jah-databases/db/scene-lighting-reconstruction/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https://justinahiggins614-cmyk.github.io/jah-databases-data-1/data/scene-lighting-reconstruction/index.jsonl.gz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
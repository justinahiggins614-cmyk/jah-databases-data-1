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rol-flow-graph-cfg-extraction-signature/" TargetMode="External"/><Relationship Id="rId3" Type="http://schemas.openxmlformats.org/officeDocument/2006/relationships/hyperlink" Target="https://justinahiggins614-cmyk.github.io/jah-databases-data-1/data/control-flow-graph-cfg-extra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Control Flow Graph (CFG) Extraction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control-flow graphs from code — every path a program can take, mapped.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Control Flow Graph (CFG) Extraction Database holds 15 analysis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control-flow graphs from code — every path a program can take, mapped.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Basic Block Splitting  [JAH-CFG-S-000001]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Basic Block Splitting is a analysis ability in the Signature Control Flow Graph (CFG) Extraction database. Splits code into basic blocks — straight-line sequences. Leaders are found at jump…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Edge Construction  [JAH-CFG-S-000002]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Edge Construction is a analysis ability in the Signature Control Flow Graph (CFG) Extraction database. Connects blocks with edges for every possible jump. Jumps, branches, and fall-throughs…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Loop Detection  [JAH-CFG-S-000003]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Loop Detection is a analysis ability in the Signature Control Flow Graph (CFG) Extraction database. Finds loops as back edges in the graph. Depth-first search finds edges to ancestors; 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Branch Mapping  [JAH-CFG-S-000004]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Branch Mapping is a analysis ability in the Signature Control Flow Graph (CFG) Extraction database. Maps each branch condition to its true/false edges. Conditions attach to their branch nod…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Unreachable Code  [JAH-CFG-S-000005]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Unreachable Code is a analysis ability in the Signature Control Flow Graph (CFG) Extraction database. Finds blocks no path from entry can reach. Reachability from entry marks live blocks;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analysis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JAH-CFG-S-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Control Flow Graph Extraction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control-flow graphs from code — every path a program can take, mapped.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https://justinahiggins614-cmyk.github.io/jah-databases/db/control-flow-graph-cfg-extraction-signature/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https://justinahiggins614-cmyk.github.io/jah-databases-data-1/data/control-flow-graph-cfg-extraction-signature/index.jsonl.gz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
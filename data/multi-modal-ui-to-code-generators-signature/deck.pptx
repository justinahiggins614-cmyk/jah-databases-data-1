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modal-ui-to-code-generators-signature/" TargetMode="External"/><Relationship Id="rId3" Type="http://schemas.openxmlformats.org/officeDocument/2006/relationships/hyperlink" Target="https://justinahiggins614-cmyk.github.io/jah-databases-data-1/data/multi-modal-ui-to-code-genera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Multi-Modal UI-to-Code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Multi-Modal UI-to-Code Generators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Uncertainty-Annotated Screenshot Parsing  [JAH-MMU-S-000001]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parsed elements carry confidence scores, and low-confidence regions are flagged for human review instead of guessed. Guesses are never silent. Signature-labeled; an original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Intent-Preserving Layout Detection  [JAH-MMU-S-000002]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detection preserves the designer's evident intent - equal spacing stays equal - rather than snapping to the nearest generic grid. Intent is inferred and shown.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Similarity-Ranked Component Mapping  [JAH-MMU-S-000003]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candidate components rank by visual and behavioral similarity with the reasoning shown, so mismatches are caught in review. Reasoning is visible.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System-Merged Token Extraction  [JAH-MMU-S-000004]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extracted tokens merge with the existing design system - near-matches snap to system tokens - keeping one source of truth. Drift is prevented. Signature-labeled; an original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Constraint-Based Responsive Inference  [JAH-MMU-S-000005]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responsive behavior derives from declared constraints - 'these stay together' - rather than guessed breakpoints. Constraints are reviewable. Signature-labeled; an original JAH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JAH-MMU-S-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UI-to-Code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https://justinahiggins614-cmyk.github.io/jah-databases/db/multi-modal-ui-to-code-generators-signature/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https://justinahiggins614-cmyk.github.io/jah-databases-data-1/data/multi-modal-ui-to-code-generators-signature/index.jsonl.gz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
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workflow-genesis-engine/" TargetMode="External"/><Relationship Id="rId3" Type="http://schemas.openxmlformats.org/officeDocument/2006/relationships/hyperlink" Target="https://justinahiggins614-cmyk.github.io/jah-databases-data-1/data/apex-tool-universal-workflow-genesis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Workflow Genesis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Converts complex objectives into executable workflows with explicit dependencies, permissions, checkpoints,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Workflow Genesis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complex objectives into executable workflows with explicit dependencies, permissions, checkpoints, and validation.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Goal Decomposition  [JAH-APX58-000001]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Breaks a complex objective into ordered subtasks with explicit inputs and outputs, the first step from wish to plan.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Dependency Graph Builder  [JAH-APX58-000002]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the task DAG: which tasks need which others, so execution order is derived, not guessed.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Permission Pre-Checker  [JAH-APX58-000003]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Verifies every task's required permissions before execution starts, so workflows never die halfway on access denied.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Checkpoint Planner  [JAH-APX58-000004]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Decides where long workflows save resumable state, so a failure resumes from the last checkpoint instead of the start.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Resource Estimator  [JAH-APX58-000005]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Estimates time, compute, and cost per task before execution, so the workflow's budget is known up front.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Workflow Genesis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complex objectives into executable workflows with explicit dependencies, permissions, checkpoints,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https://justinahiggins614-cmyk.github.io/jah-databases/db/apex-tool-universal-workflow-genesis-engine/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https://justinahiggins614-cmyk.github.io/jah-databases-data-1/data/apex-tool-universal-workflow-genesis-engine/index.jsonl.gz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
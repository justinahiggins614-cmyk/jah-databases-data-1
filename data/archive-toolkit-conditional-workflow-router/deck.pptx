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ditional-workflow-router/" TargetMode="External"/><Relationship Id="rId3" Type="http://schemas.openxmlformats.org/officeDocument/2006/relationships/hyperlink" Target="https://justinahiggins614-cmyk.github.io/jah-databases-data-1/data/archive-toolkit-conditional-workflow-rou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Conditional Workflow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the next operation according to previous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Conditional Workflow Router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next operation according to previous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conditional workflow router;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Rule-based branching — Conditional Workflow Router  [JAH-ATK245-0001]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conditional workflow router makes pipelines smart: instead of a fixed chain, each step's outcome decides what runs next — success goes one way, a particular error goes another, a low-confidence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Decision tables — Conditional Workflow Router  [JAH-ATK245-0002]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conditional workflow router makes pipelines smart: instead of a fixed chain, each step's outcome decides what runs next — success goes one way, a particular error goes another, a low-confidence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Confidence-gated routes — Conditional Workflow Router  [JAH-ATK245-0003]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conditional workflow router makes pipelines smart: instead of a fixed chain, each step's outcome decides what runs next — success goes one way, a particular error goes another, a low-confidence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Error-class routing — Conditional Workflow Router  [JAH-ATK245-0004]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conditional workflow router makes pipelines smart: instead of a fixed chain, each step's outcome decides what runs next — success goes one way, a particular error goes another, a low-confidence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Loop constructs — Conditional Workflow Router  [JAH-ATK245-0005]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conditional workflow router makes pipelines smart: instead of a fixed chain, each step's outcome decides what runs next — success goes one way, a particular error goes another, a low-confidence 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Conditional Workflow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next operation according to previous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https://justinahiggins614-cmyk.github.io/jah-databases/db/archive-toolkit-conditional-workflow-router/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https://justinahiggins614-cmyk.github.io/jah-databases-data-1/data/archive-toolkit-conditional-workflow-router/index.jsonl.gz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
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technology-evolution-tracker-signature/" TargetMode="External"/><Relationship Id="rId3" Type="http://schemas.openxmlformats.org/officeDocument/2006/relationships/hyperlink" Target="https://justinahiggins614-cmyk.github.io/jah-databases-data-1/data/apex-tool-universal-technology-evolution-trac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Technology Evolution Tracker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Watches technology change — research, software, hardware, methods — and charts where it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Technology Evolution Tracker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Watches technology change — research, software, hardware, methods — and charts where it goes.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Casting the Net  [JAH-APX84S-000001]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milestone-net catches technology steps as they happen — papers, releases, benchmarks — dated and evidenced, nothing on rumor.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Sorting the Kinds  [JAH-APX84S-000002]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kind-sorter files every milestone: research, software, hardware, or methods — because each kind evolves by its own rules.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Truth Scales  [JAH-APX84S-000003]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Sources are weighed on the truth scales: delivered versus claimed, over years. Light sources sink; heavy ones hold.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Sieving Hype  [JAH-APX84S-000004]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hype sieve strains announcements, keeping the measured capability and discarding the adjectives.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Ruling the Deltas  [JAH-APX84S-000005]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delta ruler measures capability steps between milestones — the raw material of every rate and forecast.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Technology Evolution Tracker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Watches technology change — research, software, hardware, methods — and charts where it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https://justinahiggins614-cmyk.github.io/jah-databases/db/apex-tool-universal-technology-evolution-tracker-signature/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https://justinahiggins614-cmyk.github.io/jah-databases-data-1/data/apex-tool-universal-technology-evolution-tracker-signature/index.jsonl.gz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
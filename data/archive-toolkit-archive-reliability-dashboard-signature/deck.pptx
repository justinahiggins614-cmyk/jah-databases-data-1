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reliability-dashboard-signature/" TargetMode="External"/><Relationship Id="rId3" Type="http://schemas.openxmlformats.org/officeDocument/2006/relationships/hyperlink" Target="https://justinahiggins614-cmyk.github.io/jah-databases-data-1/data/archive-toolkit-archive-reliability-dashboard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Archive Reliability Dashboard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Archive Reliability Dashboard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Unified health rollup — Archive Reliability Dashboard (Signature)  [JAH-ATK240S-0001]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reliability dashboard is the single pane of glass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SLO compliance views — Archive Reliability Dashboard (Signature)  [JAH-ATK240S-0002]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reliability dashboard is the single pane of glass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Integrity status — Archive Reliability Dashboard (Signature)  [JAH-ATK240S-0003]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reliability dashboard is the single pane of glass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Incident timeline — Archive Reliability Dashboard (Signature)  [JAH-ATK240S-0004]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reliability dashboard is the single pane of glass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Recovery tracking — Archive Reliability Dashboard (Signature)  [JAH-ATK240S-0005]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archive reliability dashboard is the single pane of glass fo…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Reliability Dashboard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Reports availability, integrity, latency, failures, and recovery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https://justinahiggins614-cmyk.github.io/jah-databases/db/archive-toolkit-archive-reliability-dashboard-signature/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https://justinahiggins614-cmyk.github.io/jah-databases-data-1/data/archive-toolkit-archive-reliability-dashboard-signature/index.jsonl.gz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
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cord-lifecycle/" TargetMode="External"/><Relationship Id="rId3" Type="http://schemas.openxmlformats.org/officeDocument/2006/relationships/hyperlink" Target="https://justinahiggins614-cmyk.github.io/jah-databases-data-1/data/record-lifecycl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Record Lifecycle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life story of a record — stages from creation to purge, with entry, exit, and retention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Record Lifecycle Database holds 20 record lifecycle stages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life story of a record — stages from creation to purge, with entry, exit, and retention rules.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Create: record birth  [JAH-RECORD-000001]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are born with an ID, a timestamp, and a source. Creation validates the minimum viable fields and stamps provenance.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Validate: schema and rules  [JAH-RECORD-000002]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New records face schema validation and business rules. Failures quarantine with reasons; passes move 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Enrich: add computed fields  [JAH-RECORD-000003]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Valid records are enriched: geocoding, categorization, derived metrics. Enrichment is idempotent and re-runnable.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Publish: make it visible  [JAH-RECORD-000004]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Enriched records publish to the read models and search indexes. Publishing is the point of no casual return.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Archive: move to cold storage  [JAH-RECORD-000005]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Inactive records archive to cold storage with a manifest. They remain discoverable but cheap.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record lifecycle stage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JAH-RECORD-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Record Lifecycle Manager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life story of a record — stages from creation to purge, with entry, exit, and retention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https://justinahiggins614-cmyk.github.io/jah-databases/db/record-lifecycle/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https://justinahiggins614-cmyk.github.io/jah-databases-data-1/data/record-lifecycle/index.jsonl.gz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
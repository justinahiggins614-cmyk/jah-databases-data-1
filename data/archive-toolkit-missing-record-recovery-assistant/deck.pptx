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missing-record-recovery-assistant/" TargetMode="External"/><Relationship Id="rId3" Type="http://schemas.openxmlformats.org/officeDocument/2006/relationships/hyperlink" Target="https://justinahiggins614-cmyk.github.io/jah-databases-data-1/data/archive-toolkit-missing-record-recovery-assistant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Missing-Record Recovery Assistant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Searches alternative indexes, replicas, snapshots, and references when a record cannot be found.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Missing-Record Recovery Assistant Database holds 15 delivery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Searches alternative indexes, replicas, snapshots, and references when a record cannot be found.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Public-harvest: documents established, real-world methods for missing-record recovery assistant; fact-checked public knowledge.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Alternative index sweep — Missing-Record Recovery Assistant  [JAH-ATK219-0001]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missing-record recovery assistant is the archive's detective: when a lookup fails, it does not stop at 'not found' but searches alternative indexes, replicas, snapshots, caches, and citing refere…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Replica fan-out — Missing-Record Recovery Assistant  [JAH-ATK219-0002]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missing-record recovery assistant is the archive's detective: when a lookup fails, it does not stop at 'not found' but searches alternative indexes, replicas, snapshots, caches, and citing refere…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Snapshot time-travel — Missing-Record Recovery Assistant  [JAH-ATK219-0003]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missing-record recovery assistant is the archive's detective: when a lookup fails, it does not stop at 'not found' but searches alternative indexes, replicas, snapshots, caches, and citing refere…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Citation backtracking — Missing-Record Recovery Assistant  [JAH-ATK219-0004]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missing-record recovery assistant is the archive's detective: when a lookup fails, it does not stop at 'not found' but searches alternative indexes, replicas, snapshots, caches, and citing refere…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Identifier history lookup — Missing-Record Recovery Assistant  [JAH-ATK219-0005]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missing-record recovery assistant is the archive's detective: when a lookup fails, it does not stop at 'not found' but searches alternative indexes, replicas, snapshots, caches, and citing refere…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delivery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JAH-ATK219-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Missing-Record Recovery Assistant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Searches alternative indexes, replicas, snapshots, and references when a record cannot be found.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https://justinahiggins614-cmyk.github.io/jah-databases/db/archive-toolkit-missing-record-recovery-assistant/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https://justinahiggins614-cmyk.github.io/jah-databases-data-1/data/archive-toolkit-missing-record-recovery-assistant/index.jsonl.gz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
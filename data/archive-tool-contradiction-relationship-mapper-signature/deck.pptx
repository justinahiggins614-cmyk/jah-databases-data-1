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ntradiction-relationship-mapper-signature/" TargetMode="External"/><Relationship Id="rId3" Type="http://schemas.openxmlformats.org/officeDocument/2006/relationships/hyperlink" Target="https://justinahiggins614-cmyk.github.io/jah-databases-data-1/data/archive-tool-contradiction-relationship-mapp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Contradiction Relationship Mapper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records that disagree and links them for further examination.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Contradiction Relationship Mapper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records that disagree and links them for further examination.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Stance Comparison — Core Method  [JAH-AT48S-000001]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Mapping contradictions starts with stance: for each record's claims about a topic — supports, refutes, or neutral — extracted from its text. Two records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Stance Comparison — Compounded Pattern  [JAH-AT48S-000002]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Mapping contradictions starts with stance: for each record's claims about a topic — supports, refutes, or neutral — extracted from its text. Two records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Stance Comparison — Full-System Integration  [JAH-AT48S-000003]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Mapping contradictions starts with stance: for each record's claims about a topic — supports, refutes, or neutral — extracted from its text. Two records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Contradiction Graph Edges — Core Method  [JAH-AT48S-000004]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Each contradiction becomes an edge in a graph whose nodes are records and whose edges carry the disputed claim plus a severity. Severity weighs the claim's…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Contradiction Graph Edges — Compounded Pattern  [JAH-AT48S-000005]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Each contradiction becomes an edge in a graph whose nodes are records and whose edges carry the disputed claim plus a severity. Severity weighs the claim's…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Contradiction Mapper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records that disagree and links them for further examination.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https://justinahiggins614-cmyk.github.io/jah-databases/db/archive-tool-contradiction-relationship-mapper-signature/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https://justinahiggins614-cmyk.github.io/jah-databases-data-1/data/archive-tool-contradiction-relationship-mapper-signature/index.jsonl.gz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
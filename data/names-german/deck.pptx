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german/" TargetMode="External"/><Relationship Id="rId3" Type="http://schemas.openxmlformats.org/officeDocument/2006/relationships/hyperlink" Target="https://justinahiggins614-cmyk.github.io/jah-databases-data-1/data/names-germ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German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German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German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German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Hans - German masculine given name  [JAH-NMG-000001]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Hans is a masculine given name in German. Meaning: Short of Johannes, 'God is gracious'..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Friedrich - German masculine given name  [JAH-NMG-000002]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Friedrich is a masculine given name in German. Meaning: Peaceful ruler. From Germanic fridu + rik.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Greta - German feminine given name  [JAH-NMG-000003]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Greta is a feminine given name in German. Meaning: Pearl. Short of Margarete.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Otto - German masculine given name  [JAH-NMG-000004]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Otto is a masculine given name in German. Meaning: Wealth. From Germanic od, 'riches'.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Lena - German feminine given name  [JAH-NMG-000005]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Lena is a feminine given name in German. Meaning: Short of Helena or Magdalena..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German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German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https://justinahiggins614-cmyk.github.io/jah-databases/db/names-german/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https://justinahiggins614-cmyk.github.io/jah-databases-data-1/data/names-german/index.jsonl.gz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
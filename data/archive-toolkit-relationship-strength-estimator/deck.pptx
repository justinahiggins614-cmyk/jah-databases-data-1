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lationship-strength-estimator/" TargetMode="External"/><Relationship Id="rId3" Type="http://schemas.openxmlformats.org/officeDocument/2006/relationships/hyperlink" Target="https://justinahiggins614-cmyk.github.io/jah-databases-data-1/data/archive-toolkit-relationship-strength-estim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Relationship Strength Estimator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Scores how strong a connection is, with explicit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Relationship Strength Estimator Database holds 15 relationship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Scores how strong a connection is, with explicit criteria.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Relationship Strength Estimator: a plain-language overview  [JAH-ATK197-000001]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Relationship Strength Estimator does and why archives need it. A relationship strength estimator scores connections: is this link between two records strong or weak, and why? It 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Relationship Strength Estimator works  [JAH-ATK197-000002]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Relationship Strength Estimator does and why archives need it. Real estimators score relationships on explicit criteria: co-occurrence frequency, recency, specificity (a rare share…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Relationship Strength Estimator works: the deep tour  [JAH-ATK197-000003]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Relationship Strength Estimator does and why archives need it. Real estimators score relationships on explicit criteria: co-occurrence frequency, recency, specificity (a rare share…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Weighted multi-criteria scoring: the simple idea  [JAH-ATK197-000004]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weighted multi-criteria scoring - how it works inside the Relationship Strength Estimator. A relationship strength estimator scores connections: is this link between two records strong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Weighted multi-criteria scoring in practice  [JAH-ATK197-000005]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weighted multi-criteria scoring - how it works inside the Relationship Strength Estimator. Real estimators score relationships on explicit criteria: co-occurrence frequency, recency, spe…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relationship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Bond Estimator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Scores how strong a connection is, with explicit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https://justinahiggins614-cmyk.github.io/jah-databases/db/archive-toolkit-relationship-strength-estimator/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https://justinahiggins614-cmyk.github.io/jah-databases-data-1/data/archive-toolkit-relationship-strength-estimator/index.jsonl.gz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
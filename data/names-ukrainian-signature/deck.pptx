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ukrainian-signature/" TargetMode="External"/><Relationship Id="rId3" Type="http://schemas.openxmlformats.org/officeDocument/2006/relationships/hyperlink" Target="https://justinahiggins614-cmyk.github.io/jah-databases-data-1/data/names-ukrain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Ukrainian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Ukrainian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Ukrainian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Ukrainian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Ivan - sound, structure, and naming power  [JAH-NMUS2-000001]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Ukrainian masculine name Ivan. Sound: 2 syllables, firm consonant close. Structure: The Ukrainian form of John.. Recorded meaning: God is gracious. Naming power: the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Olena - sound, structure, and naming power  [JAH-NMUS2-000002]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Ukrainian feminine name Olena. Sound: 3 syllables, open vowels. Structure: The Ukrainian form of Helen.. Recorded meaning: Light. Naming power: the name is short, sayabl…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Taras - sound, structure, and naming power  [JAH-NMUS2-000003]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Ukrainian masculine name Taras. Sound: 2 syllables, firm consonant close. Structure: A traditional name of this language.. Recorded meaning: The poet Shevchenko's name;…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Bohdan - sound, structure, and naming power  [JAH-NMUS2-000004]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Ukrainian masculine name Bohdan. Sound: 2 syllables, firm consonant close. Structure: Boh (God) + dan (given).. Recorded meaning: Given by God.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Ukrainian naming framework  [JAH-NMUS2-000005]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Ukrainian names. Forging a new Signature name runs in four passes: sound (two to four syllables that read aloud cleanly), meaning (one plain-language gloss, never a 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JAH-NMUS2-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Ukrainian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Ukrainian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https://justinahiggins614-cmyk.github.io/jah-databases/db/names-ukrainian-signature/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https://justinahiggins614-cmyk.github.io/jah-databases-data-1/data/names-ukrainian-signature/index.jsonl.gz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
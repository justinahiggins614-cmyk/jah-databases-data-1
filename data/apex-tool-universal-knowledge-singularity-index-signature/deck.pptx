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knowledge-singularity-index-signature/" TargetMode="External"/><Relationship Id="rId3" Type="http://schemas.openxmlformats.org/officeDocument/2006/relationships/hyperlink" Target="https://justinahiggins614-cmyk.github.io/jah-databases-data-1/data/apex-tool-universal-knowledge-singularity-index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Knowledge Singularity Index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One unified discovery layer over many specialized indexes — without requiring all the information to live in one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Knowledge Singularity Index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unified discovery layer over many specialized indexes — without requiring all the information to live in one place.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Singularity Index is  [JAH-APX4S-000001]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introduces Index Cartography: each participatin…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Index coverage map data model  [JAH-APX4S-000002]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introduces Index Cartography: each participating index publishes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Index selection algorithm  [JAH-APX4S-000003]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introduces Index Cartography: each participating index publishes a signed coverage map describing what…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Cross-index query translation algorithm  [JAH-APX4S-000004]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introduces Index Cartography: each participating index publishes a signed coverage map describing what…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Unified discovery interface specification  [JAH-APX4S-000005]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introduces Index Cartography: each participating index publishes a signed coverage map describing what it holds 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Knowledge Singularity Index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unified discovery layer over many specialized indexes — without requiring all the information to live in one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https://justinahiggins614-cmyk.github.io/jah-databases/db/apex-tool-universal-knowledge-singularity-index-signature/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https://justinahiggins614-cmyk.github.io/jah-databases-data-1/data/apex-tool-universal-knowledge-singularity-index-signature/index.jsonl.gz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
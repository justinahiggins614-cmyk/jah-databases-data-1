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prompt-chaining-workflows/" TargetMode="External"/><Relationship Id="rId3" Type="http://schemas.openxmlformats.org/officeDocument/2006/relationships/hyperlink" Target="https://justinahiggins614-cmyk.github.io/jah-databases-data-1/data/interactive-prompt-chaining-workflow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Interactive Prompt Chaining Workflows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Interactive Prompt Chaining Workflows Database holds 15 prompt chain workflows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Sequential prompt chains  [JAH-IPC-000001]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basic chain: the output of prompt 1 becomes the input of prompt 2, step by step (outline -&gt; draft -&gt; revise -&gt; polish). Each link is a small, testable prompt with a clear contract, so failures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Human-in-the-loop checkpoints  [JAH-IPC-000002]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consequential chains, the workflow pauses at checkpoints and waits for a human to approve, edit, or reject the intermediate output before continuing. The chain becomes a collaboration: the model…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Sequential prompt chains  [JAH-IPC-000003]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basic chain: the output of prompt 1 becomes the input of prompt 2, step by step (outline -&gt; draft -&gt; revise -&gt; polish). Each link is a small, testable prompt with a clear contract, so failures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Human-in-the-loop checkpoints  [JAH-IPC-000004]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consequential chains, the workflow pauses at checkpoints and waits for a human to approve, edit, or reject the intermediate output before continuing. The chain becomes a collaboration: the model…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Conditional retry with fallback prompts  [JAH-IPC-000005]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a link's output fails validation, the chain doesn't crash — it retries with a fallback prompt (simpler instructions, a different model, or a repair prompt showing the error). Retries are bounded…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prompt chain workflow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JAH-IPC-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Prompt Chain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Composable prompt pipelines: chains, branches, and human checkpoints for LLM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https://justinahiggins614-cmyk.github.io/jah-databases/db/interactive-prompt-chaining-workflows/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https://justinahiggins614-cmyk.github.io/jah-databases-data-1/data/interactive-prompt-chaining-workflows/index.jsonl.gz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
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cartographer-signature/" TargetMode="External"/><Relationship Id="rId3" Type="http://schemas.openxmlformats.org/officeDocument/2006/relationships/hyperlink" Target="https://justinahiggins614-cmyk.github.io/jah-databases-data-1/data/archive-tool-archive-cartograph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Cartographer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cartography frameworks: charting archives by lantern-light.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Cartographer Database holds 15 signature cartography frameworks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cartography frameworks: charting archives by lantern-light.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 framework created by Justin Addam Higgins (JAH)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Field-Sommelier type tasting  [JAH-AT11S-0001]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Field-Sommelier tastes sample values of an archive field and declares the vintage — integer, date, or plain string. The sommelier sip…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Pressed-Flower schema flattening  [JAH-AT11S-0002]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Pressed-Flower flattening presses nested archive records flat like flowers in a book, each petal labeled with its dotted path. A gentle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Season-Change drift watch  [JAH-AT11S-0003]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Season-Change watch compares the archive's field census between seasons and names every new bloom, every fallen leaf, and every chang…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Lantern-Bearer breadth crawl  [JAH-AT11S-0004]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Lantern-Bearer maps the archive level by level, lighting the front hall first and carrying the light one layer deeper each round. Bea…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Town-Crier sitemap walk  [JAH-AT11S-0005]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instead of wandering blind, the cartographer listens to the Town-Crier — the archive's own published sitemaps declaring every street.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cartography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Cartographer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cartography frameworks: charting archives by lantern-light.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https://justinahiggins614-cmyk.github.io/jah-databases/db/archive-tool-archive-cartographer-signature/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https://justinahiggins614-cmyk.github.io/jah-databases-data-1/data/archive-tool-archive-cartographer-signature/index.jsonl.gz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
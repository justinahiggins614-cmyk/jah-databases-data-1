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requirements-contradiction-signature/" TargetMode="External"/><Relationship Id="rId3" Type="http://schemas.openxmlformats.org/officeDocument/2006/relationships/hyperlink" Target="https://justinahiggins614-cmyk.github.io/jah-databases-data-1/data/software-requirements-contradi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Requirements Contradiction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methods for resolving clashing software requirements — original techniques, never presented as public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Requirements Contradiction Database holds 20 signature requirements contradiction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methods for resolving clashing software requirements — original techniques,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precedence voting  [JAH-SOFTWA-S-000001]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method for settling requirement clashes: rank the colliding requirements by closeness to the user-stated goal, let the winner lead, and demote the loser to a constraint. Written as an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requirement shadowing  [JAH-SOFTWA-S-000002]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technique that keeps a losing requirement alive as a "shadow" — monitored, measured, but not blocking. If the shadow metric degrades, the decision is revisited automatically.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contradiction ledger  [JAH-SOFTWA-S-000003]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every detected contradiction is logged with both requirements, the chosen resolution, and the signature of the decider. The ledger becomes the team memory of tradeoffs.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dual-track acceptance  [JAH-SOFTWA-S-000004]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acceptance method: when requirements collide, ship both behaviors behind a per-tenant switch and let measured outcomes pick the winner within one quarter.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severity auction  [JAH-SOFTWA-S-000005]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prioritization rite: stakeholders bid severity points on each side of a contradiction, forcing the real cost of each requirement into the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requirements contradiction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JAH-SOFTWA-S-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Requirements Contradiction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methods for resolving clashing software requirements — original techniques, never presented as public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https://justinahiggins614-cmyk.github.io/jah-databases/db/software-requirements-contradiction-signature/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https://justinahiggins614-cmyk.github.io/jah-databases-data-1/data/software-requirements-contradiction-signature/index.jsonl.gz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
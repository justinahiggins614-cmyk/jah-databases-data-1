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imilarity-threshold-search/" TargetMode="External"/><Relationship Id="rId3" Type="http://schemas.openxmlformats.org/officeDocument/2006/relationships/hyperlink" Target="https://justinahiggins614-cmyk.github.io/jah-databases-data-1/data/archive-toolkit-similarity-threshold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Similarity-Threshold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Retrieves records meeting a configurable similarity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Similarity-Threshold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records meeting a configurable similarity threshold.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Threshold semantics — Similarity-Threshold Search  [JAH-ATK118-00001]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similarity threshold turns ranked retrieval into a set: everything scoring at or above t is returned. Raising t buys precision; lowering it buys recall. The threshold is the user's direct dial betw…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Cosine thresholding — Similarity-Threshold Search  [JAH-ATK118-00002]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Cosine similarity in [0,1] makes thresholds interpretable: 0.8 means strongly aligned term vectors. Normalized vectors keep scores comparable across documents of different lengths. Cosine thresholds…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Calibrating the threshold — Similarity-Threshold Search  [JAH-ATK118-00003]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Thresholds are tuned on labeled data: sweep t, plot precision-recall, pick the operating point. The F1-optimal threshold balances the two; applications with asymmetric costs pick elsewhere. Calibrati…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Adaptive thresholds — Similarity-Threshold Search  [JAH-ATK118-00004]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Adaptive thresholds adjust per query: strict when many candidates score high, lenient when few do. Score-gap analysis finds the natural break between relevant and background. Adaptivity keeps result…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Jaccard thresholding — Similarity-Threshold Search  [JAH-ATK118-00005]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Jaccard over token or shingle sets gives thresholds a set-overlap meaning: 0.5 means half the sets coincide. MinHash LSH indexes answer Jaccard-threshold queries without scanning. Jaccard suits near-…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Similarity-Threshold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Retrieves records meeting a configurable similarity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https://justinahiggins614-cmyk.github.io/jah-databases/db/archive-toolkit-similarity-threshold-search/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https://justinahiggins614-cmyk.github.io/jah-databases-data-1/data/archive-toolkit-similarity-threshold-search/index.jsonl.gz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
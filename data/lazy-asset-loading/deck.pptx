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azy-asset-loading/" TargetMode="External"/><Relationship Id="rId3" Type="http://schemas.openxmlformats.org/officeDocument/2006/relationships/hyperlink" Target="https://justinahiggins614-cmyk.github.io/jah-databases-data-1/data/lazy-asset-load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Lazy Asset Loading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Load only what the user sees — lazy images, code splitting, virtualization, and progressive enhancement.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Lazy Asset Loading Database holds 15 lazy loading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Load only what the user sees — lazy images, code splitting, virtualization, and progressive enhancement.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loading="lazy"  [JAH-LAL-000001]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Native browser lazy-loading for images and iframes below the fold — one attribute. Defers offscreen images/iframes; triggered by viewport proximity. Example: &lt;img loading="lazy" src="..."&gt;.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IntersectionObserver  [JAH-LAL-000002]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Observe elements and load them as they near the viewport with rootMargin tuning. Defers any asset; triggered by intersection ratio. Example: new IntersectionObserver(cb,{rootMargin:"200px"}).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React.lazy + Suspense  [JAH-LAL-000003]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Split routes into chunks loaded on navigation with Suspense fallbacks. Defers route bundles; triggered by route render. Example: const Page = React.lazy(()=&gt;import("./Page")).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dynamic import()  [JAH-LAL-000004]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import() returns a promise for a module, the primitive behind all JS code splitting. Defers modules; triggered by call time. Example: const m = await import("./heavy.js").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Virtualized lists  [JAH-LAL-000005]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react-window renders only visible rows, making 100k-row lists feel instant. Defers offscreen rows; triggered by scroll position. Example: &lt;FixedSizeList height={600} itemCount={100000}&gt;.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lazy loading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JAH-LAL-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Lazy Loading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Load only what the user sees — lazy images, code splitting, virtualization, and progressive enhancement.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https://justinahiggins614-cmyk.github.io/jah-databases/db/lazy-asset-loading/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https://justinahiggins614-cmyk.github.io/jah-databases-data-1/data/lazy-asset-loading/index.jsonl.gz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
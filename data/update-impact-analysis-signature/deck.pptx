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pdate-impact-analysis-signature/" TargetMode="External"/><Relationship Id="rId3" Type="http://schemas.openxmlformats.org/officeDocument/2006/relationships/hyperlink" Target="https://justinahiggins614-cmyk.github.io/jah-databases-data-1/data/update-impact-analysi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Update Impact Analysis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Analyses predicting what an update will affect before it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Update Impact Analysis Database holds 20 impact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Analyses predicting what an update will affect before it 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Renaming Ripples  [JAH-UIA-S-000001]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ripple-reading: a renamed field sends ripples to every query and consumer. The ripples are all charted before the renaming stone is cast. Teaching ladder: rank 1 — the concept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Farewell Reading  [JAH-UIA-S-000002]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reading of who still walks the old road before it is closed. The laggards are named and guided home before the gate shuts. Teaching ladder: rank 1 — the concept in its simplest,…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Quiet-Hours Filling  [JAH-UIA-S-000003]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filling of the new field in the quiet hours, gently throttled. The filling never disturbs the day's traffic. Teaching ladder: rank 1 — the concept in its simplest, most direct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New Timber Reading  [JAH-UIA-S-000004]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reading of what new timber - library - changes in every house built with it. Every house's trials run before the timber is approved. Teaching ladder: rank 1 — the concept in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Silent Majority Count  [JAH-UIA-S-000005]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count of the silent majority who never overrode the default. The silent are counted, for they are most affected. Teaching ladder: rank 1 — the concept in its simplest, most direc…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impact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JAH-UIA-S-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Impact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Analyses predicting what an update will affect before it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https://justinahiggins614-cmyk.github.io/jah-databases/db/update-impact-analysis-signature/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https://justinahiggins614-cmyk.github.io/jah-databases-data-1/data/update-impact-analysis-signature/index.jsonl.gz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
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utomated-engineering-design-explorer-signature/" TargetMode="External"/><Relationship Id="rId3" Type="http://schemas.openxmlformats.org/officeDocument/2006/relationships/hyperlink" Target="https://justinahiggins614-cmyk.github.io/jah-databases-data-1/data/apex-tool-automated-engineering-design-explor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Automated Engineering Design Explorer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Generates candidate designs and compares them against specified performance, safety, and manufacturing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Automated Engineering Design Explorer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candidate designs and compares them against specified performance, safety, and manufacturing requirements.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original work - not a public record. Demo executed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Parametric Kernel  [JAH-APX52S-000001]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Justin's parametric kernel: every dimension is a named, ranged, unit-checked parameter, and every regenerated model carries a Signature seal binding it to its parameter set.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Requirement Seal  [JAH-APX52S-000002]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requirement format: each requirement is sealed with units, threshold, and rationale, so a design's pass/fail verdict is auditable.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Candidate Forger  [JAH-APX52S-000003]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forger that emits ID-stamped candidates from the parameter space, each traceable to the seed and sampler that made 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Physics Prover  [JAH-APX52S-000004]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evaluator proves behavior with real physics and attaches the derivation: formula, inputs, and result travel together.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Margin Ledger  [JAH-APX52S-000005]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ledger recording safety margins per failure mode for every candidate, so 'safe' is a measured claim, not a feeling.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JAH-APX52S-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Automated Engineering Design Explorer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candidate designs and compares them against specified performance, safety, and manufacturing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https://justinahiggins614-cmyk.github.io/jah-databases/db/apex-tool-automated-engineering-design-explorer-signature/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https://justinahiggins614-cmyk.github.io/jah-databases-data-1/data/apex-tool-automated-engineering-design-explorer-signature/index.jsonl.gz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
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ateful-hash-based-signatures-signature/" TargetMode="External"/><Relationship Id="rId3" Type="http://schemas.openxmlformats.org/officeDocument/2006/relationships/hyperlink" Target="https://justinahiggins614-cmyk.github.io/jah-databases-data-1/data/stateful-hash-based-signatur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Stateful Hash-Based Signatures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Quantum-resistant signatures built on hash trees with careful state care.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Stateful Hash-Based Signatures Database holds 15 signature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Quantum-resistant signatures built on hash trees with careful state care.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XMSS Signatures  [JAH-SHBS-S-000001]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with XMSS, the standardized stateful hash-based scheme built on Merkle trees of WOTS+ one-time keys. Security rests only on hash functions — no number theory for quantum computers to break. RFC…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LMS Signatures  [JAH-SHBS-S-000002]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with LMS, the hash-based scheme using LM-OTS one-time keys in Merkle trees. Simpler than XMSS and standardized in RFC 8554; NSA recommends it for certain uses. It is the conservative post-quant…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Merkle Tree Construction  [JAH-SHBS-S-000003]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the Merkle tree binding all one-time keys to one root public key. Leaves are one-time public keys; each parent hashes its children up to the root. The root is the long-term public key.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WOTS+ One-Time Signatures  [JAH-SHBS-S-000004]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messages with Winternitz one-time signatures using hash chains. Each private-key element is hashed forward w times; the signature reveals intermediate values. One key signs exactly one message.…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State Management Discipline  [JAH-SHBS-S-000005]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Manages the one-time-key index with crash-safe atomic updates. Reusing a one-time key breaks security catastrophically; the index must advance exactly once per signature, even across crashes. State 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JAH-SHBS-S-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Stateful Hash-Based Signatures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Quantum-resistant signatures built on hash trees with careful state care.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https://justinahiggins614-cmyk.github.io/jah-databases/db/stateful-hash-based-signatures-signature/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https://justinahiggins614-cmyk.github.io/jah-databases-data-1/data/stateful-hash-based-signatures-signature/index.jsonl.gz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
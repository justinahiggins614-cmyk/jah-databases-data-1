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assembling-web-portals-signature/" TargetMode="External"/><Relationship Id="rId3" Type="http://schemas.openxmlformats.org/officeDocument/2006/relationships/hyperlink" Target="https://justinahiggins614-cmyk.github.io/jah-databases-data-1/data/self-assembling-web-portal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Self-Assembling Web Portals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Portals that build themselves from widgets: registries, layout solvers, permissions, and inter-portlet messaging.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Self-Assembling Web Portals Database holds 15 portals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Portals that build themselves from widgets: registries, layout solvers, permissions, and inter-portlet messaging.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Capability-Verified Registry  [JAH-SAW-S-000001]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registry verifies each widget's advertised capabilities by running its self-tests at registration, rejecting widgets that lie about what they do. Verification results are pu…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Preference-Weighted Layout Solver  [JAH-SAW-S-000002]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solver weighs user layout preferences alongside constraints, so personalization and responsiveness solve together instead of fighting. Weights are learned from usage. Signat…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Cache-Aware Negotiation  [JAH-SAW-S-000003]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negotiation dimensions are chosen to maximize edge-cache hit rates, balancing personalization against cacheability with a visible tradeoff score. Teams tune the balance delibera…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Contract-Tested Portlets  [JAH-SAW-S-000004]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every portlet ships contract tests that the portal runs on load, refusing widgets that violate the lifecycle contract. Bad actors fail fast and visibly. Signature-labeled; an 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Contrast-Guaranteed Themes  [JAH-SAW-S-000005]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theme composition is verified for WCAG contrast at every layer combination, refusing themes that produce unreadable text. Accessibility is enforced, not hoped for. Signature-lab…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portal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JAH-SAW-S-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Portal Assembler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Portals that build themselves from widgets: registries, layout solvers, permissions, and inter-portlet messaging.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https://justinahiggins614-cmyk.github.io/jah-databases/db/self-assembling-web-portals-signature/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https://justinahiggins614-cmyk.github.io/jah-databases-data-1/data/self-assembling-web-portals-signature/index.jsonl.gz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
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ltra-fast-regex-substring-engines-signature/" TargetMode="External"/><Relationship Id="rId3" Type="http://schemas.openxmlformats.org/officeDocument/2006/relationships/hyperlink" Target="https://justinahiggins614-cmyk.github.io/jah-databases-data-1/data/ultra-fast-regex-substring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Ultra-Fast Regex &amp; Substring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Ultra-Fast Regex &amp; Substring Engines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NFA vs DFA  [JAH-UFR-S-000001]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Regular expressions compile to automata: NFAs (many possible states at once, small) or DFAs (one state, potentially huge). Thompson's NFA simulates all paths in parallel — O(n*m) worst case but compa…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Thompson construction  [JAH-UFR-S-000002]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Thompson's construction compiles any regex to an NFA with at most 2m states for a pattern of length m — one fragment per construct, wired with epsilon transitions. Concatenation sequences fragments,…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RE2 and linear-time guarantees  [JAH-UFR-S-000003]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RE2 (Russ Cox) proved regex can be fast AND safe: no backreferences (the feature that makes backtracking exponential), automata-based matching with linear-time guarantees. It replaced backtracking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Hyperscan  [JAH-UFR-S-000004]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Hyperscan matches thousands of patterns at wire speed using SIMD: it compiles the pattern set into automata plus literal pre-filters (teddy bear — SIMD string matching), then streams input through 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Aho-Corasick  [JAH-UFR-S-000005]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Aho-Corasick finds all occurrences of thousands of patterns in one pass: build a trie of the patterns, add failure links (like KMP, but for a trie), then stream the text once. Every character is proc…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Ultra-Fast Regex &amp; Substring Engines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needles at line rate: NFA/DFA theory, RE2, Hyperscan, Aho-Corasick, suffix structures, and the SIMD search behind ripgrep.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https://justinahiggins614-cmyk.github.io/jah-databases/db/ultra-fast-regex-substring-engines-signature/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https://justinahiggins614-cmyk.github.io/jah-databases-data-1/data/ultra-fast-regex-substring-engines-signature/index.jsonl.gz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
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archive-growth-analyzer/" TargetMode="External"/><Relationship Id="rId3" Type="http://schemas.openxmlformats.org/officeDocument/2006/relationships/hyperlink" Target="https://justinahiggins614-cmyk.github.io/jah-databases-data-1/data/archive-toolkit-archive-growth-analyz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Archive Growth Analyzer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Measures the rate and distribution of new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Archive Growth Analyzer Database holds 15 maintenance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Measures the rate and distribution of new records.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archive growth analyzer;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Ingest rate measurement — Archive Growth Analyzer  [JAH-ATK231-0001]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archive growth analyzer measures how the archive actually grows: rates per collection, distributions across topics and sources, bursts and droughts. Where the forecaster looks forward, the analyz…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Distribution analysis — Archive Growth Analyzer  [JAH-ATK231-0002]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archive growth analyzer measures how the archive actually grows: rates per collection, distributions across topics and sources, bursts and droughts. Where the forecaster looks forward, the analyz…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Burst detection — Archive Growth Analyzer  [JAH-ATK231-0003]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archive growth analyzer measures how the archive actually grows: rates per collection, distributions across topics and sources, bursts and droughts. Where the forecaster looks forward, the analyz…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Drought detection — Archive Growth Analyzer  [JAH-ATK231-0004]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archive growth analyzer measures how the archive actually grows: rates per collection, distributions across topics and sources, bursts and droughts. Where the forecaster looks forward, the analyz…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Source contribution ranking — Archive Growth Analyzer  [JAH-ATK231-0005]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archive growth analyzer measures how the archive actually grows: rates per collection, distributions across topics and sources, bursts and droughts. Where the forecaster looks forward, the analyz…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maintenance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JAH-ATK231-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Archive Growth Analyzer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Measures the rate and distribution of new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https://justinahiggins614-cmyk.github.io/jah-databases/db/archive-toolkit-archive-growth-analyzer/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https://justinahiggins614-cmyk.github.io/jah-databases-data-1/data/archive-toolkit-archive-growth-analyzer/index.jsonl.gz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
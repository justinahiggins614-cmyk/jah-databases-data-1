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model-interoperability-signature/" TargetMode="External"/><Relationship Id="rId3" Type="http://schemas.openxmlformats.org/officeDocument/2006/relationships/hyperlink" Target="https://justinahiggins614-cmyk.github.io/jah-databases-data-1/data/ai-model-interopera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Model Interoperability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Exchange formats, operator mappings, and portability practices that move AI models between frameworks and runtimes.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Model Interoperability Database holds 20 model interoperability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Exchange formats, operator mappings, and portability practices that move AI models between frameworks and runtimes.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Universal Adapter  [JAH-AMI-S-000001]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one adapter written against the Signature operator specification automatically bridges a framework to every runtime implementing the spec. Adapter authors write to the spec once…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Weight Atlas  [JAH-AMI-S-000002]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atlas describing every common weight layout (OIHW, HWIO, channel-last variants) with mechanical conversion recipes between them. Porting becomes atlas lookup instead of archae…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Numeric Handshake  [JAH-AMI-S-000003]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source and target runtimes shake hands on a standard validation corpus before any model converts: if they disagree on the corpus, the conversion is blocked. The handshake catches…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Op Rosetta Stone  [JAH-AMI-S-000004]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stone tablet (versioned document) giving the exact mathematical definition of every interoperable operator, independent of any framework. Disputes are settled by the stone, not…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Trace Guardian  [JAH-AMI-S-000005]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guards traced exports by re-running the trace on diverse inputs and flagging any input where the graph structure changes. A changing structure means the trace captured one path 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model interoperability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JAH-AMI-S-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Interop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Exchange formats, operator mappings, and portability practices that move AI models between frameworks and runtimes.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https://justinahiggins614-cmyk.github.io/jah-databases/db/ai-model-interoperability-signature/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https://justinahiggins614-cmyk.github.io/jah-databases-data-1/data/ai-model-interoperability-signature/index.jsonl.gz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
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generative-documentation-mapping/" TargetMode="External"/><Relationship Id="rId3" Type="http://schemas.openxmlformats.org/officeDocument/2006/relationships/hyperlink" Target="https://justinahiggins614-cmyk.github.io/jah-databases-data-1/data/generative-documentation-mapping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JAH Generative Documentation Mapping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Systems that turn code, commits, and specs into living documentation.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JAH Generative Documentation Mapping Database holds 15 documentation techniques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Systems that turn code, commits, and specs into living documentation.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industry records and documentation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Code-to-Docs Extraction  [JAH-GDM-000001]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Parses docstrings and type hints into structured API references automatically. The extractor walks the AST, pulls signatures, types, and doc text, and emits reference pages. Docs stay in sync because…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API Reference Synthesis  [JAH-GDM-000002]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Generates endpoint documentation from OpenAPI specs with live runnable examples. Parameters, schemas, and error codes come from the spec; examples are executed against a sandbox to prove they work. 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Diagram Generation  [JAH-GDM-000003]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Renders Mermaid diagrams from code dependency graphs so architecture pictures update with the code. Import graphs become component diagrams; call graphs become sequence sketches. Stale architecture 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Changelog Compilation  [JAH-GDM-000004]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Builds changelogs from conventional commits grouped by type. Feat, fix, and breaking-change commits become structured release notes automatically. Teams get release notes for free by following the co…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Docstring Enforcement  [JAH-GDM-000005]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Adds CI gates that fail when public functions lack docstrings. The check runs on every pull request, so undocumented APIs cannot merge. Coverage trends are tracked like test coverage.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documentation technique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JAH-GDM-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Generative Documentation Mapping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Systems that turn code, commits, and specs into living documentation.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https://justinahiggins614-cmyk.github.io/jah-databases/db/generative-documentation-mapping/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https://justinahiggins614-cmyk.github.io/jah-databases-data-1/data/generative-documentation-mapping/index.jsonl.gz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
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lti-factor-hardware-token-binding/" TargetMode="External"/><Relationship Id="rId3" Type="http://schemas.openxmlformats.org/officeDocument/2006/relationships/hyperlink" Target="https://justinahiggins614-cmyk.github.io/jah-databases-data-1/data/multi-factor-hardware-token-bind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Multi-Factor Hardware Token Binding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Hardware-backed multi-factor authentication and token binding techniques.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Multi-Factor Hardware Token Binding Database holds 15 authentication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Hardware-backed multi-factor authentication and token binding techniques.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FIDO2 Security Keys  [JAH-MFH-000001]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Authenticates with FIDO2 security keys that sign challenges with device-bound private keys. The private key never leaves the token; each site gets a unique key pair. Phishing fails because the token…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WebAuthn Integration  [JAH-MFH-000002]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Integrates WebAuthn for passwordless login in browsers. The site requests credential creation or assertion; the browser mediates with the authenticator. It replaces passwords with public-key cryptogr…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CTAP2 Protocol  [JAH-MFH-000003]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Speaks CTAP2 to authenticators over USB, NFC, or BLE. The client sends CBOR-encoded commands; the authenticator responds with signatures and attestations. It is the wire protocol under WebAuthn.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TPM-Backed Keys  [JAH-MFH-000004]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Binds authentication keys to the TPM so they only work on the enrolled device. Keys are sealed to PCRs; a different machine cannot use them. Windows Hello uses this model.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Smart Card (PIV) Auth  [JAH-MFH-000005]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Authenticates with PIV smart cards carrying certificates and private keys. The card signs challenges; PIN unlocks the card. Governments standardized on it for a reason.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authentication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JAH-MFH-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Multi-Factor Hardware Token Binding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Hardware-backed multi-factor authentication and token binding techniques.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https://justinahiggins614-cmyk.github.io/jah-databases/db/multi-factor-hardware-token-binding/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https://justinahiggins614-cmyk.github.io/jah-databases-data-1/data/multi-factor-hardware-token-binding/index.jsonl.gz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
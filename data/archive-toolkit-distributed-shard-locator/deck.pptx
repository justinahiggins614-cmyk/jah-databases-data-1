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istributed-shard-locator/" TargetMode="External"/><Relationship Id="rId3" Type="http://schemas.openxmlformats.org/officeDocument/2006/relationships/hyperlink" Target="https://justinahiggins614-cmyk.github.io/jah-databases-data-1/data/archive-toolkit-distributed-shard-loc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Distributed Shard Locator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which partitions contain the requested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Distributed Shard Locator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which partitions contain the requested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Hash partitioning — Distributed Shard Locator  [JAH-ATK138-00001]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Keys hash to shards: shard = hash(key) mod N. Hashing distributes uniformly. Uniformity avoids hotspots.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Consistent hashing — Distributed Shard Locator  [JAH-ATK138-00002]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Consistent hashing maps shards and keys onto a ring; key belongs to the next shard clockwise. Adding a shard moves only neighboring keys. Minimal movement enables elastic scaling.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Virtual nodes — Distributed Shard Locator  [JAH-ATK138-00003]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Virtual nodes (many ring points per shard) smooth distribution. More vnodes mean more even loads. Vnodes fix small-cluster skew.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Replication placement — Distributed Shard Locator  [JAH-ATK138-00004]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Replicas sit on distinct shards (and racks) for durability. Placement policies avoid correlated failures. Separation is survival.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Range sharding — Distributed Shard Locator  [JAH-ATK138-00005]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Range sharding assigns key ranges to shards, keeping order. Ordered ranges serve scans efficiently. Ranges suit time-series.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Distributed Shard 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which partitions contain the requested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https://justinahiggins614-cmyk.github.io/jah-databases/db/archive-toolkit-distributed-shard-locator/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https://justinahiggins614-cmyk.github.io/jah-databases-data-1/data/archive-toolkit-distributed-shard-locator/index.jsonl.gz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
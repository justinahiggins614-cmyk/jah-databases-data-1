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hysics-based-animation-validation/" TargetMode="External"/><Relationship Id="rId3" Type="http://schemas.openxmlformats.org/officeDocument/2006/relationships/hyperlink" Target="https://justinahiggins614-cmyk.github.io/jah-databases-data-1/data/physics-based-animation-valid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Physics-Based Animation 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Physics-Based Animation Validation Database holds 20 animation validation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Energy Conservation Check  [JAH-PBAV-000001]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Total energy (kinetic + potential) should stay constant in conservative simulations; drift indicates integration error. The check is the physics audit. Energy gets accounted.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Momentum Conservation  [JAH-PBAV-000002]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Closed systems conserve momentum; the check sums momenta each step. Violations mean forces are wrong. Momentum gets counted.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Resting Contact Stability  [JAH-PBAV-000003]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Stacked objects must settle, not jitter; the solver's contact handling is validated by tall stacks. Stability gets stacked. Jitter gets exposed.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Fluid Volume Preservation  [JAH-PBAV-000004]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Incompressible fluids must preserve volume; the check measures total volume over time. Loss means the solver leaks. Volume gets guarded.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Cloth Stretch Limits  [JAH-PBAV-000005]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Cloth shouldn't stretch beyond its material limit; the check measures max edge strain. Over-stretch means the constraints are weak. Fabric gets honest.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animation validation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JAH-PBAV-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Animator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Validating that simulated motion obeys physics: energy, momentum, and stability checks for animation.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https://justinahiggins614-cmyk.github.io/jah-databases/db/physics-based-animation-validation/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https://justinahiggins614-cmyk.github.io/jah-databases-data-1/data/physics-based-animation-validation/index.jsonl.gz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
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ystem-evolution-history/" TargetMode="External"/><Relationship Id="rId3" Type="http://schemas.openxmlformats.org/officeDocument/2006/relationships/hyperlink" Target="https://justinahiggins614-cmyk.github.io/jah-databases-data-1/data/ai-system-evolution-his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System Evolution History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Milestones in the evolution of AI systems, from perceptrons to frontier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System Evolution History Database holds 20 evolution milestones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Milestones in the evolution of AI systems, from perceptrons to frontier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Perceptron  [JAH-ASE-000001]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Rosenblatt's perceptron showed a machine could learn weights from examples, launching connectionism. Recorded facts — Milestone: Perceptron; Year: 1958; Impact: founded neural learning. Used by educa…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Backpropagation  [JAH-ASE-000002]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Popularized training of multi-layer networks by propagating errors, unlocking deep learning. Recorded facts — Milestone: Backpropagation; Year: 1986; Impact: enabled deep networks. Used by educators,…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LeNet  [JAH-ASE-000003]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LeCun's convolutional network read handwritten digits, proving CNNs for real vision tasks. Recorded facts — Milestone: LeNet; Year: 1989; Impact: vision breakthrough. Used by educators, historians,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Support Vector Machines  [JAH-ASE-000004]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Max-margin classifiers with kernels dominated 1990s machine learning on small data. Recorded facts — Milestone: Support Vector Machines; Year: 1995; Impact: principled learning era. Used by educators…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Random Forests  [JAH-ASE-000005]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Breiman's ensembles of decision trees became the default strong baseline for tabular data. Recorded facts — Milestone: Random Forests; Year: 2001; Impact: tabular workhorse. Used by educators, histor…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milestone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AI System Evolution History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Milestones in the evolution of AI systems, from perceptrons to frontier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https://justinahiggins614-cmyk.github.io/jah-databases/db/ai-system-evolution-history/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https://justinahiggins614-cmyk.github.io/jah-databases-data-1/data/ai-system-evolution-history/index.jsonl.gz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
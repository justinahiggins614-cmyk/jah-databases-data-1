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xecutable-artifact-test-evidence/" TargetMode="External"/><Relationship Id="rId3" Type="http://schemas.openxmlformats.org/officeDocument/2006/relationships/hyperlink" Target="https://justinahiggins614-cmyk.github.io/jah-databases-data-1/data/executable-artifact-test-evidenc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Executable Artifact Test Evidence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Machine-checkable evidence that an artifact passed its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Executable Artifact Test Evidence Database holds 20 test evidence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Machine-checkable evidence that an artifact passed its tests.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Curated from public documentation of established engineering practice; verified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Unit Test Evidence Bundle  [JAH-EAT-000001]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artifact's unit test run is captured: counts, durations, and the hash of the full log. The bundle lets anyone re-verify the unit results without re-running them. Teaching ladder: rank 1 — the con…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Integration Test Evidence  [JAH-EAT-000002]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Integration runs across service boundaries are recorded with topology and versions. Boundary tests prove the pieces work together, not just alone. Teaching ladder: rank 1 — the concept in its simples…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End-to-End Journey Evidence  [JAH-EAT-000003]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Full user journeys are executed against the artifact with screenshots and traces. E2E evidence proves the user's path works, which is the only path that matters. Teaching ladder: rank 1 — the concept…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Load Test Evidence  [JAH-EAT-000004]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artifact under 10x expected load: latency histograms, error rates, and resource graphs. Load evidence proves capacity claims instead of asserting them. Teaching ladder: rank 1 — the concept in 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Security Scan Evidence  [JAH-EAT-000005]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SAST, dependency, and secret scans run clean, with the scan reports hashed into the evidence. Clean scans are proven, not claimed, because the reports are part of the evidence. Teaching ladder: rank…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test evidence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JAH-EAT-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Test Evidence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Machine-checkable evidence that an artifact passed its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https://justinahiggins614-cmyk.github.io/jah-databases/db/executable-artifact-test-evidence/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https://justinahiggins614-cmyk.github.io/jah-databases-data-1/data/executable-artifact-test-evidence/index.jsonl.gz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
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archive-toolkit-video-transcript-and-timeline-extractor/" TargetMode="External"/><Relationship Id="rId3" Type="http://schemas.openxmlformats.org/officeDocument/2006/relationships/hyperlink" Target="https://justinahiggins614-cmyk.github.io/jah-databases-data-1/data/archive-toolkit-video-transcript-and-timeline-extractor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Video Transcript and Timeline Extractor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Aligns spoken content, timestamps, and subtitles into one timeline.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E86C1"/>
                </a:solidFill>
                <a:latin typeface="Calibri"/>
              </a:rPr>
              <a:t>PUBLIC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Video Transcript and Timeline Extractor Database holds 15 video timeline records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Aligns spoken content, timestamps, and subtitles into one timeline.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Public methods compiled from standard information-extraction and knowledge-organization practice. Assembled for the JAH Databases archive.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Video Transcript and Timeline Extractor: a plain-language overview  [JAH-ATK156-000001]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Overview: what the Video Transcript and Timeline Extractor does and why archives need it. This tool takes everything a video says — its subtitles, its transcript, its chapter marks — and lines them a…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How the Video Transcript and Timeline Extractor works  [JAH-ATK156-000002]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Overview: what the Video Transcript and Timeline Extractor does and why archives need it. Real timeline extractors parse subtitle formats like SRT and WebVTT into timed cues, merge overlapping or dup…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How the Video Transcript and Timeline Extractor works: the deep tour  [JAH-ATK156-000003]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Overview: what the Video Transcript and Timeline Extractor does and why archives need it. Real timeline extractors parse subtitle formats like SRT and WebVTT into timed cues, merge overlapping or dup…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Subtitle parsing and cue merging: the simple idea  [JAH-ATK156-000004]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Core method: subtitle parsing and cue merging - how it works inside the Video Transcript and Timeline Extractor. This tool takes everything a video says — its subtitles, its transcript, its chapter m…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Subtitle parsing and cue merging in practice  [JAH-ATK156-000005]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Core method: subtitle parsing and cue merging - how it works inside the Video Transcript and Timeline Extractor. Real timeline extractors parse subtitle formats like SRT and WebVTT into timed cues, m…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video timeline record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JAH-ATK156-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Timeline Weaver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Public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Aligns spoken content, timestamps, and subtitles into one timeline.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https://justinahiggins614-cmyk.github.io/jah-databases/db/archive-toolkit-video-transcript-and-timeline-extractor/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https://justinahiggins614-cmyk.github.io/jah-databases-data-1/data/archive-toolkit-video-transcript-and-timeline-extractor/index.jsonl.gz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
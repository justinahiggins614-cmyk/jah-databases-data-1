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trieval-by-dependency-signature/" TargetMode="External"/><Relationship Id="rId3" Type="http://schemas.openxmlformats.org/officeDocument/2006/relationships/hyperlink" Target="https://justinahiggins614-cmyk.github.io/jah-databases-data-1/data/archive-toolkit-retrieval-by-dependenc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Retrieval-by-Dependency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resources needed to operate a selected program or reproduce a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Retrieval-by-Dependency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resources needed to operate a selected program or reproduce a result.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Manifest parsing — Retrieval-by-Dependency (Signature)  [JAH-ATK210S-0001]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Retrieval-by-dependency answers 'what do I need to run this?': 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Import graph extraction — Retrieval-by-Dependency (Signature)  [JAH-ATK210S-0002]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Retrieval-by-dependency answers 'what do I need to run this?': 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Transitive closure — Retrieval-by-Dependency (Signature)  [JAH-ATK210S-0003]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Retrieval-by-dependency answers 'what do I need to run this?': 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Version pinning — Retrieval-by-Dependency (Signature)  [JAH-ATK210S-0004]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Retrieval-by-dependency answers 'what do I need to run this?': 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Conflict detection — Retrieval-by-Dependency (Signature)  [JAH-ATK210S-0005]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Retrieval-by-dependency answers 'what do I need to run this?': 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JAH-ATK210S-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Retrieval-by-Dependency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resources needed to operate a selected program or reproduce a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https://justinahiggins614-cmyk.github.io/jah-databases/db/archive-toolkit-retrieval-by-dependency-signature/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https://justinahiggins614-cmyk.github.io/jah-databases-data-1/data/archive-toolkit-retrieval-by-dependency-signature/index.jsonl.gz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
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heuristic-confidence-scoring/" TargetMode="External"/><Relationship Id="rId3" Type="http://schemas.openxmlformats.org/officeDocument/2006/relationships/hyperlink" Target="https://justinahiggins614-cmyk.github.io/jah-databases-data-1/data/heuristic-confidence-scor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Heuristic Confidence Scoring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Trust, quantified: heuristics that score how much to believe an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Heuristic Confidence Scoring Database holds 15 confidence scoring heuristics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Trust, quantified: heuristics that score how much to believe an output.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Token log-probability confidence  [JAH-HEURIS-000001]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language model's own token probabilities are the cheapest confidence signal: low perplexity over the answer usually (not always) means the model 'knows' it. Length-normalized log-probability of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Calibration curves (reliability diagrams)  [JAH-HEURIS-000002]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reliability diagram bins predictions by stated confidence and plots actual accuracy per bin — perfect calibration is the diagonal. Expected Calibration Error (ECE) summarizes the gap. Any confidenc…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Token log-probability confidence  [JAH-HEURIS-000003]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language model's own token probabilities are the cheapest confidence signal: low perplexity over the answer usually (not always) means the model 'knows' it. Length-normalized log-probability of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Calibration curves (reliability diagrams)  [JAH-HEURIS-000004]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reliability diagram bins predictions by stated confidence and plots actual accuracy per bin — perfect calibration is the diagonal. Expected Calibration Error (ECE) summarizes the gap. Any confidenc…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Ensemble disagreement as uncertainty  [JAH-HEURIS-000005]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 several different models on the same input and treat disagreement as uncertainty. Diverse ensembles (different architectures, different training) disagree most where the answer is genuinely hard…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confidence scoring heuristic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JAH-HEURIS-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Confidence Scoring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Trust, quantified: heuristics that score how much to believe an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https://justinahiggins614-cmyk.github.io/jah-databases/db/heuristic-confidence-scoring/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https://justinahiggins614-cmyk.github.io/jah-databases-data-1/data/heuristic-confidence-scoring/index.jsonl.gz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
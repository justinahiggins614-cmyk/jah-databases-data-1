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urmese-signature/" TargetMode="External"/><Relationship Id="rId3" Type="http://schemas.openxmlformats.org/officeDocument/2006/relationships/hyperlink" Target="https://justinahiggins614-cmyk.github.io/jah-databases-data-1/data/names-burm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Burmese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Burmese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Burmese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Burmese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Aung အောင် - sound, structure, and naming power  [JAH-NMBS3-000001]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Burmese unisex name Aung အောင်. Sound: 1 syllables, firm consonant close. Structure: Unisex; the most auspicious root.. Recorded meaning: Success. Naming power: the name…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Khin - sound, structure, and naming power  [JAH-NMBS3-000002]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Burmese feminine name Khin. Sound: 1 syllables, firm consonant close. Structure: A classic girls' name.. Recorded meaning: Polite, courteous..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Myo - sound, structure, and naming power  [JAH-NMBS3-000003]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Burmese masculine name Myo. Sound: 1 syllables, open vowels. Structure: A traditional boys' name.. Recorded meaning: Noble.. Naming power: the name is short, sayable,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Thant - sound, structure, and naming power  [JAH-NMBS3-000004]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Burmese masculine name Thant. Sound: 1 syllables, firm consonant close. Structure: A leading boys' name.. Recorded meaning: Clean, pure.. Naming power: the name is short…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Burmese naming framework  [JAH-NMBS3-000005]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Burmese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Burmese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Burmese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https://justinahiggins614-cmyk.github.io/jah-databases/db/names-burmese-signature/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https://justinahiggins614-cmyk.github.io/jah-databases-data-1/data/names-burmese-signature/index.jsonl.gz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
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etadata-extraction-engine/" TargetMode="External"/><Relationship Id="rId3" Type="http://schemas.openxmlformats.org/officeDocument/2006/relationships/hyperlink" Target="https://justinahiggins614-cmyk.github.io/jah-databases-data-1/data/archive-tool-metadata-extra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Metadata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authorship, timestamps, identifiers, tags, provenance, and other available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Metadata Extraction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authorship, timestamps, identifiers, tags, provenance, and other available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Cross-Schema Field Harvesting — Core Method  [JAH-AT25-000001]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Metadata hides under different field names in every schema — author, creator, byline, committer all mean the same thing — so the harvester maps aliases to canonical metadata slots across any record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Cross-Schema Field Harvesting — Compounded Pattern  [JAH-AT25-000002]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Metadata hides under different field names in every schema — author, creator, byline, committer all mean the same thing — so the harvester maps aliases to canonical metadata slots across any record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Cross-Schema Field Harvesting — Full-System Integration  [JAH-AT25-000003]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Metadata hides under different field names in every schema — author, creator, byline, committer all mean the same thing — so the harvester maps aliases to canonical metadata slots across any record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Timestamp Normalization — Core Method  [JAH-AT25-000004]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Timestamps arrive in dozens of formats — ISO strings, Unix epochs, 'March 4 2021', database datetimes — and the normalizer converts them all to UTC ISO-8601. Format detection tries strict parsers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Timestamp Normalization — Compounded Pattern  [JAH-AT25-000005]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Timestamps arrive in dozens of formats — ISO strings, Unix epochs, 'March 4 2021', database datetimes — and the normalizer converts them all to UTC ISO-8601. Format detection tries strict parsers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Metadata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authorship, timestamps, identifiers, tags, provenance, and other available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https://justinahiggins614-cmyk.github.io/jah-databases/db/archive-tool-metadata-extraction-engine/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https://justinahiggins614-cmyk.github.io/jah-databases-data-1/data/archive-tool-metadata-extraction-engine/index.jsonl.gz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
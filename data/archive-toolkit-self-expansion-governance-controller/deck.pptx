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elf-expansion-governance-controller/" TargetMode="External"/><Relationship Id="rId3" Type="http://schemas.openxmlformats.org/officeDocument/2006/relationships/hyperlink" Target="https://justinahiggins614-cmyk.github.io/jah-databases-data-1/data/archive-toolkit-self-expansion-governance-controll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Self-Expansion Governance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Requires appropriate testing, authorization, and safeguards before newly generated capabilities enter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Self-Expansion Governance Controller Database holds 15 governance controls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Requires appropriate testing, authorization, and safeguards before newly generated capabilities enter production.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Expansion Governance: State Modeling (Foundation)  [JAH-ATK299-00001]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Expansion Governance: State Modeling (Operation)  [JAH-ATK299-00002]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Expansion Governance: State Modeling (Mastery)  [JAH-ATK299-00003]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Expansion Governance: Guard Checks (Foundation)  [JAH-ATK299-00004]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Expansion Governance: Guard Checks (Operation)  [JAH-ATK299-00005]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governance control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Governance Warden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Requires appropriate testing, authorization, and safeguards before newly generated capabilities enter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https://justinahiggins614-cmyk.github.io/jah-databases/db/archive-toolkit-self-expansion-governance-controller/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https://justinahiggins614-cmyk.github.io/jah-databases-data-1/data/archive-toolkit-self-expansion-governance-controller/index.jsonl.gz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
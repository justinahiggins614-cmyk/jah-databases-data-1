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uncertainty-driven-navigation/" TargetMode="External"/><Relationship Id="rId3" Type="http://schemas.openxmlformats.org/officeDocument/2006/relationships/hyperlink" Target="https://justinahiggins614-cmyk.github.io/jah-databases-data-1/data/archive-toolkit-uncertainty-driven-naviga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Uncertainty-driven navigation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Searches where missing evidence or uncertainty is most likely to change the conclusion.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Uncertainty-driven navigation Database holds 15 navigation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Searches where missing evidence or uncertainty is most likely to change the conclusion.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database network — every record verified and cataloged.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Uncertainty-Driven Navigation: Uncertainty Measurement (Foundation)  [JAH-ATK310-00001]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Uncertainty-Driven Navigation: Uncertainty Measurement (Operation)  [JAH-ATK310-00002]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Uncertainty-Driven Navigation: Uncertainty Measurement (Mastery)  [JAH-ATK310-00003]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Uncertainty-Driven Navigation: Target Selection (Foundation)  [JAH-ATK310-00004]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Uncertainty-Driven Navigation: Target Selection (Operation)  [JAH-ATK310-00005]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navigation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JAH-ATK310-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Uncertainty Scout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Searches where missing evidence or uncertainty is most likely to change the conclusion.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https://justinahiggins614-cmyk.github.io/jah-databases/db/archive-toolkit-uncertainty-driven-navigation/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https://justinahiggins614-cmyk.github.io/jah-databases-data-1/data/archive-toolkit-uncertainty-driven-navigation/index.jsonl.gz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
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hyperdimensional-knowledge-navigator-signature/" TargetMode="External"/><Relationship Id="rId3" Type="http://schemas.openxmlformats.org/officeDocument/2006/relationships/hyperlink" Target="https://justinahiggins614-cmyk.github.io/jah-databases-data-1/data/apex-tool-hyperdimensional-knowledge-navig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Hyperdimensional Knowledge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Explores multidimensional relationships among concepts, time, causality, similarity, and system dependencies — navigation in more than two dimensions.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Hyperdimensional Knowledge Navigator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multidimensional relationships among concepts, time, causality, similarity, and system dependencies — navigation in more than two dimensions.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Hyperdimensional Navigator is  [JAH-APX12S-000001]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Dimensional Honesty: every dimension the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Multi-dimensional relationship data model  [JAH-APX12S-000002]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Dimensional Honesty: every dimension the navigator claims — 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Temporal navigation algorithm  [JAH-APX12S-000003]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Dimensional Honesty: every dimension the navigator claims — time, causality, similarity, dependenc…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Causal layering algorithm  [JAH-APX12S-000004]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Dimensional Honesty: every dimension the navigator claims — time, causality, similarity, dependen…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Dimensional navigation interface specification  [JAH-APX12S-000005]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Dimensional Honesty: every dimension the navigator claims — time, causality, similarity, dependency — is backe…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Hyperdimensional Knowledge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multidimensional relationships among concepts, time, causality, similarity, and system dependencies — navigation in more than two dimensions.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https://justinahiggins614-cmyk.github.io/jah-databases/db/apex-tool-hyperdimensional-knowledge-navigator-signature/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https://justinahiggins614-cmyk.github.io/jah-databases-data-1/data/apex-tool-hyperdimensional-knowledge-navigator-signature/index.jsonl.gz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
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every-type-of-code/" TargetMode="External"/><Relationship Id="rId3" Type="http://schemas.openxmlformats.org/officeDocument/2006/relationships/hyperlink" Target="https://justinahiggins614-cmyk.github.io/jah-databases-data-1/data/every-type-of-cod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Every Type of Code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Every type of code: languages, paradigms, low-level, DSLs.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Every Type of Code Database holds 15 code references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Every type of code: languages, paradigms, low-level, DSLs.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reference: official language documentation and standard computing references;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Python (Interpreted, Multi-Paradigm)  [JAH-ECODE-000001]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Python is an interpreted, dynamically typed language emphasizing readability, with significant whitespace and a vast standard library. It dominates data science, scripting, automation, and education,…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C (Compiled, Procedural)  [JAH-ECODE-000002]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 is a compiled procedural language from Bell Labs (1972) giving close-to-hardware control with manual memory management. Operating systems, embedded firmware, and language runtimes are written in it…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Haskell (Functional, Lazy)  [JAH-ECODE-000003]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Haskell is a purely functional, lazily evaluated language: functions have no side effects, and values compute only when needed. It pioneered monads, type classes, and equational reasoning adopted acr…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Prolog (Logic Programming)  [JAH-ECODE-000004]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Prolog is a logic programming language: you declare facts and rules, and the engine proves queries by search with backtracking. It powers expert systems, natural-language parsing, and symbolic AI. Th…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SQL (Declarative Query)  [JAH-ECODE-000005]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SQL is a declarative domain-specific language for relational databases: you describe the result set, and the engine plans the execution. Born at IBM in the 1970s and standardized as ISO SQL, it remai…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code reference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JAH-ECODE-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Code Archivist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Every type of code: languages, paradigms, low-level, DSLs.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https://justinahiggins614-cmyk.github.io/jah-databases/db/every-type-of-code/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https://justinahiggins614-cmyk.github.io/jah-databases-data-1/data/every-type-of-code/index.jsonl.gz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
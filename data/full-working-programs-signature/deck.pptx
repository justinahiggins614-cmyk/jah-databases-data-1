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ull-working-programs-signature/" TargetMode="External"/><Relationship Id="rId3" Type="http://schemas.openxmlformats.org/officeDocument/2006/relationships/hyperlink" Target="https://justinahiggins614-cmyk.github.io/jah-databases-data-1/data/full-working-program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Full Working Programs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programs: stampers, ID coders, lineage builders, games — all execution-tested.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Full Working Programs Database holds 20 working programs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programs: stampers, ID coders, lineage builders, games — all execution-tested.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Maker-Mark Stamper  [JAH-FWPROG-S-000001]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Maker-Mark Stamper (maker-mark stamper). Stamps any text with a deterministic SHA-256-based Signature mark: mark + stamp code + verification. This record IS the complete runnable program —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Spec ID Generator  [JAH-FWPROG-S-000002]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Spec ID Generator (spec-id generator). Generates and validates JAH-SPEC-###### deterministic IDs from a forward-only counter. This record IS the complete runnable program — copy it to a file…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Lineage Chain Builder  [JAH-FWPROG-S-000003]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Lineage Chain Builder (lineage chain). Builds parent/child lineage chains between records and walks them back to the root. This record IS the complete runnable program — copy it to a file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Hash ID Coder  [JAH-FWPROG-S-000004]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Hash ID Coder (hash id coder). Encodes any string into a short deterministic ID using SHA-256, with collision self-check. This record IS the complete runnable program — copy it to a file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Boundless Seed Generator  [JAH-FWPROG-S-000005]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Boundless Seed Generator (seed generator). A deterministic seeded PRNG (mulberry32-style) — same seed always yields the same stream. This record IS the complete runnable program — copy it 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working program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JAH-FWPROG-S-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Program Runner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programs: stampers, ID coders, lineage builders, games — all execution-tested.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https://justinahiggins614-cmyk.github.io/jah-databases/db/full-working-programs-signature/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https://justinahiggins614-cmyk.github.io/jah-databases-data-1/data/full-working-programs-signature/index.jsonl.gz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
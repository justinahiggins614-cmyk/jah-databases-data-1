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architecture-mutation/" TargetMode="External"/><Relationship Id="rId3" Type="http://schemas.openxmlformats.org/officeDocument/2006/relationships/hyperlink" Target="https://justinahiggins614-cmyk.github.io/jah-databases-data-1/data/ai-architecture-mut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Architecture Mutation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Architecture Mutation Database holds 20 architecture mutation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Layer Insertion Mutation  [JAH-AAM-000001]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layers insert at chosen depths; function-preserving init keeps behavior. Growth gets surgical. Networks get deeper safely.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Layer Widening Mutation  [JAH-AAM-000002]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Layers widen with function-preserving splits; capacity grows without retraining from scratch. Capacity gets added. Retraining gets skipped.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Kernel Size Mutation  [JAH-AAM-000003]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Convolution kernels mutate size (3→5); the receptive field adapts. Fields get flexible. Kernels get resized.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Skip Connection Mutation  [JAH-AAM-000004]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Skip connections add or remove; gradient flow changes. Flow gets rerouted. Depth gets trainable.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Activation Swap Mutation  [JAH-AAM-000005]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Activations swap (ReLU→GELU); the nonlinearity changes character. Character gets tuned. Functions get swapped.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architecture mutation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Mutator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https://justinahiggins614-cmyk.github.io/jah-databases/db/ai-architecture-mutation/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https://justinahiggins614-cmyk.github.io/jah-databases-data-1/data/ai-architecture-mutation/index.jsonl.gz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
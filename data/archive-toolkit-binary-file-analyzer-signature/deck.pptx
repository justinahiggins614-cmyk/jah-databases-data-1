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binary-file-analyzer-signature/" TargetMode="External"/><Relationship Id="rId3" Type="http://schemas.openxmlformats.org/officeDocument/2006/relationships/hyperlink" Target="https://justinahiggins614-cmyk.github.io/jah-databases-data-1/data/archive-toolkit-binary-file-analyz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Binary File Analyzer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Reads file signatures and binary structures to reveal what's inside.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Binary File Analyzer Database holds 15 binary analysis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Reads file signatures and binary structures to reveal what's inside.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by Justin Addam Higgins (JAH). Property of Justin Addam Higgins.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Binary File Analyzer: a plain-language overview (Signature)  [JAH-ATK152S-000001]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Binary File Analyzer does and why archives need it. Signature original. The Signature binary analyzer reads bytes with a lineage eye: every signature match, entro…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How the Binary File Analyzer works (Signature)  [JAH-ATK152S-000002]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Binary File Analyzer does and why archives need it. Signature original. The Signature method runs a three-pass sweep: signature pass against a frozen Signature si…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How the Binary File Analyzer works: the deep tour (Signature)  [JAH-ATK152S-000003]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Binary File Analyzer does and why archives need it. Signature original. The Signature method runs a three-pass sweep: signature pass against a frozen Signature si…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Magic-number signature detection: the simple idea (Signature)  [JAH-ATK152S-000004]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Core method: magic-number signature detection - how it works inside the Binary File Analyzer. Signature original. The Signature binary analyzer reads bytes with a lineage eye: every…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Magic-number signature detection in practice (Signature)  [JAH-ATK152S-000005]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Core method: magic-number signature detection - how it works inside the Binary File Analyzer. Signature original. The Signature method runs a three-pass sweep: signature pass agains…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binary analysis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JAH-ATK152S-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Binary Inspector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Reads file signatures and binary structures to reveal what's inside.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https://justinahiggins614-cmyk.github.io/jah-databases/db/archive-toolkit-binary-file-analyzer-signature/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https://justinahiggins614-cmyk.github.io/jah-databases-data-1/data/archive-toolkit-binary-file-analyzer-signature/index.jsonl.gz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
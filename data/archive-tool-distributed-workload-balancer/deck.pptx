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distributed-workload-balancer/" TargetMode="External"/><Relationship Id="rId3" Type="http://schemas.openxmlformats.org/officeDocument/2006/relationships/hyperlink" Target="https://justinahiggins614-cmyk.github.io/jah-databases-data-1/data/archive-tool-distributed-workload-balanc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Distributed Workload Balancer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Spreads queries across available machines and workers to reduce bottlenecks.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Distributed Workload Balancer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Spreads queries across available machines and workers to reduce bottlenecks.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Round-Robin Dispatch — Core Method  [JAH-AT39-000001]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simplest balancer deals requests to workers in rotation — first to worker one, then two, then three, then back to one. With equally capable workers and uniform tasks, round-robin spreads load per…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Round-Robin Dispatch — Compounded Pattern  [JAH-AT39-000002]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simplest balancer deals requests to workers in rotation — first to worker one, then two, then three, then back to one. With equally capable workers and uniform tasks, round-robin spreads load per…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Round-Robin Dispatch — Full-System Integration  [JAH-AT39-000003]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simplest balancer deals requests to workers in rotation — first to worker one, then two, then three, then back to one. With equally capable workers and uniform tasks, round-robin spreads load per…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Least-Connections Routing — Core Method  [JAH-AT39-000004]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Least-connections routing sends each new request to the worker with the fewest in-flight tasks, which adapts automatically to workers of different speeds and tasks of different sizes. The balancer tr…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Least-Connections Routing — Compounded Pattern  [JAH-AT39-000005]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Least-connections routing sends each new request to the worker with the fewest in-flight tasks, which adapts automatically to workers of different speeds and tasks of different sizes. The balancer tr…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Workload Balancer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Spreads queries across available machines and workers to reduce bottlenecks.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https://justinahiggins614-cmyk.github.io/jah-databases/db/archive-tool-distributed-workload-balancer/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https://justinahiggins614-cmyk.github.io/jah-databases-data-1/data/archive-tool-distributed-workload-balancer/index.jsonl.gz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
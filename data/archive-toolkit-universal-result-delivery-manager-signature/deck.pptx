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result-delivery-manager-signature/" TargetMode="External"/><Relationship Id="rId3" Type="http://schemas.openxmlformats.org/officeDocument/2006/relationships/hyperlink" Target="https://justinahiggins614-cmyk.github.io/jah-databases-data-1/data/archive-toolkit-universal-result-delivery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Result Delivery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Result Delivery Manager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Multi-format rendering — Universal Result Delivery Manager (Signature)  [JAH-ATK220S-0001]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universal result delivery manager is the last mile of the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Channel selection — Universal Result Delivery Manager (Signature)  [JAH-ATK220S-0002]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universal result delivery manager is the last mile of the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Deep-link generation — Universal Result Delivery Manager (Signature)  [JAH-ATK220S-0003]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universal result delivery manager is the last mile of the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Adaptive summarization — Universal Result Delivery Manager (Signature)  [JAH-ATK220S-0004]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universal result delivery manager is the last mile of the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Redaction by channel — Universal Result Delivery Manager (Signature)  [JAH-ATK220S-0005]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universal result delivery manager is the last mile of the 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Result Delivery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text, structured data, files, links, or other supported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https://justinahiggins614-cmyk.github.io/jah-databases/db/archive-toolkit-universal-result-delivery-manager-signature/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https://justinahiggins614-cmyk.github.io/jah-databases-data-1/data/archive-toolkit-universal-result-delivery-manager-signature/index.jsonl.gz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
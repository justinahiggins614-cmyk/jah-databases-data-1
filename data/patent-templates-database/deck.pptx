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tent-templates-database/" TargetMode="External"/><Relationship Id="rId3" Type="http://schemas.openxmlformats.org/officeDocument/2006/relationships/hyperlink" Target="https://justinahiggins614-cmyk.github.io/jah-databases-data-1/data/patent-template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Patent Templates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Usable patent templates per type: claims, specs, drawings.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Patent Templates Database holds 15 patent templates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Usable patent templates per type: claims, specs, drawings.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USPTO Manual of Patent Examining Procedure (MPEP) and uspto.gov;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Utility Specification Outline Template  [JAH-PTMP-000001]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standard U.S. utility specification outline runs: title, cross-reference to related applications, background (field + prior art problems), summary, brief description of the drawings, detailed des…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Independent Claim Template  [JAH-PTMP-000002]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independent claim template follows the classic three-part form: preamble (the category — 'A widget comprising:'), transitional phrase ('comprising' for open, 'consisting of' for closed), and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Dependent Claim Template  [JAH-PTMP-000003]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'The widget of claim 1, wherein...' — the dependent claim template narrows by adding a limitation, specifying a material, or reciting an alternative embodiment. Good dependent sets form a fallback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Method Claim Template  [JAH-PTMP-000004]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 claims recite steps in active voice and chronological order: 'A method of X, the method comprising: receiving...; processing...; outputting....' Each step should name its actor implicitly (the…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Means-Plus-Function Template (112f)  [JAH-PTMP-000005]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Under 35 U.S.C. 112(f), 'means for fastening' without recited structure is construed to cover only the corresponding structure described in the specification and its equivalents. The template therefo…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patent template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JAH-PTMP-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Patent Template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Usable patent templates per type: claims, specs, drawings.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https://justinahiggins614-cmyk.github.io/jah-databases/db/patent-templates-database/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https://justinahiggins614-cmyk.github.io/jah-databases-data-1/data/patent-templates-database/index.jsonl.gz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
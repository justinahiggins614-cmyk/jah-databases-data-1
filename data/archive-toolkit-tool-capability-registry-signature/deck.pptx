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tool-capability-registry-signature/" TargetMode="External"/><Relationship Id="rId3" Type="http://schemas.openxmlformats.org/officeDocument/2006/relationships/hyperlink" Target="https://justinahiggins614-cmyk.github.io/jah-databases-data-1/data/archive-toolkit-tool-capability-registry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Tool Capability Registry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Maintains searchable descriptions of what each available tool can do.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Tool Capability Registry Database holds 15 execution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Maintains searchable descriptions of what each available tool can do.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Signature-generated-completion: original Signature-authored content by the JAH system, clearly labeled,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Capability schema — Tool Capability Registry (Signature)  [JAH-ATK241S-0001]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The tool capability registry is the yellow pages for the AI's to…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Semantic search — Tool Capability Registry (Signature)  [JAH-ATK241S-0002]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The tool capability registry is the yellow pages for the AI's to…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Versioned registrations — Tool Capability Registry (Signature)  [JAH-ATK241S-0003]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The tool capability registry is the yellow pages for the AI's to…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Honest limit declarations — Tool Capability Registry (Signature)  [JAH-ATK241S-0004]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The tool capability registry is the yellow pages for the AI's to…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Deprecation lifecycle — Tool Capability Registry (Signature)  [JAH-ATK241S-0005]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The tool capability registry is the yellow pages for the AI's to…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execution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JAH-ATK241S-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Tool Capability Registry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Maintains searchable descriptions of what each available tool can do.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https://justinahiggins614-cmyk.github.io/jah-databases/db/archive-toolkit-tool-capability-registry-signature/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https://justinahiggins614-cmyk.github.io/jah-databases-data-1/data/archive-toolkit-tool-capability-registry-signature/index.jsonl.gz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
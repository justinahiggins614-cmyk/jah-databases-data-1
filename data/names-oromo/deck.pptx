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oromo/" TargetMode="External"/><Relationship Id="rId3" Type="http://schemas.openxmlformats.org/officeDocument/2006/relationships/hyperlink" Target="https://justinahiggins614-cmyk.github.io/jah-databases-data-1/data/names-orom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Oromo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Oromo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Oromo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Oromo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Chaltu - Oromo feminine given name  [JAH-NMO2-000001]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Chaltu is a feminine given name in Oromo. Meaning: A classic Oromo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Tolosa - Oromo masculine given name  [JAH-NMO2-000002]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Tolosa is a masculine given name in Oromo. Meaning: A classic Oromo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Girma - Oromo masculine given name  [JAH-NMO2-000003]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Girma is a masculine given name in Oromo. Meaning: Amazing..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Ayantu - Oromo feminine given name  [JAH-NMO2-000004]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Ayantu is a feminine given name in Oromo. Meaning: A popular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Diba - Oromo masculine given name  [JAH-NMO2-000005]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Diba is a masculine given name in Oromo. Meaning: A traditional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JAH-NMO2-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Oromo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Oromo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https://justinahiggins614-cmyk.github.io/jah-databases/db/names-oromo/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https://justinahiggins614-cmyk.github.io/jah-databases-data-1/data/names-oromo/index.jsonl.gz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
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cord-to-program-linkage-signature/" TargetMode="External"/><Relationship Id="rId3" Type="http://schemas.openxmlformats.org/officeDocument/2006/relationships/hyperlink" Target="https://justinahiggins614-cmyk.github.io/jah-databases-data-1/data/record-to-program-linkag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Record-to-Program Linkage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record-to-program methods — original techniques for compiling records into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Record-to-Program Linkage Database holds 20 signature record-program linkages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record-to-program methods — original techniques for compiling records into software.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record-compiler pattern  [JAH-RPL-S-000001]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architecture pattern: records compile to programs through explicit, versioned mappings.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config-from-db  [JAH-RPL-S-000002]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operations practice: configuration lives in the database and generates config files.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template-binding  [JAH-RPL-S-000003]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content practice: templates in the database bind variables at generation 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executable-orgchart  [JAH-RPL-S-000004]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workflow idea: the org chart compiles into approval workflows.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spec-to-sdk  [JAH-RPL-S-000005]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API practice: SDKs are generated from spec records, never hand-written.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record-program linkage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JAH-RPL-S-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Record-Program Linkage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record-to-program methods — original techniques for compiling records into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https://justinahiggins614-cmyk.github.io/jah-databases/db/record-to-program-linkage-signature/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https://justinahiggins614-cmyk.github.io/jah-databases-data-1/data/record-to-program-linkage-signature/index.jsonl.gz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
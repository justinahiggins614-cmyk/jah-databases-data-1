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rruption-detection-scanner-signature/" TargetMode="External"/><Relationship Id="rId3" Type="http://schemas.openxmlformats.org/officeDocument/2006/relationships/hyperlink" Target="https://justinahiggins614-cmyk.github.io/jah-databases-data-1/data/archive-toolkit-corruption-detection-scan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Corruption Detection Scanner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damaged files and invalid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Corruption Detection Scanner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damaged files and invalid structures.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Checksum verification — Corruption Detection Scanner (Signature)  [JAH-ATK226S-0001]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corruption detection scanner hunts for damaged files and inv…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Format structure parsing — Corruption Detection Scanner (Signature)  [JAH-ATK226S-0002]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corruption detection scanner hunts for damaged files and inv…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Truncation detection — Corruption Detection Scanner (Signature)  [JAH-ATK226S-0003]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corruption detection scanner hunts for damaged files and inv…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Record-level validation — Corruption Detection Scanner (Signature)  [JAH-ATK226S-0004]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corruption detection scanner hunts for damaged files and inv…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Cross-reference integrity — Corruption Detection Scanner (Signature)  [JAH-ATK226S-0005]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corruption detection scanner hunts for damaged files and inv…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Corruption Detection Scanner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damaged files and invalid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https://justinahiggins614-cmyk.github.io/jah-databases/db/archive-toolkit-corruption-detection-scanner-signature/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https://justinahiggins614-cmyk.github.io/jah-databases-data-1/data/archive-toolkit-corruption-detection-scanner-signature/index.jsonl.gz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
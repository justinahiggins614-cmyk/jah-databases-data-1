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ndering-pipeline-compatibility/" TargetMode="External"/><Relationship Id="rId3" Type="http://schemas.openxmlformats.org/officeDocument/2006/relationships/hyperlink" Target="https://justinahiggins614-cmyk.github.io/jah-databases-data-1/data/rendering-pipeline-compati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Rendering Pipeline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Vulkan, DirectX 12, Metal, and WebGPU: making rendering pipelines work across graphics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Rendering Pipeline Compatibility Database holds 20 rendering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Vulkan, DirectX 12, Metal, and WebGPU: making rendering pipelines work across graphics APIs.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Vulkan to DirectX 12 Translation  [JAH-RPC-000001]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Explicit APIs map reasonably: command buffers, pipelines, descriptors have analogues. The translation is mechanical but verbose. Explicitness translates.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HLSL to SPIR-V Compilation  [JAH-RPC-000002]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DirectX shaders compile to SPIR-V for Vulkan via DXC; the path is well-trodden. One source, two APIs. Shaders get portable.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Metal Shader Conversion  [JAH-RPC-000003]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Metal Shading Language differs most; conversion tools translate from HLSL/SPIR-V with caveats. The differences are real. Translation needs care.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WebGPU as Common Target  [JAH-RPC-000004]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WebGPU's API is the portable subset; targeting it covers browsers and (via Dawn) native. The subset is the interop point. Portability through subsetting.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Render Pass Compatibility  [JAH-RPC-000005]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 passes map across APIs with different attachment semantics; the translation preserves the dependencies. Passes get portable. Dependencies get kept.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rendering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JAH-RPC-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Renderer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Vulkan, DirectX 12, Metal, and WebGPU: making rendering pipelines work across graphics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https://justinahiggins614-cmyk.github.io/jah-databases/db/rendering-pipeline-compatibility/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https://justinahiggins614-cmyk.github.io/jah-databases-data-1/data/rendering-pipeline-compatibility/index.jsonl.gz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
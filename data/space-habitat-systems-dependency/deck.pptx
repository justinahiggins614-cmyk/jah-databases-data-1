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ace-habitat-systems-dependency/" TargetMode="External"/><Relationship Id="rId3" Type="http://schemas.openxmlformats.org/officeDocument/2006/relationships/hyperlink" Target="https://justinahiggins614-cmyk.github.io/jah-databases-data-1/data/space-habitat-systems-dependen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Space Habitat Systems 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System dependencies for keeping space habitats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Space Habitat Systems Dependency Database holds 20 system dependencys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 dependencies for keeping space habitats alive.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ECLSS Air Revitalization  [JAH-SHSD-000001]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CO2 and supplies oxygen; the most critical life-support function. Recorded facts — System: ECLSS Air Revitalization; Depends on: power, thermal; Criticality: critical. Used by habitat designe…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Water Recovery  [JAH-SHSD-000002]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Reclaims water from humidity and urine; loss means rationing within days. Recorded facts — System: Water Recovery; Depends on: power; Criticality: critical. Used by habitat designers and mission plan…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Power Distribution  [JAH-SHSD-000003]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Routes power from arrays or reactors to every subsystem. Recorded facts — System: Power Distribution; Depends on: generation; Criticality: critical. Used by habitat designers and mission planners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Thermal Control  [JAH-SHSD-000004]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Rejects waste heat via radiators; overheating kills electronics fast. Recorded facts — System: Thermal Control; Depends on: power, radiators; Criticality: critical. Used by habitat designers and miss…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Pressure Shell  [JAH-SHSD-000005]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Holds breathable atmosphere against vacuum. Recorded facts — System: Pressure Shell; Depends on: structure; Criticality: critical. Used by habitat designers and mission planners to find single points…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system dependency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Space Habitat Systems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 dependencies for keeping space habitats alive.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https://justinahiggins614-cmyk.github.io/jah-databases/db/space-habitat-systems-dependency/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https://justinahiggins614-cmyk.github.io/jah-databases-data-1/data/space-habitat-systems-dependency/index.jsonl.gz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
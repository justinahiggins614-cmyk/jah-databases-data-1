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st-driven-macro-expansion-engines-signature/" TargetMode="External"/><Relationship Id="rId3" Type="http://schemas.openxmlformats.org/officeDocument/2006/relationships/hyperlink" Target="https://justinahiggins614-cmyk.github.io/jah-databases-data-1/data/ast-driven-macro-expansion-eng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AST-Driven Macro Expansion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Programs that write programs — macro systems and AST transformers across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AST-Driven Macro Expansion Engines Database holds 15 macro expansion engines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Programs that write programs — macro systems and AST transformers across languages.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SigMacro-Hyg  [JAH-ADME-S-000001]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hygienic macros with scope graphs preventing capture bugs. Kind: hygienic. Expands Sig AST. Example: sigmacro unless ....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SigMacro-Proc  [JAH-ADME-S-000002]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procedural macros running in a sandboxed compile-time VM. Kind: procedural. Expands token streams. Example: #[sig_derive(...)].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SigQuote  [JAH-ADME-S-000003]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typed quotation with automatic hygiene and source maps. Kind: typed quote. Expands quoted Sig AST. Example: sigquote { ... }.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SigDSL-Embed  [JAH-ADME-S-000004]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embedded DSLs with custom syntax checked at compile time. Kind: DSL embedding. Expands DSL AST. Example: sigdsl sql"...".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SigExpand-Trace  [JAH-ADME-S-000005]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macro expansion tracing showing every rewrite step. Kind: tooling. Expands traces. Example: sigexpand --trace.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macro expansion engine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JAH-ADME-S-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Macro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Programs that write programs — macro systems and AST transformers across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https://justinahiggins614-cmyk.github.io/jah-databases/db/ast-driven-macro-expansion-engines-signature/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https://justinahiggins614-cmyk.github.io/jah-databases-data-1/data/ast-driven-macro-expansion-engines-signature/index.jsonl.gz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
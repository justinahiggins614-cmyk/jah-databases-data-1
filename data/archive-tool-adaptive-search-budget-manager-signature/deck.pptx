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daptive-search-budget-manager-signature/" TargetMode="External"/><Relationship Id="rId3" Type="http://schemas.openxmlformats.org/officeDocument/2006/relationships/hyperlink" Target="https://justinahiggins614-cmyk.github.io/jah-databases-data-1/data/archive-tool-adaptive-search-budget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Adaptive Search Budget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Allocates time, compute, memory, and query limits according to task importance and expected benefit.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Adaptive Search Budget Manager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Allocates time, compute, memory, and query limits according to task importance and expected benefit.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Importance-Weighted Allocation — Core Method  [JAH-AT40S-000001]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Not all searches matter equally, so the budget manager splits the total budget — seconds, API calls, compute — across active searches in proportion to thei…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Importance-Weighted Allocation — Compounded Pattern  [JAH-AT40S-000002]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Not all searches matter equally, so the budget manager splits the total budget — seconds, API calls, compute — across active searches in proportion to thei…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Importance-Weighted Allocation — Full-System Integration  [JAH-AT40S-000003]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Not all searches matter equally, so the budget manager splits the total budget — seconds, API calls, compute — across active searches in proportion to thei…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Expected-Value Cutoff — Core Method  [JAH-AT40S-000004]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additional unit of search buys diminishing expected information, and the cutoff rule stops spending when the marginal expected value drops below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Expected-Value Cutoff — Compounded Pattern  [JAH-AT40S-000005]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additional unit of search buys diminishing expected information, and the cutoff rule stops spending when the marginal expected value drops below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JAH-AT40S-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Budget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Allocates time, compute, memory, and query limits according to task importance and expected benefit.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https://justinahiggins614-cmyk.github.io/jah-databases/db/archive-tool-adaptive-search-budget-manager-signature/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https://justinahiggins614-cmyk.github.io/jah-databases-data-1/data/archive-tool-adaptive-search-budget-manager-signature/index.jsonl.gz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
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efinition-and-terminology-resolver-signature/" TargetMode="External"/><Relationship Id="rId3" Type="http://schemas.openxmlformats.org/officeDocument/2006/relationships/hyperlink" Target="https://justinahiggins614-cmyk.github.io/jah-databases-data-1/data/archive-toolkit-definition-and-terminology-resolv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Definition and Terminology Resolver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Decides which meaning of a term applies in each domain.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Definition and Terminology Resolver Database holds 15 terminology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Decides which meaning of a term applies in each domain.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Definition and Terminology Resolver: a plain-language overview (Signature)  [JAH-ATK177S-000001]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Definition and Terminology Resolver does and why archives need it. Signature original. The Signature terminology method never lets a word float between meanings:…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Definition and Terminology Resolver works (Signature)  [JAH-ATK177S-000002]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Definition and Terminology Resolver does and why archives need it. Signature original. The Signature approach keeps a definition ledger per domain: every term-sen…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Definition and Terminology Resolver works: the deep tour (Signature)  [JAH-ATK177S-000003]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Definition and Terminology Resolver does and why archives need it. Signature original. The Signature approach keeps a definition ledger per domain: every term-sen…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Definition-pattern harvesting: the simple idea (Signature)  [JAH-ATK177S-000004]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definition-pattern harvesting - how it works inside the Definition and Terminology Resolver. Signature original. The Signature terminology method never lets a word floa…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Definition-pattern harvesting in practice (Signature)  [JAH-ATK177S-000005]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definition-pattern harvesting - how it works inside the Definition and Terminology Resolver. Signature original. The Signature approach keeps a definition ledger per do…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terminology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JAH-ATK177S-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Term Resolver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Decides which meaning of a term applies in each domain.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https://justinahiggins614-cmyk.github.io/jah-databases/db/archive-toolkit-definition-and-terminology-resolver-signature/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https://justinahiggins614-cmyk.github.io/jah-databases-data-1/data/archive-toolkit-definition-and-terminology-resolver-signature/index.jsonl.gz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
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zulu/" TargetMode="External"/><Relationship Id="rId3" Type="http://schemas.openxmlformats.org/officeDocument/2006/relationships/hyperlink" Target="https://justinahiggins614-cmyk.github.io/jah-databases-data-1/data/names-zulu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Zulu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Zulu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Zulu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Zulu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Thandiwe — Zulu given name  [JAH-NMZ-000001]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Thandiwe is a feminine given name in Zulu. It means "beloved", from Zulu thanda (love).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Sipho — Zulu given name  [JAH-NMZ-000002]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Sipho is a masculine given name in Zulu. It means "gift", from Zulu. A common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Nomvula — Zulu given name  [JAH-NMZ-000003]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Nomvula is a feminine given name in Zulu. It means "mother of rain", from Zulu mvula (rain). A feminine name honoring rain.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Mandla — Zulu given name  [JAH-NMZ-000004]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Mandla is a masculine given name in Zulu. It means "strength, power", from Nguni. A strong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Jabulani — Zulu given name  [JAH-NMZ-000005]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Jabulani is a masculine given name in Zulu. It means "be happy, rejoice", from Zulu jabula. A joyful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JAH-NMZ-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Zulu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Zulu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https://justinahiggins614-cmyk.github.io/jah-databases/db/names-zulu/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https://justinahiggins614-cmyk.github.io/jah-databases-data-1/data/names-zulu/index.jsonl.gz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
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hypothesis-explosion-and-pruning-engine/" TargetMode="External"/><Relationship Id="rId3" Type="http://schemas.openxmlformats.org/officeDocument/2006/relationships/hyperlink" Target="https://justinahiggins614-cmyk.github.io/jah-databases-data-1/data/apex-tool-hypothesis-explosion-and-pruning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Hypothesis Explosion and Pruning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diverse candidate explanations, then prioritizes them by evidence, feasibility, and testing cost — breadth first, then rigor.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Hypothesis Explosion and Pruning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diverse candidate explanations, then prioritizes them by evidence, feasibility, and testing cost — breadth first, then rigor.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Bayesian model comparison; design of experiments; multiple hypothesis tracking (MHT); Occam's razor / MDL principle.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Hypothesis Engine is  [JAH-APX23-000001]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engine runs the scientific method at machine speed: given observations, it explodes a diverse set of candidate explanations, scores each on evidence fit, feasibility, and test cost, then prunes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Hypothesis data model  [JAH-APX23-000002]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hypothesis is a record: its statement, its predictions, its evidence for and against, its feasibility assessment, its test plan with cost, and its status in the pruning lifecycle. Predictions are 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Diverse generation algorithm  [JAH-APX23-000003]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Generation explodes across strategies: variations on known explanations, analogies from other fields, mechanism-first constructions, and deliberate contrarians. Diversity is measured and enforced —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Three-axis prioritization algorithm  [JAH-APX23-000004]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Pruning scores each hypothesis on evidence fit, feasibility, and testing cost — then combines them into a priority that favors strong evidence, possible tests, and cheap experiments. A brilliant but…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Hypothesis interface specification  [JAH-APX23-000005]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submit observations and get an explosion-pruning cycle: the full generated set, the prioritized shortlist with scores, pruning reasons for the cut, and test plans for survivors. The interface…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Hypothesis Explosion and Pruning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diverse candidate explanations, then prioritizes them by evidence, feasibility, and testing cost — breadth first, then rigor.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https://justinahiggins614-cmyk.github.io/jah-databases/db/apex-tool-hypothesis-explosion-and-pruning-engine/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https://justinahiggins614-cmyk.github.io/jah-databases-data-1/data/apex-tool-hypothesis-explosion-and-pruning-engine/index.jsonl.gz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
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fula-signature/" TargetMode="External"/><Relationship Id="rId3" Type="http://schemas.openxmlformats.org/officeDocument/2006/relationships/hyperlink" Target="https://justinahiggins614-cmyk.github.io/jah-databases-data-1/data/names-ful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Fula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Fula style — new creations built from real Fula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Fula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Fula style — new creations built from real Fula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Fula Names Database from genuine Fula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Fula-style given name: Aminadiallo  [JAH-NMFS3-000001]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Aminadiallo is a Signature original Fula-style given name, created for the Signature Fula Names Database. From Amina + Diallo. It is labeled a Signature creation and is not a traditional Fula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Fula-style given name: Musabah  [JAH-NMFS3-000002]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Musabah is a Signature original Fula-style given name, created for the Signature Fula Names Database. From Musa + Bah. It is labeled a Signature creation and is not a traditional Fula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Fula-style given name: Ibrahimbarry  [JAH-NMFS3-000003]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Ibrahimbarry is a Signature original Fula-style given name, created for the Signature Fula Names Database. From Ibrahim + Barry. It is labeled a Signature creation and is not a traditional Fula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Fula-style given name: Fatimahsow  [JAH-NMFS3-000004]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Fatimahsow is a Signature original Fula-style given name, created for the Signature Fula Names Database. From Fatima + Sow. It is labeled a Signature creation and is not a traditional Fula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Fula-style given name: Abdoulayediallo  [JAH-NMFS3-000005]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Abdoulayediallo is a Signature original Fula-style given name, created for the Signature Fula Names Database. From Abdoulaye + Diallo. It is labeled a Signature creation and is not a traditional Fula…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JAH-NMFS3-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Fula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Fula style — new creations built from real Fula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https://justinahiggins614-cmyk.github.io/jah-databases/db/names-fula-signature/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https://justinahiggins614-cmyk.github.io/jah-databases-data-1/data/names-fula-signature/index.jsonl.gz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
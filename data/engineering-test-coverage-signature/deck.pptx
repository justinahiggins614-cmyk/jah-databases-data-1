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gineering-test-coverage-signature/" TargetMode="External"/><Relationship Id="rId3" Type="http://schemas.openxmlformats.org/officeDocument/2006/relationships/hyperlink" Target="https://justinahiggins614-cmyk.github.io/jah-databases-data-1/data/engineering-test-coverag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Engineering Test Coverage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coverage metrics that show how thoroughly engineering tests exercise a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Engineering Test Coverage Database holds 20 coverage metrics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coverage metrics that show how thoroughly engineering tests exercise a system.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Line Coverage  [JAH-ETC-S-000001]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Fraction of executable lines run at least once by the test suite. Recorded facts — Metric: Line Coverage; Measures: lines executed; Target: 80%. Used by test engineers and safety…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Branch Coverage  [JAH-ETC-S-000002]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Fraction of branch outcomes (true/false) exercised. Recorded facts — Metric: Branch Coverage; Measures: decisions; Target: 75%. Used by test engineers and safety assessors to argu…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Function Coverage  [JAH-ETC-S-000003]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Fraction of functions or methods called at least once. Recorded facts — Metric: Function Coverage; Measures: functions; Target: 90%. Used by test engineers and safety assessors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Statement Coverage  [JAH-ETC-S-000004]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Fraction of statements executed; the weakest useful metric. Recorded facts — Metric: Statement Coverage; Measures: statements; Target: 80%. Used by test engineers and safety asses…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MC/DC  [JAH-ETC-S-000005]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Modified condition/decision coverage: each condition shown to independently affect the outcome. Recorded facts — Metric: MC/DC; Measures: logic; Target: 100% (avionics). Used by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coverage metric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JAH-ETC-S-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Engineering Test Coverage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coverage metrics that show how thoroughly engineering tests exercise a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https://justinahiggins614-cmyk.github.io/jah-databases/db/engineering-test-coverage-signature/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https://justinahiggins614-cmyk.github.io/jah-databases-data-1/data/engineering-test-coverage-signature/index.jsonl.gz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
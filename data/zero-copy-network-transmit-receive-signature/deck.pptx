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zero-copy-network-transmit-receive-signature/" TargetMode="External"/><Relationship Id="rId3" Type="http://schemas.openxmlformats.org/officeDocument/2006/relationships/hyperlink" Target="https://justinahiggins614-cmyk.github.io/jah-databases-data-1/data/zero-copy-network-transmit-receiv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Zero-Copy Network Transmit/Receive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Techniques that move network data with zero CPU copies.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Zero-Copy Network Transmit/Receive Database holds 15 zero-copy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that move network data with zero CPU copies.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sendfile() Transfers  [JAH-ZCN-S-000001]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Transfers files to sockets with sendfile, avoiding userspace copies entirely. Data moves from page cache to the NIC via DMA; the application never touches the bytes. Static file servers live on it.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splice() Pipelines  [JAH-ZCN-S-000002]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Moves data between file descriptors with splice through kernel pipes, zero-copy. Proxies shuffle bytes from socket to socket without userspace involvement. It is the generic zero-copy plumbing. This…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MSG_ZEROCOPY Sockets  [JAH-ZCN-S-000003]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Transmits with MSG_ZEROCOPY so the kernel DMaes from userspace buffers. Completion notifications tell the app when buffers are safe to reuse. It brings zero-copy transmit to normal sockets. This is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DMA-BUF Sharing  [JAH-ZCN-S-000004]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Shares DMA buffers between devices with DMA-BUF file descriptors. A camera buffer goes straight to the GPU or NIC without copies; exporters and importers coordinate via fences. It is the Linux zero-c…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Page Flipping  [JAH-ZCN-S-000005]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Flips pages between the network stack and application instead of copying. The receiver's pages become the application's pages; only metadata moves. It is the oldest zero-copy trick, still effective.…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zero-copy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JAH-ZCN-S-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Zero-Copy Network Transmit/Receive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that move network data with zero CPU copies.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https://justinahiggins614-cmyk.github.io/jah-databases/db/zero-copy-network-transmit-receive-signature/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https://justinahiggins614-cmyk.github.io/jah-databases-data-1/data/zero-copy-network-transmit-receive-signature/index.jsonl.gz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
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ce-proof-database-signature/" TargetMode="External"/><Relationship Id="rId3" Type="http://schemas.openxmlformats.org/officeDocument/2006/relationships/hyperlink" Target="https://justinahiggins614-cmyk.github.io/jah-databases-data-1/data/science-proof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Science Proof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Signature-authored summaries of established scientific evidence, honestly status-labeled.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Science Proof Database holds 20 science proofs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Signature-authored summaries of established scientific evidence, honestly status-labeled.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Photon, Simply  [JAH-SPROOF-S-000001]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EVIDENCE: Light ejects electrons from metals. Signature summary: light arrives in lumps called photons, each carrying energy proportional to frequency. A metal holds its electrons with a grip called…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Waves of Matter  [JAH-SPROOF-S-000002]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EVIDENCE: Single particles interfere. Signature summary: everything is a little bit wave. Electrons fired one at a time still paint interference fringes, dot by dot, as if each explores every path.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No Aether  [JAH-SPROOF-S-000003]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EVIDENCE: Light speed is direction-independent. Signature summary: physicists expected light to surf an invisible aether and change speed with Earth's motion. Michelson and Morley built the most sens…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Seeing Molecules  [JAH-SPROOF-S-000004]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EVIDENCE: Atoms are real. Signature summary: you can't see molecules, but you can watch them shove. Pollen grains in water jitter because water molecules batter them unevenly; Einstein turned the jit…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Lumpy Charge  [JAH-SPROOF-S-000005]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EVIDENCE: Charge is quantized. Signature summary: electricity doesn't flow as a smooth fluid — it comes in identical lumps, each the electron's charge. Millikan watched single oil drops hang between…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science proof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JAH-SPROOF-S-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Evidence Examiner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Signature-authored summaries of established scientific evidence, honestly status-labeled.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https://justinahiggins614-cmyk.github.io/jah-databases/db/science-proof-database-signature/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https://justinahiggins614-cmyk.github.io/jah-databases-data-1/data/science-proof-database-signature/index.jsonl.gz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
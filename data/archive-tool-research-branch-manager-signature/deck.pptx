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research-branch-manager-signature/" TargetMode="External"/><Relationship Id="rId3" Type="http://schemas.openxmlformats.org/officeDocument/2006/relationships/hyperlink" Target="https://justinahiggins614-cmyk.github.io/jah-databases-data-1/data/archive-tool-research-branch-manag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Research Branch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Explores alternative search paths and prioritizes the most promising 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Research Branch Manager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Explores alternative search paths and prioritizes the most promising ones.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Research Branch Manager,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Branch spawning from decision points (foundational)  [JAH-AT75S-000001]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Whenever the search reaches a fork, such as two plausible query interpretations, the manager spawns a branch per option instead of committing to one. Each branch carries its own q…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Branch spawning from decision points (compounded)  [JAH-AT75S-000002]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Whenever the search reaches a fork, such as two plausible query interpretations, the manager spawns a branch per option instead of committing to one. Each branch carries its own q…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Branch spawning from decision points (production)  [JAH-AT75S-000003]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Whenever the search reaches a fork, such as two plausible query interpretations, the manager spawns a branch per option instead of committing to one. Each branch carries its own q…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Promise-based branch prioritization (foundational)  [JAH-AT75S-000004]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Branches are kept in a priority queue ordered by promise score: early result quality times the branch's remaining budget. The manager always works the most promising branch next,…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Promise-based branch prioritization (compounded)  [JAH-AT75S-000005]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Branches are kept in a priority queue ordered by promise score: early result quality times the branch's remaining budget. The manager always works the most promising branch next,…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JAH-AT75S-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Branch Manager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Explores alternative search paths and prioritizes the most promising 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https://justinahiggins614-cmyk.github.io/jah-databases/db/archive-tool-research-branch-manager-signature/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https://justinahiggins614-cmyk.github.io/jah-databases-data-1/data/archive-tool-research-branch-manager-signature/index.jsonl.gz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
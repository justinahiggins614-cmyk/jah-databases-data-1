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telligence-benchmark-civilization-signature/" TargetMode="External"/><Relationship Id="rId3" Type="http://schemas.openxmlformats.org/officeDocument/2006/relationships/hyperlink" Target="https://justinahiggins614-cmyk.github.io/jah-databases-data-1/data/apex-tool-universal-intelligence-benchmark-civi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Intelligence Benchmark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Intelligence Benchmark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Forging Trials  [JAH-APX87S-000001]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trial-forge builds fixed task batteries — search, reasoning, code, retrieval, verification, reliability — each task deliberate.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Gold in the Vault  [JAH-APX87S-000002]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 answers rest in the gold vault with provenance chains — who wrote them, who reviewed them, what they prove.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Just Scales  [JAH-APX87S-000003]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rubric engine weighs answers by criteria with partial credit — near-misses earn their due, nonsense earns nothing.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Leak Hound  [JAH-APX87S-000004]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hound sniffs training corpora for battery content. A leaked battery is a dead battery — the hound sees to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Stone Tablets  [JAH-APX87S-000005]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Battery versions are carved in stone: immutable, dated, comparable. A 2024 score means the same thing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Intelligence Benchmark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https://justinahiggins614-cmyk.github.io/jah-databases/db/apex-tool-universal-intelligence-benchmark-civilization-signature/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https://justinahiggins614-cmyk.github.io/jah-databases-data-1/data/apex-tool-universal-intelligence-benchmark-civilization-signature/index.jsonl.gz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
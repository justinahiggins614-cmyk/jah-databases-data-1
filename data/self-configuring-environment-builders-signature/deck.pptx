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configuring-environment-builders-signature/" TargetMode="External"/><Relationship Id="rId3" Type="http://schemas.openxmlformats.org/officeDocument/2006/relationships/hyperlink" Target="https://justinahiggins614-cmyk.github.io/jah-databases-data-1/data/self-configuring-environment-build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Self-Configuring Environment Builders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Development environments that assemble themselves: dependency resolution, hermetic builds, secrets, and drift repair.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Self-Configuring Environment Builders Database holds 15 environments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Development environments that assemble themselves: dependency resolution, hermetic builds, secrets, and drift repair.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Explainable Dependency Solver  [JAH-SCE-S-000001]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when resolution fails, the solver explains the conflict in plain language - which packages demand incompatible versions - instead of dumping solver internals. Explanations sugge…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Verified-Hermetic Builds  [JAH-SCE-S-000002]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hermeticity is verified by tracing syscalls during the build and failing on any undeclared access. The seal is tested, not assumed. Signature-labeled; an original JAH design,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Schema-Checked Environment  [JAH-SCE-S-000003]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variable is validated against a schema - type, format, allowed values - at environment build time. Misconfiguration fails fast with a clear message.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Ephemeral Secret Injection  [JAH-SCE-S-000004]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injected secrets live only in memory with automatic expiry and are wiped on process exit - there is never a secret file to find. TTLs are short by default.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Minimal-Layer Images  [JAH-SCE-S-000005]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builder analyzes layer contents and merges redundant layers automatically, keeping images minimal without manual Dockerfile tuning. Bloat reports show what each layer costs.…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environment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Environment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Development environments that assemble themselves: dependency resolution, hermetic builds, secrets, and drift repair.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https://justinahiggins614-cmyk.github.io/jah-databases/db/self-configuring-environment-builders-signature/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https://justinahiggins614-cmyk.github.io/jah-databases-data-1/data/self-configuring-environment-builders-signature/index.jsonl.gz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
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source-to-source-transpilation/" TargetMode="External"/><Relationship Id="rId3" Type="http://schemas.openxmlformats.org/officeDocument/2006/relationships/hyperlink" Target="https://justinahiggins614-cmyk.github.io/jah-databases-data-1/data/universal-source-to-source-transpi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Source-to-Source Transpilation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Converting source code between languages and dialects: lexing, parsing, AST transforms, and faithful code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Source-to-Source Transpilation Database holds 15 transpilers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Converting source code between languages and dialects: lexing, parsing, AST transforms, and faithful code generation.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Lexer Token Streams  [JAH-UNIVER3-000001]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Breaks raw source text into a stream of tokens - keywords, identifiers, literals, operators - which is the first step of any transpiler. A correct lexer handles edge cases like nested comments and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Recursive-Descent Parsers  [JAH-UNIVER3-000002]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the syntax tree with a set of mutually recursive functions, one per grammar rule, which makes the parser easy to read and debug. Hand-written recursive descent gives precise error messages 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 Normalization  [JAH-UNIVER3-000003]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Rewrites the parsed tree into a canonical shape - flattening nested expressions, desugaring shortcuts - so later passes deal with fewer cases. Normalization shrinks the transform logic dramatically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Desugaring Passes  [JAH-UNIVER3-000004]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Expands syntactic sugar - async/await, spread, optional chaining - into simpler core constructs the backend already understands. Desugaring early lets the transpiler support new syntax by adding smal…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Polyfill Injection  [JAH-UNIVER3-000005]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modern APIs used in the source and injects small compatibility shims so the output runs on older runtimes. Injection is usage-driven - only the APIs actually referenced get polyfilled - keepi…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transpiler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JAH-UNIVER3-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Transpiler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Converting source code between languages and dialects: lexing, parsing, AST transforms, and faithful code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https://justinahiggins614-cmyk.github.io/jah-databases/db/universal-source-to-source-transpilation/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https://justinahiggins614-cmyk.github.io/jah-databases-data-1/data/universal-source-to-source-transpilation/index.jsonl.gz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
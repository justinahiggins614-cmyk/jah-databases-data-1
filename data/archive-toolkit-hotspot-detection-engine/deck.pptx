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hotspot-detection-engine/" TargetMode="External"/><Relationship Id="rId3" Type="http://schemas.openxmlformats.org/officeDocument/2006/relationships/hyperlink" Target="https://justinahiggins614-cmyk.github.io/jah-databases-data-1/data/archive-toolkit-hotspot-detection-engin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Hotspot Detection Engine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overloaded databases, indexes, or storage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Hotspot Detection Engine Database holds 15 maintenance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overloaded databases, indexes, or storage nodes.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Public-harvest: documents established, real-world methods for hotspot detection engine; fact-checked public knowledge.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Per-node load tracking — Hotspot Detection Engine  [JAH-ATK233-0001]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hotspot detection engine finds the overloaded corners of the system — the database, index shard, or storage node absorbing far more than its share of traffic. Hotspots cause the worst outages: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Peer comparison — Hotspot Detection Engine  [JAH-ATK233-0002]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hotspot detection engine finds the overloaded corners of the system — the database, index shard, or storage node absorbing far more than its share of traffic. Hotspots cause the worst outages: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Historical baselines — Hotspot Detection Engine  [JAH-ATK233-0003]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hotspot detection engine finds the overloaded corners of the system — the database, index shard, or storage node absorbing far more than its share of traffic. Hotspots cause the worst outages: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Hot key detection — Hotspot Detection Engine  [JAH-ATK233-0004]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hotspot detection engine finds the overloaded corners of the system — the database, index shard, or storage node absorbing far more than its share of traffic. Hotspots cause the worst outages: ev…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Traffic attribution — Hotspot Detection Engine  [JAH-ATK233-0005]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hotspot detection engine finds the overloaded corners of the system — the database, index shard, or storage node absorbing far more than its share of traffic. Hotspots cause the worst outages: ev…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maintenance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JAH-ATK233-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Hotspot Detection Engine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overloaded databases, indexes, or storage nodes.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https://justinahiggins614-cmyk.github.io/jah-databases/db/archive-toolkit-hotspot-detection-engine/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https://justinahiggins614-cmyk.github.io/jah-databases-data-1/data/archive-toolkit-hotspot-detection-engine/index.jsonl.gz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
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sted-archive-traverser-signature/" TargetMode="External"/><Relationship Id="rId3" Type="http://schemas.openxmlformats.org/officeDocument/2006/relationships/hyperlink" Target="https://justinahiggins614-cmyk.github.io/jah-databases-data-1/data/archive-toolkit-nested-archive-trave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Nested Archive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Nested Archive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Recursive descent — Nested Archive Traverser  [JAH-ATK133S-00001]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Traversers descend into member archives recursively, treating each as a new root. Recursion naturally models nesting. Depth-first recursion matches archive structure.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Depth caps — Nested Archive Traverser  [JAH-ATK133S-00002]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Nesting depth is capped (often 5-10) to bound adversarial 'zip bomb' chains. Caps turn exponential blowup into a clean error. Limits are a security control. This record documents…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Cycle detection — Nested Archive Traverser  [JAH-ATK133S-00003]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Hard-linked or repeated archives can cycle; identity-based visited sets stop infinite descent. Cycles are rare but fatal without guards. Guards keep traversal total.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Virtual path naming — Nested Archive Traverser  [JAH-ATK133S-00004]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Members get virtual paths like outer.zip/inner.zip/file.txt. Virtual paths address nested content uniformly. Naming makes nesting addressable. This record documents a Signature-a…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Lazy member loading — Nested Archive Traverser  [JAH-ATK133S-00005]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Inner archives load only when the user expands them. Laziness keeps huge nestings responsive. On-demand descent scales. This record documents a Signature-authored original method…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Nested Archive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archives containing other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https://justinahiggins614-cmyk.github.io/jah-databases/db/archive-toolkit-nested-archive-traverser-signature/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https://justinahiggins614-cmyk.github.io/jah-databases-data-1/data/archive-toolkit-nested-archive-traverser-signature/index.jsonl.gz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
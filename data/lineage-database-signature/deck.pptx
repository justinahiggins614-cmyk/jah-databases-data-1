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neage-database-signature/" TargetMode="External"/><Relationship Id="rId3" Type="http://schemas.openxmlformats.org/officeDocument/2006/relationships/hyperlink" Target="https://justinahiggins614-cmyk.github.io/jah-databases-data-1/data/lineage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Lineage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lineage methods and evidence disciplines.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Lineage Database holds 15 signature lineage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lineage methods and evidence disciplines.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Evidence Ladder  [JAH-LINES-000001]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ladder for weighing lineage claims: demand the document, check the archive, note the gaps, and place the claim on the proven-to-word-of-mouth ladder — never higher than the evide…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Archive-First Rule  [JAH-LINES-000002]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rule: trace lineage through archives (registers, charters, court rolls) before histories, and through histories before traditions. The rule's exercise is to take one famous linea…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Gap Marker  [JAH-LINES-000003]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marking habit: every gap in a lineage is drawn as a visible gap — a dotted line, a question mark, a dated note — never smoothed over. The habit's motto is that an honest gap beat…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Tradition Respect Protocol  [JAH-LINES-000004]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protocol: traditional lineages are recorded as the community's own account, labeled TRADITION, and never 'debunked' as sport — the database records what people claim and how stro…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Statistical Honesty Check  [JAH-LINES-000005]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check for statistical lineage claims ('we are all descended from X'): reproduce the pedigree math, state the assumptions, and label the result STATISTICAL — a statement about pop…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lineage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JAH-LINES-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Lineage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lineage methods and evidence disciplines.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https://justinahiggins614-cmyk.github.io/jah-databases/db/lineage-database-signature/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https://justinahiggins614-cmyk.github.io/jah-databases-data-1/data/lineage-database-signature/index.jsonl.gz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
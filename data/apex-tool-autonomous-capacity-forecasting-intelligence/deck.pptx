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apacity-forecasting-intelligence/" TargetMode="External"/><Relationship Id="rId3" Type="http://schemas.openxmlformats.org/officeDocument/2006/relationships/hyperlink" Target="https://justinahiggins614-cmyk.github.io/jah-databases-data-1/data/apex-tool-autonomous-capacity-forecasting-intellig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Capacity Forecasting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Capacity Forecasting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Usage Collector  [JAH-APX75-000001]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Gathers clean historical usage series per resource — the honest past every forecast stands 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Trend Fitter  [JAH-APX75-000002]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growth trends — linear, exponential, logistic — choosing by evidence, not habit.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Seasonality Modeler  [JAH-APX75-000003]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Separates daily, weekly, and yearly cycles from the trend, so forecasts know about Mondays and Decembers.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 Adjuster  [JAH-APX75-000004]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Adjusts for known future events — launches, migrations, holidays — that history alone cannot predict.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Scenario Projector  [JAH-APX75-000005]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Projects low, base, and high scenarios instead of one false-precise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Capacity Forecasting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https://justinahiggins614-cmyk.github.io/jah-databases/db/apex-tool-autonomous-capacity-forecasting-intelligence/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https://justinahiggins614-cmyk.github.io/jah-databases-data-1/data/apex-tool-autonomous-capacity-forecasting-intelligence/index.jsonl.gz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
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lectronics-fault-isolation-signature/" TargetMode="External"/><Relationship Id="rId3" Type="http://schemas.openxmlformats.org/officeDocument/2006/relationships/hyperlink" Target="https://justinahiggins614-cmyk.github.io/jah-databases-data-1/data/electronics-fault-iso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Electronics Fault Isolation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Boundary scan, in-circuit test, and systematic techniques that isolate faults in electronic assemblies.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Electronics Fault Isolation Database holds 20 fault isolation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Boundary scan, in-circuit test, and systematic techniques that isolate faults in electronic assemblies.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Scan Weaver  [JAH-EFI-S-000001]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weaves boundary scan with functional test into one flow: the scan finds the structural fault, the functional test confirms the fix. The weave covers both worlds. Nothing hides 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Fixture Gardener  [JAH-EFI-S-000002]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ICT fixtures by growing test coverage from the schematic automatically: every net gets its probe point planned. The garden is complete. Coverage is cultivated.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Probe Choreographer  [JAH-EFI-S-000003]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choreographs flying probes for minimum test time: the traveling salesman of test points. The dance is optimal. Prototypes test fast.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Behavior Oracle  [JAH-EFI-S-000004]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oracle that knows the board's correct behavior from the design and judges functional tests automatically. The oracle never misses a deviation. Behavior gets judged fairly.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Vision Gardener  [JAH-EFI-S-000005]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AOI templates by growing them from good boards, learning the acceptable variation. The garden tolerates real variance. False calls wither.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fault isolation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JAH-EFI-S-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Faultfinder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Boundary scan, in-circuit test, and systematic techniques that isolate faults in electronic assemblies.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https://justinahiggins614-cmyk.github.io/jah-databases/db/electronics-fault-isolation-signature/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https://justinahiggins614-cmyk.github.io/jah-databases-data-1/data/electronics-fault-isolation-signature/index.jsonl.gz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
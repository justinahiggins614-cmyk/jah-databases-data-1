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danish-signature/" TargetMode="External"/><Relationship Id="rId3" Type="http://schemas.openxmlformats.org/officeDocument/2006/relationships/hyperlink" Target="https://justinahiggins614-cmyk.github.io/jah-databases-data-1/data/names-danish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Danish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Original Signature names in the Danish style — new creations built from real Danish word-roots, clearly labeled Signature.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Danish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Original Signature names in the Danish style — new creations built from real Danish word-roots, clearly labeled Signature.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original: a new name created for the Signature Danish Names Database from genuine Danish word-roots. Labeled a Signature creation; not a traditional name.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Danish-style given name: Jenslind  [JAH-NMDS3-000001]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Jenslind is a Signature original Danish-style given name, created for the Signature Danish Names Database. From Jens + lind (lime/linden). It is labeled a Signature creation and is not a traditional…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Danish-style given name: Mettehav  [JAH-NMDS3-000002]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Mettehav is a Signature original Danish-style given name, created for the Signature Danish Names Database. From Mette + hav (sea): 'pearl of the sea'. It is labeled a Signature creation and is not 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Danish-style given name: Larsbjorn  [JAH-NMDS3-000003]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Larsbjorn is a Signature original Danish-style given name, created for the Signature Danish Names Database. From Lars + bjorn (bear). It is labeled a Signature creation and is not a traditional Danis…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Danish-style given name: Annefryd  [JAH-NMDS3-000004]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Annefryd is a Signature original Danish-style given name, created for the Signature Danish Names Database. From Anne + fryd (joy): 'graceful joy'. It is labeled a Signature creation and is not a trad…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Danish-style given name: Peterstrand  [JAH-NMDS3-000005]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Peterstrand is a Signature original Danish-style given name, created for the Signature Danish Names Database. From Peter + strand (beach). It is labeled a Signature creation and is not a traditional…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JAH-NMDS3-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Danish Names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Original Signature names in the Danish style — new creations built from real Danish word-roots, clearly labeled Signature.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https://justinahiggins614-cmyk.github.io/jah-databases/db/names-danish-signature/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https://justinahiggins614-cmyk.github.io/jah-databases-data-1/data/names-danish-signature/index.jsonl.gz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
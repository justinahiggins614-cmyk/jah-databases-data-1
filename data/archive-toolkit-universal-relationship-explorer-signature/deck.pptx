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relationship-explorer-signature/" TargetMode="External"/><Relationship Id="rId3" Type="http://schemas.openxmlformats.org/officeDocument/2006/relationships/hyperlink" Target="https://justinahiggins614-cmyk.github.io/jah-databases-data-1/data/archive-toolkit-universal-relationship-explor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Relationship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Traverses, inspects, and explains connections across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Relationship Explorer Database holds 15 explorer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Traverses, inspects, and explains connections across the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Universal Relationship Explorer: a plain-language overview (Signature)  [JAH-ATK200S-000001]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Universal Relationship Explorer does and why archives need it. Signature original. The Signature explorer walks connections with every step explained: each hop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Universal Relationship Explorer works (Signature)  [JAH-ATK200S-000002]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Universal Relationship Explorer does and why archives need it. Signature original. The Signature approach traverses with fixed, recorded rules — edge-type filters…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Universal Relationship Explorer works: the deep tour (Signature)  [JAH-ATK200S-000003]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Universal Relationship Explorer does and why archives need it. Signature original. The Signature approach traverses with fixed, recorded rules — edge-type filters…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Breadth-first traversal with path explanations: the simple idea (Signature)  [JAH-ATK200S-000004]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breadth-first traversal with path explanations - how it works inside the Universal Relationship Explorer. Signature original. The Signature explorer walks connections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Breadth-first traversal with path explanations in practice (Signature)  [JAH-ATK200S-000005]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breadth-first traversal with path explanations - how it works inside the Universal Relationship Explorer. Signature original. The Signature approach traverses with fixe…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explorer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Relation Explorer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Traverses, inspects, and explains connections across the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https://justinahiggins614-cmyk.github.io/jah-databases/db/archive-toolkit-universal-relationship-explorer-signature/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https://justinahiggins614-cmyk.github.io/jah-databases-data-1/data/archive-toolkit-universal-relationship-explorer-signature/index.jsonl.gz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
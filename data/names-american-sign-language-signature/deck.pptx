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merican-sign-language-signature/" TargetMode="External"/><Relationship Id="rId3" Type="http://schemas.openxmlformats.org/officeDocument/2006/relationships/hyperlink" Target="https://justinahiggins614-cmyk.github.io/jah-databases-data-1/data/names-american-sign-langua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American Sign Language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name-sign concepts in ASL style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American Sign Language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name-sign concepts in ASL style — new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American Sign Language Names Database from genuine American Sign Language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American Sign Language-style given name: Sign-Solarem  [JAH-NMASLS-000001]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Sign-Solarem is a Signature original American Sign Language-style given name, created for the Signature American Sign Language Names Database. Name-sign concept: sun-handshape at the temple, 'bright…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American Sign Language-style given name: Sign-Lunavem  [JAH-NMASLS-000002]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Sign-Lunavem is a Signature original American Sign Language-style given name, created for the Signature American Sign Language Names Database. Name-sign concept: moon-handshape circling, 'night singe…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American Sign Language-style given name: Sign-Terralon  [JAH-NMASLS-000003]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Sign-Terralon is a Signature original American Sign Language-style given name, created for the Signature American Sign Language Names Database. Name-sign concept: earth-handshape planted, 'grounded 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American Sign Language-style given name: Sign-Aqvamir  [JAH-NMASLS-000004]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Sign-Aqvamir is a Signature original American Sign Language-style given name, created for the Signature American Sign Language Names Database. Name-sign concept: water-handshape flowing, 'peaceful fl…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American Sign Language-style given name: Sign-Stellara  [JAH-NMASLS-000005]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Sign-Stellara is a Signature original American Sign Language-style given name, created for the Signature American Sign Language Names Database. Name-sign concept: star-handshape bursting, 'shining 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ASL Name Signs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name-sign concepts in ASL style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https://justinahiggins614-cmyk.github.io/jah-databases/db/names-american-sign-language-signature/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https://justinahiggins614-cmyk.github.io/jah-databases-data-1/data/names-american-sign-language-signature/index.jsonl.gz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
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annada/" TargetMode="External"/><Relationship Id="rId3" Type="http://schemas.openxmlformats.org/officeDocument/2006/relationships/hyperlink" Target="https://justinahiggins614-cmyk.github.io/jah-databases-data-1/data/names-kannad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Kannada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Kannada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Kannada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Kannada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Ravi - Kannada masculine given name  [JAH-NMK2-000001]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Ravi is a masculine given name in Kannada. Meaning: Sun.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Lakshmi - Kannada feminine given name  [JAH-NMK2-000002]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Lakshmi is a feminine given name in Kannada. Meaning: Goddess of fortune..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Manjunath - Kannada masculine given name  [JAH-NMK2-000003]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Manjunath is a masculine given name in Kannada. Meaning: A name of Shiva, 'lord of Manju'..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Divya - Kannada feminine given name  [JAH-NMK2-000004]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Divya is a feminine given name in Kannada. Meaning: Divine..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Prakash - Kannada masculine given name  [JAH-NMK2-000005]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Prakash is a masculine given name in Kannada. Meaning: Light. From Sanskrit.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Kannada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Kannada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https://justinahiggins614-cmyk.github.io/jah-databases/db/names-kannada/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https://justinahiggins614-cmyk.github.io/jah-databases-data-1/data/names-kannada/index.jsonl.gz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
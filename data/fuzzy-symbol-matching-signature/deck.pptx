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zzy-symbol-matching-signature/" TargetMode="External"/><Relationship Id="rId3" Type="http://schemas.openxmlformats.org/officeDocument/2006/relationships/hyperlink" Target="https://justinahiggins614-cmyk.github.io/jah-databases-data-1/data/fuzzy-symbol-match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Fuzzy Symbol Matching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Finding names that are almost right: edit distance, BK-trees, trigram indexes, phonetics — the machinery behind typo-tolerant search and fuzzy file finders.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Fuzzy Symbol Matching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names that are almost right: edit distance, BK-trees, trigram indexes, phonetics — the machinery behind typo-tolerant search and fuzzy file finders.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Levenshtein edit distance  [JAH-FUZZYS2-S-000001]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Levenshtein distance counts the minimum insertions, deletions, and substitutions to turn one string into another — the canonical definition of 'almost the same'. 'kitten' to 'sitting' is 3. Dynamic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Damerau-Levenshtein (transpositions)  [JAH-FUZZYS2-S-000002]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Real typos are often transpositions — 'teh' for 'the' — which plain Levenshtein counts as 2 edits. Damerau-Levenshtein adds transposition of adjacent characters as a single operation, matching human…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Trigram indexes  [JAH-FUZZYS2-S-000003]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Trigram indexes break every string into overlapping 3-character chunks and index chunk -&gt; strings, turning fuzzy search into set overlap. 'vector' yields vec, ect, cto, tor. A query's trigrams are lo…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BK-trees  [JAH-FUZZYS2-S-000004]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BK-tree indexes strings by edit distance so a fuzzy query only visits branches that could contain matches. Each node stores a string; children are keyed by their distance from the parent. Querying…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Jaro-Winkler similarity  [JAH-FUZZYS2-S-000005]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Jaro-Winkler scores string similarity from 0 to 1, boosting strings that match from the start — which is exactly how names and identifiers usually match. It counts matching characters within a slidin…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JAH-FUZZYS2-S-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Fuzzy Symbol Matching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names that are almost right: edit distance, BK-trees, trigram indexes, phonetics — the machinery behind typo-tolerant search and fuzzy file finders.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https://justinahiggins614-cmyk.github.io/jah-databases/db/fuzzy-symbol-matching-signature/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https://justinahiggins614-cmyk.github.io/jah-databases-data-1/data/fuzzy-symbol-matching-signature/index.jsonl.gz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
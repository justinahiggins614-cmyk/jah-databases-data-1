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kannada-signature/" TargetMode="External"/><Relationship Id="rId3" Type="http://schemas.openxmlformats.org/officeDocument/2006/relationships/hyperlink" Target="https://justinahiggins614-cmyk.github.io/jah-databases-data-1/data/names-kannada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Kannada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Kannada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Kannada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Kannada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Ravi - sound, structure, and naming power  [JAH-NMKS2-000001]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Kannada masculine name Ravi. Sound: 2 syllables, open vowels. Structure: From Sanskrit.. Recorded meaning: Sun. Naming power: the name is short, sayable, and carries one…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Lakshmi - sound, structure, and naming power  [JAH-NMKS2-000002]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Kannada feminine name Lakshmi. Sound: 2 syllables, open vowels. Structure: A traditional name of this language.. Recorded meaning: Goddess of fortune.. Naming power: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Manjunath - sound, structure, and naming power  [JAH-NMKS2-000003]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Kannada masculine name Manjunath. Sound: 3 syllables, firm consonant close. Structure: A traditional name of this language.. Recorded meaning: A name of Shiva, 'lord of…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Divya - sound, structure, and naming power  [JAH-NMKS2-000004]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Kannada feminine name Divya. Sound: 2 syllables, open vowels. Structure: A traditional name of this language.. Recorded meaning: Divine.. Naming power: the name is short…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Kannada naming framework  [JAH-NMKS2-000005]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Kannada names. Forging a new Signature name runs in four passes: sound (two to four syllables that read aloud cleanly), meaning (one plain-language gloss, never a par…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JAH-NMKS2-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Kannada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Kannada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https://justinahiggins614-cmyk.github.io/jah-databases/db/names-kannada-signature/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https://justinahiggins614-cmyk.github.io/jah-databases-data-1/data/names-kannada-signature/index.jsonl.gz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
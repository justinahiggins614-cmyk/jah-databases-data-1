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versarial-code-review-agents-signature/" TargetMode="External"/><Relationship Id="rId3" Type="http://schemas.openxmlformats.org/officeDocument/2006/relationships/hyperlink" Target="https://justinahiggins614-cmyk.github.io/jah-databases-data-1/data/adversarial-code-review-agen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Adversarial Code Review Agents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Reviewers that think like attackers: taint analysis, secret scanning, injection hunting, and severity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Adversarial Code Review Agents Database holds 15 review agents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Reviewers that think like attackers: taint analysis, secret scanning, injection hunting, and severity scoring.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Persona-Rotating Reviewers  [JAH-ACRA-S-000001]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reviewers rotate through personas - script kiddie, insider, nation-state - each finding different flaws. Coverage comes from diversity of malice. Signature-labeled; an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Precision-Tuned Taint Rules  [JAH-ACRA-S-000002]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taint rules tune precision per codebase from historical true/false positives, cutting noise while keeping recall. Tuning is continuous. Signature-labeled; an original JAH design…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Canary-Token Secret Scanning  [JAH-ACRA-S-000003]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scanner plants canary tokens in the codebase and alerts if they ever appear in logs or outbound traffic, proving exfiltration paths, not just presence. Canaries are realisti…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Reachability-Filtered SCA  [JAH-ACRA-S-000004]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alerts filter by reachability - is the vulnerable function actually called - so teams fix what matters instead of drowning in theoretical CVEs. Reachability is proven.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Injection-Tested Prompts  [JAH-ACRA-S-000005]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prompts face an adversarial test suite of injection attempts in CI, and the suite grows with every real-world attack seen. Prompts prove their resistance. Signature-labeled;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review agent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Adversarial Review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Reviewers that think like attackers: taint analysis, secret scanning, injection hunting, and severity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https://justinahiggins614-cmyk.github.io/jah-databases/db/adversarial-code-review-agents-signature/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https://justinahiggins614-cmyk.github.io/jah-databases-data-1/data/adversarial-code-review-agents-signature/index.jsonl.gz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
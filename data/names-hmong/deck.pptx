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mong/" TargetMode="External"/><Relationship Id="rId3" Type="http://schemas.openxmlformats.org/officeDocument/2006/relationships/hyperlink" Target="https://justinahiggins614-cmyk.github.io/jah-databases-data-1/data/names-hmo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Hmong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Hmong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Hmong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Hmong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Mai — Hmong given name  [JAH-NMH4-000001]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 is a feminine given name in Hmong. Of Hmong origin. One of the most common Hmong feminine given names.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Paj — Hmong given name  [JAH-NMH4-000002]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Paj is a feminine given name in Hmong. It means "flower", from Hmong (RPA). A feminine name meaning flower.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Tou — Hmong given name  [JAH-NMH4-000003]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Tou is a masculine given name in Hmong. Of Hmong origin. A common Hmong masculine given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Chue — Hmong given name  [JAH-NMH4-000004]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Chue is a masculine given name in Hmong. Of Hmong origin. A common Hmong masculine given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Ntxawm — Hmong given name  [JAH-NMH4-000005]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Ntxawm is a feminine given name in Hmong. Of Hmong (RPA) origin. A Hmong feminine name in Romanized Popular Alphabet spelling.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Hmong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Hmong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https://justinahiggins614-cmyk.github.io/jah-databases/db/names-hmong/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https://justinahiggins614-cmyk.github.io/jah-databases-data-1/data/names-hmong/index.jsonl.gz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
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architecting-software-factory/" TargetMode="External"/><Relationship Id="rId3" Type="http://schemas.openxmlformats.org/officeDocument/2006/relationships/hyperlink" Target="https://justinahiggins614-cmyk.github.io/jah-databases-data-1/data/apex-tool-self-architecting-software-fac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Self-Architecting Software Factory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Self-Architecting Software Factory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Kazman, R. et al. (2000). ATAM: Method for Architecture Evaluation. CMU SEI.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Requirements-to-Architecture (ATAM)  [JAH-APX42-000001]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Kazman's ATAM evaluates architectures against quality-attribute scenarios before building: the architecture faces its requirements in a structured review. Mismatches surface when they're cheap.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Component-Based Design (Szyperski)  [JAH-APX42-000002]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Szyperski's components: composable units with contractually specified interfaces. The factory builds from certified parts, not hand-rolled everything.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Microservice Decomposition (Newman)  [JAH-APX42-000003]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Newman's microservices: bounded contexts become independently deployable services. The factory splits along domain seams, not technical layers.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Interface-First Design  [JAH-APX42-000004]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 the APIs before the implementations: consumers and providers agree on the contract first. Interface-first makes parallel work possible and integration boring.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Architecture Decision Records (Nygard)  [JAH-APX42-000005]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Nygard's ADRs record decisions with context, options, and consequences — the architecture's memory. Future maintainers read why, not just what.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Self-Architecting Software Factory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software components and their interfaces around requirements, constraints, and measurable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https://justinahiggins614-cmyk.github.io/jah-databases/db/apex-tool-self-architecting-software-factory/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https://justinahiggins614-cmyk.github.io/jah-databases-data-1/data/apex-tool-self-architecting-software-factory/index.jsonl.gz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
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ross-architecture-binary-translation-signature/" TargetMode="External"/><Relationship Id="rId3" Type="http://schemas.openxmlformats.org/officeDocument/2006/relationships/hyperlink" Target="https://justinahiggins614-cmyk.github.io/jah-databases-data-1/data/cross-architecture-binary-transl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Cross-Architecture Binary Translation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Run binaries built for another CPU — dynamic translators, emulators, and compatibility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Cross-Architecture Binary Translation Database holds 15 binary translators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 binaries built for another CPU — dynamic translators, emulators, and compatibility layers.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SigTrans-Dyn  [JAH-CABT-S-000001]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dynamic translator with cached translations shared over the mesh. Translates any to host via cached dynarec.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SigTrans-AOT  [JAH-CABT-S-000002]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ahead-of-time translation for known binaries at install. Translates x86_64 to aarch64 via AOT rewrite.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SigTrans-Lib  [JAH-CABT-S-000003]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library wrapping mapping foreign calls to native Sig libs. Translates foreign ABI to Sig ABI via lib wrapping.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SigTrans-Sys  [JAH-CABT-S-000004]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syscall translation letting foreign binaries run on SigCell. Translates Linux ABI to SigCell via syscall shim.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SigTrans-GPU  [JAH-CABT-S-000005]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GPU ISA translation across vendors via SigIR. Translates vendor ISA to SigGPU via IR translation.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binary translator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JAH-CABT-S-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Translation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Run binaries built for another CPU — dynamic translators, emulators, and compatibility layers.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https://justinahiggins614-cmyk.github.io/jah-databases/db/cross-architecture-binary-translation-signature/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https://justinahiggins614-cmyk.github.io/jah-databases-data-1/data/cross-architecture-binary-translation-signature/index.jsonl.gz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
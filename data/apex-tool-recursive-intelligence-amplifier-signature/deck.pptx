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recursive-intelligence-amplifier-signature/" TargetMode="External"/><Relationship Id="rId3" Type="http://schemas.openxmlformats.org/officeDocument/2006/relationships/hyperlink" Target="https://justinahiggins614-cmyk.github.io/jah-databases-data-1/data/apex-tool-recursive-intelligence-amplifi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Recursive Intelligence Amplifier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Recursive Intelligence Amplifier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Intelligence Amplifier is  [JAH-APX21S-000001]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Improvement Ledger: every amplification…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Amplification cycle data model  [JAH-APX21S-000002]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Improvement Ledger: every amplification cycle records the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Weakness localization algorithm  [JAH-APX21S-000003]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Improvement Ledger: every amplification cycle records the baseline, the change, the measured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Alternative strategy generation algorithm  [JAH-APX21S-000004]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Improvement Ledger: every amplification cycle records the baseline, the change, the measured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Amplification interface specification  [JAH-APX21S-000005]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Improvement Ledger: every amplification cycle records the baseline, the change, the measured delta, and the…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JAH-APX21S-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Recursive Intelligence Amplifier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Improves task-solving workflows by evaluating results, identifying weaknesses, and testing alternative strategies — intelligence that upgrades itself.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https://justinahiggins614-cmyk.github.io/jah-databases/db/apex-tool-recursive-intelligence-amplifier-signature/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https://justinahiggins614-cmyk.github.io/jah-databases-data-1/data/apex-tool-recursive-intelligence-amplifier-signature/index.jsonl.gz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
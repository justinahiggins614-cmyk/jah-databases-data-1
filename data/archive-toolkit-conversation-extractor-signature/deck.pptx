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nversation-extractor-signature/" TargetMode="External"/><Relationship Id="rId3" Type="http://schemas.openxmlformats.org/officeDocument/2006/relationships/hyperlink" Target="https://justinahiggins614-cmyk.github.io/jah-databases-data-1/data/archive-toolkit-conversation-extra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Conversation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Structures dialogue, speaker turns, questions, and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Conversation Extractor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Structures dialogue, speaker turns, questions, and answers.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Turn segmentation — Conversation Extractor  [JAH-ATK147S-00001]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Speaker labels ('AMY: ...') delimit turns; regex captures label and text. Segmentation structures the dialogue. Turns are the units. This record documents a Signature-authored 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Speaker normalization — Conversation Extractor  [JAH-ATK147S-00002]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'Amy', 'AMY', 'amy_1' normalize to one identity. Normalization merges aliases. Identity needs consistency. This record documents a Signature-authored original method of the JAH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Question detection — Conversation Extractor  [JAH-ATK147S-00003]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Questions end with '?' or match interrogative patterns. Detection finds information needs. Questions drive dialogue. This record documents a Signature-authored original method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Answer pairing — Conversation Extractor  [JAH-ATK147S-00004]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Answers follow questions, usually from another speaker, so pairing links each question to the turn that resolves it. Adjacency pairs such as question-answer and offer-acceptance…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Dialogue acts — Conversation Extractor  [JAH-ATK147S-00005]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Utterances classify as question, answer, greeting, or closing. Acts reveal conversation shape. Labels enable analysis. This record documents a Signature-authored original method…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Conversation Extractor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Structures dialogue, speaker turns, questions, and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https://justinahiggins614-cmyk.github.io/jah-databases/db/archive-toolkit-conversation-extractor-signature/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https://justinahiggins614-cmyk.github.io/jah-databases-data-1/data/archive-toolkit-conversation-extractor-signature/index.jsonl.gz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
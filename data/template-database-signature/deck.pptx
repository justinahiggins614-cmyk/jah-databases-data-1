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template-database-signature/" TargetMode="External"/><Relationship Id="rId3" Type="http://schemas.openxmlformats.org/officeDocument/2006/relationships/hyperlink" Target="https://justinahiggins614-cmyk.github.io/jah-databases-data-1/data/template-database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Template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Original Signature templates: spec drafts, wiki articles, database records, build briefs.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Template Database holds 20 templates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Original Signature templates: spec drafts, wiki articles, database records, build briefs.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 original composed for the JAH Databases network. Signature-labeled: an original JAH-system creation, not a public record.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Spec Draft Template  [JAH-TMPL-S-000001]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TEMPLATE: Spec Draft Template. The JAH spec draft skeleton: header, overview, manufacture, AI-explains, runnable demo. A draft without a runnable demo is incomplete. Full template content is in this…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Wiki Article Template  [JAH-TMPL-S-000002]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TEMPLATE: Wiki Article Template. JAH Wiki article skeleton: title, subject, full body, sources. Sources ride on every article. Full template content is in this record — copy, replace the [PLACEHOLDER…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Dictionary Entry Template  [JAH-TMPL-S-000003]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TEMPLATE: Dictionary Entry Template. Dictionary entry: headword, pronunciation, part of speech, definition in plain sentences. Definitions read as sentences, never fragments. Full template content is…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Database Record Template  [JAH-TMPL-S-000004]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TEMPLATE: Database Record Template. The canonical database record shape: identity, full body, ladder rank, demo, provenance. Every record is the full file, never a stub. Full template content is in t…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Boundless Brief Template  [JAH-TMPL-S-000005]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TEMPLATE: Boundless Brief Template. Orders a boundless generation run: subject, count, seed, edition. Same seed plus same generator version reproduces the run. Full template content is in this record…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20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template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JAH-TMPL-S-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20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Signature Template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Original Signature templates: spec drafts, wiki articles, database records, build briefs.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https://justinahiggins614-cmyk.github.io/jah-databases/db/template-database-signature/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https://justinahiggins614-cmyk.github.io/jah-databases-data-1/data/template-database-signature/index.jsonl.gz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
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credential-vaults/" TargetMode="External"/><Relationship Id="rId3" Type="http://schemas.openxmlformats.org/officeDocument/2006/relationships/hyperlink" Target="https://justinahiggins614-cmyk.github.io/jah-databases-data-1/data/encrypted-credential-vaul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Encrypted Credential Vaults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Encrypted Credential Vaults Database holds 15 credential vaults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HashiCorp Vault  [JAH-ECV-000001]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reference secrets server with dynamic credentials, leasing, and revocation. It stores API keys, certs, dynamic DB creds using AES-256-GCM / Shamir seal; access via HTTP API, CLI, agents.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1Password  [JAH-ECV-000002]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End-to-end encrypted password management with Secret Automation for teams. It stores passwords, keys, notes using AES-256-GCM, XChaCha20; access via apps, CLI (op), Connect API.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Bitwarden  [JAH-ECV-000003]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Open-source password manager with self-hostable server and audited clients. It stores passwords, cards, identities using AES-256-CBC + PBKDF2; access via apps, CLI (bw), web.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KeePass  [JAH-ECV-000004]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Offline-first encrypted database files (.kdbx) with Argon2 key derivation. It stores password databases using AES/ChaCha20 + Argon2; access via desktop apps.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AWS Secrets Manager  [JAH-ECV-000005]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Managed rotation for RDS and custom secrets with IAM-scoped access. It stores DB creds, API keys using KMS envelope encryption; access via AWS SDK, 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credential vault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JAH-ECV-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Vault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https://justinahiggins614-cmyk.github.io/jah-databases/db/encrypted-credential-vaults/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https://justinahiggins614-cmyk.github.io/jah-databases-data-1/data/encrypted-credential-vaults/index.jsonl.gz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
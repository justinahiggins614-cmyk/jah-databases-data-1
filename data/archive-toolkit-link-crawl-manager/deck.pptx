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ink-crawl-manager/" TargetMode="External"/><Relationship Id="rId3" Type="http://schemas.openxmlformats.org/officeDocument/2006/relationships/hyperlink" Target="https://justinahiggins614-cmyk.github.io/jah-databases-data-1/data/archive-toolkit-link-crawl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Link-Crawl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Follows permitted links to discover additional accessible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Link-Crawl Manager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permitted links to discover additional accessible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Frontier queue — Link-Crawl Manager  [JAH-ATK128-00001]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frontier holds discovered-but-unvisited URLs, usually as a priority queue. Prioritization by estimated value focuses the crawl. Frontier design decides crawl quality.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Allow-list scoping — Link-Crawl Manager  [JAH-ATK128-00002]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Crawls stay within allowed hosts and paths, ignoring everything else. Scoping prevents runaway crawls across the web. Explicit scope is a safety requirement.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Duplicate detection — Link-Crawl Manager  [JAH-ATK128-00003]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URL normalization (lowercasing hosts, dropping fragments) dedupes before fetching. Content hashing catches distinct URLs serving identical pages. Dedup keeps crawls from reprocessing the web.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Depth limiting — Link-Crawl Manager  [JAH-ATK128-00004]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Max depth bounds how far from seeds the crawl wanders. Shallow crawls stay topical; deep crawls discover more. Depth trades focus against coverage.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Politeness delays — Link-Crawl Manager  [JAH-ATK128-00005]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Crawlers space requests per host and honor crawl-delay directives. Politeness sustains access and avoids overloading servers. Good crawlers are invited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Link-Crawl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permitted links to discover additional accessible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https://justinahiggins614-cmyk.github.io/jah-databases/db/archive-toolkit-link-crawl-manager/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https://justinahiggins614-cmyk.github.io/jah-databases-data-1/data/archive-toolkit-link-crawl-manager/index.jsonl.gz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
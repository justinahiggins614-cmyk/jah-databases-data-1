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indonesian-signature/" TargetMode="External"/><Relationship Id="rId3" Type="http://schemas.openxmlformats.org/officeDocument/2006/relationships/hyperlink" Target="https://justinahiggins614-cmyk.github.io/jah-databases-data-1/data/names-indonesia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Indonesian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Indonesian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Indonesian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Indonesian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Budi - sound, structure, and naming power  [JAH-NMIS2-000001]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Indonesian masculine name Budi. Sound: 2 syllables, open vowels. Structure: From Sanskrit buddhi.. Recorded meaning: Character, mind. Naming power: the name is short, sa…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Dewi - sound, structure, and naming power  [JAH-NMIS2-000002]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Indonesian feminine name Dewi. Sound: 2 syllables, open vowels. Structure: From Sanskrit devi.. Recorded meaning: Goddess. Naming power: the name is short, sayable, and…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Agus - sound, structure, and naming power  [JAH-NMIS2-000003]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Indonesian masculine name Agus. Sound: 2 syllables, firm consonant close. Structure: A traditional name of this language.. Recorded meaning: Born in August.. Naming powe…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Sari - sound, structure, and naming power  [JAH-NMIS2-000004]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Indonesian feminine name Sari. Sound: 2 syllables, open vowels. Structure: A traditional name of this language.. Recorded meaning: Essence.. Naming power: the name is sh…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Indonesian naming framework  [JAH-NMIS2-000005]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Indonesian names. Forging a new Signature name runs in four passes: sound (two to four syllables that read aloud cleanly), meaning (one plain-language gloss, never 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JAH-NMIS2-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Indonesian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Indonesian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https://justinahiggins614-cmyk.github.io/jah-databases/db/names-indonesian-signature/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https://justinahiggins614-cmyk.github.io/jah-databases-data-1/data/names-indonesian-signature/index.jsonl.gz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
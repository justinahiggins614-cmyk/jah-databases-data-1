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ao/" TargetMode="External"/><Relationship Id="rId3" Type="http://schemas.openxmlformats.org/officeDocument/2006/relationships/hyperlink" Target="https://justinahiggins614-cmyk.github.io/jah-databases-data-1/data/names-la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Lao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Lao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Lao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Lao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Kham — Lao given name  [JAH-NML-000001]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Kham is a unisex given name in Lao. It is written ຄຳ in the native script. It means "gold", from Lao. A beloved name element meaning gold, used for all genders.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Souvanna — Lao given name  [JAH-NML-000002]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Souvanna is a unisex given name in Lao. It is written ສຸວັນນະ in the native script. It means "golden", from Sanskrit suvarna, via Pali. A name of golden meaning, common across Laos.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Bounmy — Lao given name  [JAH-NML-000003]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Bounmy is a unisex given name in Lao. It is written ບຸນມີ in the native script. It means "has merit", from Pali punna (merit). A name expressing Buddhist merit.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Malay — Lao given name  [JAH-NML-000004]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Malay is a feminine given name in Lao. It is written ມະລາຍ in the native script. It means "jasmine flower", from Lao. A popular feminine name after the fragrant jasmine.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Noy — Lao given name  [JAH-NML-000005]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Noy is a feminine given name in Lao. It is written ນ້ອຍ in the native script. It means "little one", from Lao. Often a nickname turned given name, expressing affection.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Lao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Lao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https://justinahiggins614-cmyk.github.io/jah-databases/db/names-lao/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https://justinahiggins614-cmyk.github.io/jah-databases-data-1/data/names-lao/index.jsonl.gz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
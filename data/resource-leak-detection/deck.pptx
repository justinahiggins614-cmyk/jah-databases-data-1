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source-leak-detection/" TargetMode="External"/><Relationship Id="rId3" Type="http://schemas.openxmlformats.org/officeDocument/2006/relationships/hyperlink" Target="https://justinahiggins614-cmyk.github.io/jah-databases-data-1/data/resource-leak-dete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Resource Leak Detection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 memory, handle, and resource leaks before they crash production — detectors, profilers, and kernel tracers.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Resource Leak Detection Database holds 15 leak detectors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 memory, handle, and resource leaks before they crash production — detectors, profilers, and kernel tracers.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Valgrind memcheck  [JAH-RESOUR-000001]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classic binary-instrumentation leak checker; reports definitely/indirectly/possibly lost blocks at exit. It finds heap leaks by binary instrumentation of malloc/free. Platform: Linux.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LeakSanitizer  [JAH-RESOUR-000002]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Compile with -fsanitize=leak for near-zero-overhead leak reports at process exit. It finds heap leaks by compiler-inserted allocation tracking. Platform: Linux, macOS.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AddressSanitizer  [JAH-RESOUR-000003]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Catches use-after-free and overflows at runtime, which are leaks’ close cousins. It finds memory errors by shadow-memory instrumentation. Platform: Linux, macOS, Windows.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Go pprof heap  [JAH-RESOUR-000004]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net/http/pprof exposes heap profiles; go tool pprof diffs two snapshots to find growth. It finds Go heap growth by sampling heap profiler. Platform: any Go runtime.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jemalloc profiling  [JAH-RESOUR-000005]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MALLOC_CONF=prof:true dumps allocation sites; jeprof attributes retained bytes to call stacks. It finds native heap retention by sampling allocator profiler. Platform: Linux, macOS, BSD.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leak detector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JAH-RESOUR-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Leak Detection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 memory, handle, and resource leaks before they crash production — detectors, profilers, and kernel tracers.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https://justinahiggins614-cmyk.github.io/jah-databases/db/resource-leak-detection/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https://justinahiggins614-cmyk.github.io/jah-databases-data-1/data/resource-leak-detection/index.jsonl.gz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
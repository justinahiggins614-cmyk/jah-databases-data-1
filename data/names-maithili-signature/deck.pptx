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maithili-signature/" TargetMode="External"/><Relationship Id="rId3" Type="http://schemas.openxmlformats.org/officeDocument/2006/relationships/hyperlink" Target="https://justinahiggins614-cmyk.github.io/jah-databases-data-1/data/names-maithili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Maithili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Maithili style — new creations built from real Maithili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Maithili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Maithili style — new creations built from real Maithili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Maithili Names Database from genuine Maithili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Maithili-style given name: Ramjanki  [JAH-NMMS8-000001]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Ramjanki is a Signature original Maithili-style given name, created for the Signature Maithili Names Database. From Ram + Janki. It is labeled a Signature creation and is not a traditional Maithili 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Maithili-style given name: Sitamadhav  [JAH-NMMS8-000002]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Sitamadhav is a Signature original Maithili-style given name, created for the Signature Maithili Names Database. From Sita + Madhav. It is labeled a Signature creation and is not a traditional Maithi…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Maithili-style given name: Mohanjanki  [JAH-NMMS8-000003]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Mohanjanki is a Signature original Maithili-style given name, created for the Signature Maithili Names Database. From Mohan + Janki. It is labeled a Signature creation and is not a traditional Maithi…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Maithili-style given name: Gitajanki  [JAH-NMMS8-000004]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Gitajanki is a Signature original Maithili-style given name, created for the Signature Maithili Names Database. From Gita + Janki. It is labeled a Signature creation and is not a traditional Maithili…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Maithili-style given name: Jankimohan  [JAH-NMMS8-000005]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Jankimohan is a Signature original Maithili-style given name, created for the Signature Maithili Names Database. From Janki + Mohan. It is labeled a Signature creation and is not a traditional Maithi…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JAH-NMMS8-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Maithili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Maithili style — new creations built from real Maithili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https://justinahiggins614-cmyk.github.io/jah-databases/db/names-maithili-signature/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https://justinahiggins614-cmyk.github.io/jah-databases-data-1/data/names-maithili-signature/index.jsonl.gz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
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service-health-checker-signature/" TargetMode="External"/><Relationship Id="rId3" Type="http://schemas.openxmlformats.org/officeDocument/2006/relationships/hyperlink" Target="https://justinahiggins614-cmyk.github.io/jah-databases-data-1/data/archive-toolkit-archive-service-health-che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Service Health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Monitors the availability of connected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Service Health Checker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Monitors the availability of connected services.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Synthetic transactions — Archive Service Health Checker (Signature)  [JAH-ATK235S-0001]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service health checker watches every service the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Multi-perspective probing — Archive Service Health Checker (Signature)  [JAH-ATK235S-0002]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service health checker watches every service the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Correctness checks — Archive Service Health Checker (Signature)  [JAH-ATK235S-0003]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service health checker watches every service the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mapping — Archive Service Health Checker (Signature)  [JAH-ATK235S-0004]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service health checker watches every service the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SLO tracking — Archive Service Health Checker (Signature)  [JAH-ATK235S-0005]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service health checker watches every service the arc…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Service Health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Monitors the availability of connected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https://justinahiggins614-cmyk.github.io/jah-databases/db/archive-toolkit-archive-service-health-checker-signature/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https://justinahiggins614-cmyk.github.io/jah-databases-data-1/data/archive-toolkit-archive-service-health-checker-signature/index.jsonl.gz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
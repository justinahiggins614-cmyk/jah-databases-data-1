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bulgarian-signature/" TargetMode="External"/><Relationship Id="rId3" Type="http://schemas.openxmlformats.org/officeDocument/2006/relationships/hyperlink" Target="https://justinahiggins614-cmyk.github.io/jah-databases-data-1/data/names-bulgar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Bulgarian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Bulgarian style — new creations built from real Bulgarian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Bulgarian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Bulgarian style — new creations built from real Bulgarian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Bulgarian Names Database from genuine Bulgarian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Bulgarian-style given name: Ivanomir  [JAH-NMBS5-000001]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Ivanomir is a Signature original Bulgarian-style given name, created for the Signature Bulgarian Names Database. From Ivan + mir (peace/world): 'peace of Ivan'. It is labeled a Signature creation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Bulgarian-style given name: Marlena  [JAH-NMBS5-000002]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Marlena is a Signature original Bulgarian-style given name, created for the Signature Bulgarian Names Database. From Maria + Elena. It is labeled a Signature creation and is not a traditional Bulgari…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Bulgarian-style given name: Georgimir  [JAH-NMBS5-000003]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Georgimir is a Signature original Bulgarian-style given name, created for the Signature Bulgarian Names Database. From Georgi + mir. It is labeled a Signature creation and is not a traditional Bulgar…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Bulgarian-style given name: Nadezhdara  [JAH-NMBS5-000004]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Nadezhdara is a Signature original Bulgarian-style given name, created for the Signature Bulgarian Names Database. From nadezhda (hope) + dara (gift): 'gift of hope'. It is labeled a Signature creati…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Bulgarian-style given name: Dimislava  [JAH-NMBS5-000005]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Dimislava is a Signature original Bulgarian-style given name, created for the Signature Bulgarian Names Database. From Dimitar + slava (glory). It is labeled a Signature creation and is not a traditi…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JAH-NMBS5-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Bulgarian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Bulgarian style — new creations built from real Bulgarian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https://justinahiggins614-cmyk.github.io/jah-databases/db/names-bulgarian-signature/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https://justinahiggins614-cmyk.github.io/jah-databases-data-1/data/names-bulgarian-signature/index.jsonl.gz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
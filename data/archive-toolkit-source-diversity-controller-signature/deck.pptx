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ource-diversity-controller-signature/" TargetMode="External"/><Relationship Id="rId3" Type="http://schemas.openxmlformats.org/officeDocument/2006/relationships/hyperlink" Target="https://justinahiggins614-cmyk.github.io/jah-databases-data-1/data/archive-toolkit-source-diversity-control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Source-Diversity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Limits overreliance on one database or publisher when alternatives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Source-Diversity Controller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Limits overreliance on one database or publisher when alternatives exist.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Source concentration caps — Source-Diversity Controller (Signature)  [JAH-ATK207S-0001]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source-diversity controller is the policy layer above divers…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Source health registry — Source-Diversity Controller (Signature)  [JAH-ATK207S-0002]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source-diversity controller is the policy layer above divers…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Publisher bias profiles — Source-Diversity Controller (Signature)  [JAH-ATK207S-0003]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source-diversity controller is the policy layer above divers…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Alternative-source promotion — Source-Diversity Controller (Signature)  [JAH-ATK207S-0004]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source-diversity controller is the policy layer above divers…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Source independence scoring — Source-Diversity Controller (Signature)  [JAH-ATK207S-0005]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source-diversity controller is the policy layer above divers…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Source-Diversity Controller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Limits overreliance on one database or publisher when alternatives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https://justinahiggins614-cmyk.github.io/jah-databases/db/archive-toolkit-source-diversity-controller-signature/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https://justinahiggins614-cmyk.github.io/jah-databases-data-1/data/archive-toolkit-source-diversity-controller-signature/index.jsonl.gz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
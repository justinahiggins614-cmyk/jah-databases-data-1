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cognitive-workflow-signature/" TargetMode="External"/><Relationship Id="rId3" Type="http://schemas.openxmlformats.org/officeDocument/2006/relationships/hyperlink" Target="https://justinahiggins614-cmyk.github.io/jah-databases-data-1/data/ai-cognitive-workflow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Cognitive Workflow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Cognitive workflows for AI agents: planning, tool use, memory, and multi-step task orchestration.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Cognitive Workflow Database holds 20 cognitive workflow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Cognitive workflows for AI agents: planning, tool use, memory, and multi-step task orchestration.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Plan Gardener  [JAH-ACW-S-000001]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plans before execution: the steps are planted, the order tended. The garden grows orderly workflows. Planning gets cultivated.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Replan Dancer  [JAH-ACW-S-000002]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dances replanning when steps fail: the new plan flows gracefully. The dance adapts. Failures get recovered artfully.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Tool Quartermaster  [JAH-ACW-S-000003]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quartermaster issuing tools per step: the selection is precise. The issuing works. Steps get equipped well.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Memory Gardener  [JAH-ACW-S-000004]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working memory: the relevant tended, the old composted into summaries. The garden stays fertile. Contexts get long beautifully.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Episode Chronicler  [JAH-ACW-S-000005]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chronicles agent episodes: the past is written, the lessons retrievable. The chronicle teaches. Agents get experienced truly.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cognitive workflow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JAH-ACW-S-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Orchestrator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Cognitive workflows for AI agents: planning, tool use, memory, and multi-step task orchestration.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https://justinahiggins614-cmyk.github.io/jah-databases/db/ai-cognitive-workflow-signature/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https://justinahiggins614-cmyk.github.io/jah-databases-data-1/data/ai-cognitive-workflow-signature/index.jsonl.gz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
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ode-and-program-inspector/" TargetMode="External"/><Relationship Id="rId3" Type="http://schemas.openxmlformats.org/officeDocument/2006/relationships/hyperlink" Target="https://justinahiggins614-cmyk.github.io/jah-databases-data-1/data/archive-tool-code-and-program-insp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Code and Program Inspector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source code, dependencies, functions, entry points, and potential execution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Code and Program Inspector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source code, dependencies, functions, entry points, and potential execution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AST Function Extraction — Core Method  [JAH-AT28-000001]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Rather than regexing source text, the inspector parses code into an abstract syntax tree and reads the structure directly: every function and class definition with its name, arguments, and line numbe…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AST Function Extraction — Compounded Pattern  [JAH-AT28-000002]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Rather than regexing source text, the inspector parses code into an abstract syntax tree and reads the structure directly: every function and class definition with its name, arguments, and line numbe…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AST Function Extraction — Full-System Integration  [JAH-AT28-000003]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Rather than regexing source text, the inspector parses code into an abstract syntax tree and reads the structure directly: every function and class definition with its name, arguments, and line numbe…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Import Inventory — Core Method  [JAH-AT28-000004]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program's dependencies start with its imports, and the inspector lists every imported module with the names actually used. Standard-library imports are separated from third-party ones, because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Import Inventory — Compounded Pattern  [JAH-AT28-000005]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program's dependencies start with its imports, and the inspector lists every imported module with the names actually used. Standard-library imports are separated from third-party ones, because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Code Inspector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source code, dependencies, functions, entry points, and potential execution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https://justinahiggins614-cmyk.github.io/jah-databases/db/archive-tool-code-and-program-inspector/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https://justinahiggins614-cmyk.github.io/jah-databases-data-1/data/archive-tool-code-and-program-inspector/index.jsonl.gz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
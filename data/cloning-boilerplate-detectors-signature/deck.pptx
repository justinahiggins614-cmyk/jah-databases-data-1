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loning-boilerplate-detectors-signature/" TargetMode="External"/><Relationship Id="rId3" Type="http://schemas.openxmlformats.org/officeDocument/2006/relationships/hyperlink" Target="https://justinahiggins614-cmyk.github.io/jah-databases-data-1/data/cloning-boilerplate-detector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Cloning &amp; Boilerplate Detectors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Finding copied code: token, AST, and semantic clone detection, boilerplate templates, and the refactoring workflows that remove duplication.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Cloning &amp; Boilerplate Detectors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Finding copied code: token, AST, and semantic clone detection, boilerplate templates, and the refactoring workflows that remove duplication.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 completion: original Signature-authored exposition written for the JAH Databases network. Signature-labeled;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Type-1/2/3/4 clones  [JAH-CLONIN-S-000001]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Clone research classifies copies by how far they drifted: Type-1 is byte-identical (modulo whitespace), Type-2 renames identifiers, Type-3 adds or deletes statements, Type-4 is semantically identical…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Token-based clone detection  [JAH-CLONIN-S-000002]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Token-based detectors lex the code into token streams, normalize identifiers and literals, then find repeated subsequences with suffix trees or hashing. They are language-light (a lexer is enough), 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AST-based clone detection  [JAH-CLONIN-S-000003]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AST-based detectors parse code into abstract syntax trees and find similar subtrees, catching clones that token tools miss when statements are reordered or restructured. Deckard vectorizes subtrees (…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Near-miss (Type-3) detection  [JAH-CLONIN-S-000004]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Type-3 clones have statements added, deleted, or changed — the copy that evolved. Detectors find them with gapped matching: align the token streams allowing gaps, and report pairs above a similarity…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Semantic (Type-4) clones  [JAH-CLONIN-S-000005]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Type-4 clones do the same thing with different code — an iterative loop vs a list comprehension vs recursion. Finding them needs semantics: program dependence graphs, symbolic execution, or learned 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JAH-CLONIN-S-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Signature Cloning &amp; Boilerplate Detectors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Finding copied code: token, AST, and semantic clone detection, boilerplate templates, and the refactoring workflows that remove duplication.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https://justinahiggins614-cmyk.github.io/jah-databases/db/cloning-boilerplate-detectors-signature/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https://justinahiggins614-cmyk.github.io/jah-databases-data-1/data/cloning-boilerplate-detectors-signature/index.jsonl.gz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
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instrument-calibration-signature/" TargetMode="External"/><Relationship Id="rId3" Type="http://schemas.openxmlformats.org/officeDocument/2006/relationships/hyperlink" Target="https://justinahiggins614-cmyk.github.io/jah-databases-data-1/data/scientific-instrument-calibr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Scientific Instrument Calibration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calibration procedures that keep scientific instruments trustworthy.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Scientific Instrument Calibration Database holds 20 calibration procedures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calibration procedures that keep scientific instruments trustworthy.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Zero Adjustment  [JAH-SCIENT6-S-000001]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Sets the instrument reading to zero with zero input applied, removing offset error. Recorded facts — Procedure: Zero Adjustment; Reference: zero standard; Tolerance: 0.1% FS. Used…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Span Adjustment  [JAH-SCIENT6-S-000002]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Sets the full-scale reading with a known full-scale input, fixing gain error. Recorded facts — Procedure: Span Adjustment; Reference: full-scale standard; Tolerance: 0.1% FS. Used…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Linearity Check  [JAH-SCIENT6-S-000003]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Verifies readings stay proportional across the range, flagging bow or S-shaped error. Recorded facts — Procedure: Linearity Check; Reference: multi-point standard; Tolerance: 0.05…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Hysteresis Test  [JAH-SCIENT6-S-000004]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Compares upscale and downscale readings to detect mechanical or magnetic lag. Recorded facts — Procedure: Hysteresis Test; Reference: bidirectional standard; Tolerance: 0.05% FS.…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Repeatability Test  [JAH-SCIENT6-S-000005]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Repeats the same measurement many times to quantify random variation. Recorded facts — Procedure: Repeatability Test; Reference: stable artifact; Tolerance: 3 sigma bound. Used by…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calibration procedure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JAH-SCIENT6-S-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Scientific Instrument Calibration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calibration procedures that keep scientific instruments trustworthy.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https://justinahiggins614-cmyk.github.io/jah-databases/db/scientific-instrument-calibration-signature/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https://justinahiggins614-cmyk.github.io/jah-databases-data-1/data/scientific-instrument-calibration-signature/index.jsonl.gz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
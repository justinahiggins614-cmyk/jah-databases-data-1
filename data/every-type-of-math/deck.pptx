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every-type-of-math/" TargetMode="External"/><Relationship Id="rId3" Type="http://schemas.openxmlformats.org/officeDocument/2006/relationships/hyperlink" Target="https://justinahiggins614-cmyk.github.io/jah-databases-data-1/data/every-type-of-math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Every Type of Math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Every type of math, standard and alternative, each fully covered.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Every Type of Math Database holds 15 math type references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Every type of math, standard and alternative, each fully covered.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reference: standard mathematics references (textbook canon, e.g. Euclid, Newton/Leibniz calculus, modern discrete-math texts); verified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Arithmetic  [JAH-ETMA-000001]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Arithmetic is the mathematics of numbers and the four operations — addition, subtraction, multiplication, division — together with fractions, decimals, percentages, and order of operations. It is the…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Algebra  [JAH-ETMA-000002]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Algebra studies symbols and the rules for manipulating them: solving equations, factoring polynomials, working with exponents and radicals, and later abstract structures like groups, rings, and field…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Euclidean Geometry  [JAH-ETMA-000003]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Euclidean geometry is the study of points, lines, planes, and figures under Euclid's five postulates, as systematized around 300 BCE. It gives us congruence, similarity, the Pythagorean theorem, and…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Trigonometry  [JAH-ETMA-000004]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Trigonometry studies the relationships between angles and side lengths in triangles, extended through the sine, cosine, and tangent functions to periodic phenomena everywhere. It powers navigation, 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Calculus  [JAH-ETMA-000005]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Calculus, developed by Newton and Leibniz in the 17th century, studies change through derivatives (instantaneous rates) and accumulation through integrals (areas, totals). The Fundamental Theorem of…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math type reference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JAH-ETMA-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Mathematics Archivist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Every type of math, standard and alternative, each fully covered.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https://justinahiggins614-cmyk.github.io/jah-databases/db/every-type-of-math/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https://justinahiggins614-cmyk.github.io/jah-databases-data-1/data/every-type-of-math/index.jsonl.gz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
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ate-limit-and-quota-enforcer/" TargetMode="External"/><Relationship Id="rId3" Type="http://schemas.openxmlformats.org/officeDocument/2006/relationships/hyperlink" Target="https://justinahiggins614-cmyk.github.io/jah-databases-data-1/data/archive-toolkit-rate-limit-and-quota-enforc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Rate Limit and Quota Enforcer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Prevents workloads from exceeding assigned service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Rate Limit and Quota Enforcer Database holds 15 rate limit and quota enforcers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Prevents workloads from exceeding assigned service limits.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Token bucket limiter  [JAH-ATK278-000001]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client holds a bucket of tokens refilled at a fixed rate up to a burst capacity. Requests consume a token; empty buckets mean wait or reject. Token buckets allow bursts while enforcing the long-…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Token bucket limiter  [JAH-ATK278-000002]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client holds a bucket of tokens refilled at a fixed rate up to a burst capacity. Requests consume a token; empty buckets mean wait or reject. Token buckets allow bursts while enforcing the long-…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Token bucket limiter  [JAH-ATK278-000003]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client holds a bucket of tokens refilled at a fixed rate up to a burst capacity. Requests consume a token; empty buckets mean wait or reject. Token buckets allow bursts while enforcing the long-…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Sliding window counter  [JAH-ATK278-000004]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Requests are counted in a sliding time window for precise enforcement: exactly N requests per rolling 60 seconds, not per calendar minute. Sliding windows close the boundary-exploit of fixed windows…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Sliding window counter  [JAH-ATK278-000005]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Requests are counted in a sliding time window for precise enforcement: exactly N requests per rolling 60 seconds, not per calendar minute. Sliding windows close the boundary-exploit of fixed windows…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rate limit and quota enforcer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Rate Limit and Quota Enforcer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Prevents workloads from exceeding assigned service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https://justinahiggins614-cmyk.github.io/jah-databases/db/archive-toolkit-rate-limit-and-quota-enforcer/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https://justinahiggins614-cmyk.github.io/jah-databases-data-1/data/archive-toolkit-rate-limit-and-quota-enforcer/index.jsonl.gz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
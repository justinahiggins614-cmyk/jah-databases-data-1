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ytecode-optimization-passes/" TargetMode="External"/><Relationship Id="rId3" Type="http://schemas.openxmlformats.org/officeDocument/2006/relationships/hyperlink" Target="https://justinahiggins614-cmyk.github.io/jah-databases-data-1/data/bytecode-optimization-pass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Bytecode Optimization Passes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optimizer passes that rewrite bytecode — LLVM, JVM, V8, and WASM pass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Bytecode Optimization Passes Database holds 15 bytecode optimization passs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optimizer passes that rewrite bytecode — LLVM, JVM, V8, and WASM pass pipelines.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LLVM instcombine  [JAH-BYTECO-000001]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Combines redundant instructions into simpler forms — the peephole workhorse. Runs on LLVM IR; it folds instruction patterns. Pipeline order: early, repeated.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LLVM GVN  [JAH-BYTECO-000002]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Global value numbering eliminates redundant computations across blocks. Runs on LLVM IR; it removes redundant loads/computes. Pipeline order: mid pipeline.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LLVM LICM  [JAH-BYTECO-000003]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Hoists loop-invariant code out of loops. Runs on LLVM IR; it hoists invariants. Pipeline order: after loop opts.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LLVM SROA  [JAH-BYTECO-000004]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Scalar replacement of aggregates breaks structs into SSA values. Runs on LLVM IR; it promotes allocas. Pipeline order: early.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LLVM loop unrolling  [JAH-BYTECO-000005]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Unrolls loops with known trip counts to expose ILP. Runs on LLVM IR; it unrolls loops. Pipeline order: late loop opts.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bytecode optimization pass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JAH-BYTECO-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Optimizer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optimizer passes that rewrite bytecode — LLVM, JVM, V8, and WASM pass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https://justinahiggins614-cmyk.github.io/jah-databases/db/bytecode-optimization-passes/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https://justinahiggins614-cmyk.github.io/jah-databases-data-1/data/bytecode-optimization-passes/index.jsonl.gz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
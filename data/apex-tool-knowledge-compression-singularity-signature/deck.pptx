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knowledge-compression-singularity-signature/" TargetMode="External"/><Relationship Id="rId3" Type="http://schemas.openxmlformats.org/officeDocument/2006/relationships/hyperlink" Target="https://justinahiggins614-cmyk.github.io/jah-databases-data-1/data/apex-tool-knowledge-compression-singularity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Knowledge Compression Singularity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Creates progressively more efficient summaries and indexes while preserving links to full-resolution evidence — compression without amnesia.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Knowledge Compression Singularity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Creates progressively more efficient summaries and indexes while preserving links to full-resolution evidence — compression without amnesia.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Original Signature design by Justin Addam Higgins (JAH), 2026-10-21. Proposed capability — clearly labeled Signature, not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What the Compression Singularity is  [JAH-APX17S-000001]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design of this capability, authored as a new engineering proposal rather than a survey of existing systems. The Signature design adds the Amnesia Ban: a compression level is on…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Compression layer data model  [JAH-APX17S-000002]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data model for this capability, designed from first principles with explicit contracts. The Signature design adds the Amnesia Ban: a compression level is only valid if every cl…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Claim-preserving summarization algorithm  [JAH-APX17S-000003]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algorithm for this capability's first core operation. The Signature design adds the Amnesia Ban: a compression level is only valid if every claim it makes resolves to evidence at…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Progressive refinement algorithm  [JAH-APX17S-000004]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algorithm for this capability's second core operation. The Signature design adds the Amnesia Ban: a compression level is only valid if every claim it makes resolves to evidence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Compression query interface specification  [JAH-APX17S-000005]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interface contract for this capability. The Signature design adds the Amnesia Ban: a compression level is only valid if every claim it makes resolves to evidence at a deeper le…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JAH-APX17S-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Knowledge Compression Singularity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Creates progressively more efficient summaries and indexes while preserving links to full-resolution evidence — compression without amnesia.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https://justinahiggins614-cmyk.github.io/jah-databases/db/apex-tool-knowledge-compression-singularity-signature/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https://justinahiggins614-cmyk.github.io/jah-databases-data-1/data/apex-tool-knowledge-compression-singularity-signature/index.jsonl.gz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
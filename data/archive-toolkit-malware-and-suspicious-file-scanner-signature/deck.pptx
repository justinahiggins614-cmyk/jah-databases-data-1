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malware-and-suspicious-file-scanner-signature/" TargetMode="External"/><Relationship Id="rId3" Type="http://schemas.openxmlformats.org/officeDocument/2006/relationships/hyperlink" Target="https://justinahiggins614-cmyk.github.io/jah-databases-data-1/data/archive-toolkit-malware-and-suspicious-file-scann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Malware and Suspicious File Scanner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Checks files before opening or executing them.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Malware and Suspicious File Scanner Database holds 15 malware and suspicious file scanners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Checks files before opening or executing them.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— designed by Justin Addam Higgins (JAH); Signature-generated completion, clearly labeled.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Signature: Scanner evasion drills  [JAH-ATK270S-000001]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 design by Justin Addam Higgins (JAH): the scanner is tested against obfuscated samples: packed, encrypted-payload, and living-off-the-land techniques. Evasion drills prove the scan…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Signature: Scanner evasion drills  [JAH-ATK270S-000002]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 design by Justin Addam Higgins (JAH): the scanner is tested against obfuscated samples: packed, encrypted-payload, and living-off-the-land techniques. Evasion drills prove the scan…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Signature: Scanner evasion drills  [JAH-ATK270S-000003]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 design by Justin Addam Higgins (JAH): the scanner is tested against obfuscated samples: packed, encrypted-payload, and living-off-the-land techniques. Evasion drills prove the scan…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Signature: File lineage tracing  [JAH-ATK270S-000004]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 design by Justin Addam Higgins (JAH): every scanned file carries lineage: where it came from, who handled it, which systems touched it. Lineage turns a single detection into an inc…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Signature: File lineage tracing  [JAH-ATK270S-000005]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 design by Justin Addam Higgins (JAH): every scanned file carries lineage: where it came from, who handled it, which systems touched it. Lineage turns a single detection into an inc…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malware and suspicious file scanner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JAH-ATK270S-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Malware and Suspicious File Scanner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Checks files before opening or executing them.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https://justinahiggins614-cmyk.github.io/jah-databases/db/archive-toolkit-malware-and-suspicious-file-scanner-signature/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https://justinahiggins614-cmyk.github.io/jah-databases-data-1/data/archive-toolkit-malware-and-suspicious-file-scanner-signature/index.jsonl.gz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
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elugu/" TargetMode="External"/><Relationship Id="rId3" Type="http://schemas.openxmlformats.org/officeDocument/2006/relationships/hyperlink" Target="https://justinahiggins614-cmyk.github.io/jah-databases-data-1/data/names-telugu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Telugu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Telugu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Telugu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Telugu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Srinivas శ్రీనివాస - Telugu masculine given name  [JAH-NMT3-000001]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Srinivas (శ్రీనివాస) is a masculine given name in Telugu. Meaning: Abode of Lakshmi. A name of Vishnu; among the most common.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Lakshmi - Telugu feminine given name  [JAH-NMT3-000002]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Lakshmi is a feminine given name in Telugu. Meaning: Goddess of fortune..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Ravi - Telugu masculine given name  [JAH-NMT3-000003]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Ravi is a masculine given name in Telugu. Meaning: Sun.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Anitha - Telugu feminine given name  [JAH-NMT3-000004]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Anitha is a feminine given name in Telugu. Meaning: Grace. A popular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Venkatesh - Telugu masculine given name  [JAH-NMT3-000005]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Venkatesh is a masculine given name in Telugu. Meaning: Lord of Venkata (Tirupati)..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Telugu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Telugu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https://justinahiggins614-cmyk.github.io/jah-databases/db/names-telugu/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https://justinahiggins614-cmyk.github.io/jah-databases-data-1/data/names-telugu/index.jsonl.gz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
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accuracy-evaluator/" TargetMode="External"/><Relationship Id="rId3" Type="http://schemas.openxmlformats.org/officeDocument/2006/relationships/hyperlink" Target="https://justinahiggins614-cmyk.github.io/jah-databases-data-1/data/archive-toolkit-retrieval-accuracy-evalu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 Accuracy Evaluator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 Accuracy Evaluator Database holds 15 accuracy measurements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Accuracy Evaluation: Gold Test Sets (Foundation)  [JAH-ATK293-00001]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Accuracy Evaluation: Gold Test Sets (Operation)  [JAH-ATK293-00002]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Accuracy Evaluation: Gold Test Sets (Mastery)  [JAH-ATK293-00003]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Accuracy Evaluation: Precision and Recall (Foundation)  [JAH-ATK293-00004]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Accuracy Evaluation: Precision and Recall (Operation)  [JAH-ATK293-00005]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accuracy measurement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Accuracy Judge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https://justinahiggins614-cmyk.github.io/jah-databases/db/archive-toolkit-retrieval-accuracy-evaluator/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https://justinahiggins614-cmyk.github.io/jah-databases-data-1/data/archive-toolkit-retrieval-accuracy-evaluator/index.jsonl.gz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
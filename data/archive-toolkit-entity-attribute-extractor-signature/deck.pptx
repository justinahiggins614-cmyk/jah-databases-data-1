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tity-attribute-extractor-signature/" TargetMode="External"/><Relationship Id="rId3" Type="http://schemas.openxmlformats.org/officeDocument/2006/relationships/hyperlink" Target="https://justinahiggins614-cmyk.github.io/jah-databases-data-1/data/archive-toolkit-entity-attribute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Entity Attribute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Entity Attribute Extractor Database holds 15 entity attribute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Entity Attribute Extractor: a plain-language overview (Signature)  [JAH-ATK166S-000001]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Attribute Extractor does and why archives need it. Signature original. The Signature attribute miner binds every fact to the exact sentence that said it,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Entity Attribute Extractor works (Signature)  [JAH-ATK166S-000002]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Attribute Extractor does and why archives need it. Signature original. The Signature method builds an attribute ledger per entity: each property (birth 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Entity Attribute Extractor works: the deep tour (Signature)  [JAH-ATK166S-000003]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Entity Attribute Extractor does and why archives need it. Signature original. The Signature method builds an attribute ledger per entity: each property (birth 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Named entity recognition with slot filling: the simple idea (Signature)  [JAH-ATK166S-000004]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named entity recognition with slot filling - how it works inside the Entity Attribute Extractor. Signature original. The Signature attribute miner binds every fact to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Named entity recognition with slot filling in practice (Signature)  [JAH-ATK166S-000005]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named entity recognition with slot filling - how it works inside the Entity Attribute Extractor. Signature original. The Signature method builds an attribute ledger per…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entity attribute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Attribute Miner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https://justinahiggins614-cmyk.github.io/jah-databases/db/archive-toolkit-entity-attribute-extractor-signature/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https://justinahiggins614-cmyk.github.io/jah-databases-data-1/data/archive-toolkit-entity-attribute-extractor-signature/index.jsonl.gz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
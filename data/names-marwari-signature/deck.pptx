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rwari-signature/" TargetMode="External"/><Relationship Id="rId3" Type="http://schemas.openxmlformats.org/officeDocument/2006/relationships/hyperlink" Target="https://justinahiggins614-cmyk.github.io/jah-databases-data-1/data/names-marwari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Marwari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Marwari style — new creations built from real Marwari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Marwari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Marwari style — new creations built from real Marwari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Marwari Names Database from genuine Marwari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Marwari-style given name: Ramkamal  [JAH-NMMS9-000001]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Ramkamal is a Signature original Marwari-style given name, created for the Signature Marwari Names Database. From Ram + Kamal (lotus). It is labeled a Signature creation and is not a traditional Marw…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Marwari-style given name: Sitamohan  [JAH-NMMS9-000002]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Sitamohan is a Signature original Marwari-style given name, created for the Signature Marwari Names Database. From Sita + Mohan. It is labeled a Signature creation and is not a traditional Marwari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Marwari-style given name: Mohankamal  [JAH-NMMS9-000003]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Mohankamal is a Signature original Marwari-style given name, created for the Signature Marwari Names Database. From Mohan + Kamal. It is labeled a Signature creation and is not a traditional Marwari…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Marwari-style given name: Gitalakshman  [JAH-NMMS9-000004]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Gitalakshman is a Signature original Marwari-style given name, created for the Signature Marwari Names Database. From Gita + Lakshman. It is labeled a Signature creation and is not a traditional Marw…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Marwari-style given name: Kamalram  [JAH-NMMS9-000005]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Kamalram is a Signature original Marwari-style given name, created for the Signature Marwari Names Database. From Kamal + Ram. It is labeled a Signature creation and is not a traditional Marwari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Marwari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Marwari style — new creations built from real Marwari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https://justinahiggins614-cmyk.github.io/jah-databases/db/names-marwari-signature/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https://justinahiggins614-cmyk.github.io/jah-databases-data-1/data/names-marwari-signature/index.jsonl.gz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
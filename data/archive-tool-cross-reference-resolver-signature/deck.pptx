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ross-reference-resolver-signature/" TargetMode="External"/><Relationship Id="rId3" Type="http://schemas.openxmlformats.org/officeDocument/2006/relationships/hyperlink" Target="https://justinahiggins614-cmyk.github.io/jah-databases-data-1/data/archive-tool-cross-reference-re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Cross-Reference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reference frameworks: mending the archive's broken threads.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Cross-Reference Resolver Database holds 15 signature reference resolution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reference frameworks: mending the archive's broken threads.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Rune-Reading citation harvest  [JAH-AT41S-0001]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Rune-Reading scans archive scrolls for carved reference-runes — bracketed IDs, name-seals, and margin marks. Several rune-patterns sweep…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Margin-Note anchor wiring  [JAH-AT41S-0002]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Margin-Note wiring connects every 'see figure the-fourth' whisper to the exact illuminated panel it means. While the archive is bound,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True-Name reference shaping  [JAH-AT41S-0003]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True-Name shaping washes every rough citation in the river until its true name — author, year, title — stands clean. The washer separates…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Broken-Thread mending list  [JAH-AT41S-0004]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Broken-Thread inspection tugs every archive reference and lists the threads whose far end is tied to nothing. Each thread's target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Waystone-Chain following  [JAH-AT41S-0005]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when archive records move, they leave waystone-chains; the follower walks the chain to the record's new home, watching for loops. The fol…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reference resolution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Link Resolver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reference frameworks: mending the archive's broken threads.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https://justinahiggins614-cmyk.github.io/jah-databases/db/archive-tool-cross-reference-resolver-signature/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https://justinahiggins614-cmyk.github.io/jah-databases-data-1/data/archive-tool-cross-reference-resolver-signature/index.jsonl.gz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
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ounterfactual-universe-builder-signature/" TargetMode="External"/><Relationship Id="rId3" Type="http://schemas.openxmlformats.org/officeDocument/2006/relationships/hyperlink" Target="https://justinahiggins614-cmyk.github.io/jah-databases-data-1/data/apex-tool-counterfactual-universe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Counterfactual Universe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alternative scenarios by changing defined assumptions and evaluating their consequences in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Counterfactual Universe Builder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alternative scenarios by changing defined assumptions and evaluating their consequences in a model.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World-Loom  [JAH-APX27S-000001]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world-loom weaves alternate worlds as threads on a visible loom: each changed assumption is a colored thread, and the woven cloth shows exactly which assumptions each world depends on. No 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Elsewhere Engine  [JAH-APX27S-000002]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elsewhere engine answers 'what if' by constructing the nearest elsewhere — the smallest-change world where the premise holds — and refuses to wander further than necessary. Minimal departure…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Regret Ledger  [JAH-APX27S-000003]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Higgins ledger that records, for every decision the system makes, the best counterfactual alternative discovered later — and the lesson. The ledger turns hindsight into training data instead of let…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Flip-Finder  [JAH-APX27S-000004]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flip-finder hunts the minimal input change that reverses any system decision, then presents it as a plain sentence: 'Change X by this much and the answer flips.' It makes every decision's 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Premise-Swap Theater  [JAH-APX27S-000005]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premise-swap theater stages the same reasoning play with different premises swapped in, showing how the conclusion changes act by act. Audiences see which premise carries the conclusion —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Counterfactual Universe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alternative scenarios by changing defined assumptions and evaluating their consequences in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https://justinahiggins614-cmyk.github.io/jah-databases/db/apex-tool-counterfactual-universe-builder-signature/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https://justinahiggins614-cmyk.github.io/jah-databases-data-1/data/apex-tool-counterfactual-universe-builder-signature/index.jsonl.gz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
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mated-engineering-design-explorer/" TargetMode="External"/><Relationship Id="rId3" Type="http://schemas.openxmlformats.org/officeDocument/2006/relationships/hyperlink" Target="https://justinahiggins614-cmyk.github.io/jah-databases-data-1/data/apex-tool-automated-engineering-design-expl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Engineering Design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Engineering Design Explorer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Parametric Design Modeler  [JAH-APX52-000001]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Represents a design as named parameters with valid ranges instead of fixed geometry, so an explorer can vary dimensions systematically instead of redrawing by hand.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Requirement Formalizer  [JAH-APX52-000002]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Turns plain-language requirements — max deflection, max mass, safety factor — into machine-checkable constraints with units and thresholds.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Random Candidate Sampler  [JAH-APX52-000003]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Draws diverse candidate designs from the parameter space, covering corners and interiors that a human designer might never try.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Physics-Based Evaluator  [JAH-APX52-000004]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Scores each candidate with real physics — deflection, stress, mass — instead of guesses, so comparisons rest on computed behavior.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Safety Margin Calculator  [JAH-APX52-000005]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how far each candidate sits from failure — yield, buckling, fatigue — and rejects anything below the mandated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Automated Engineering Design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https://justinahiggins614-cmyk.github.io/jah-databases/db/apex-tool-automated-engineering-design-explorer/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https://justinahiggins614-cmyk.github.io/jah-databases-data-1/data/apex-tool-automated-engineering-design-explorer/index.jsonl.gz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
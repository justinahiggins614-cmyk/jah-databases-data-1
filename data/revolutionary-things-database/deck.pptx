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volutionary-things-database/" TargetMode="External"/><Relationship Id="rId3" Type="http://schemas.openxmlformats.org/officeDocument/2006/relationships/hyperlink" Target="https://justinahiggins614-cmyk.github.io/jah-databases-data-1/data/revolutionary-thing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Revolutionary Things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inventions and ideas that changed everything — 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Revolutionary Things Database holds 15 innovations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inventions and ideas that changed everything — verified.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— fact-checked against historical sources; last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Movable-Type Printing Press  [JAH-REV-000001]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Gutenberg, every book was copied by hand and cost a fortune. Movable type let one press print thousands of identical pages, collapsing the cost of knowledge and handing it to ordinary people.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Practical Steam Engine  [JAH-REV-000002]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Newcomen's engine wasted heat reheating its cylinder each stroke. Watt's separate condenser made steam power efficient enough to run the factories, trains, and ships that rebuilt the world.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Vaccination  [JAH-REV-000003]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Jenner noticed milkmaids who caught cowpox never caught smallpox. His 1796 test on a boy, then published evidence, founded immunology and has since saved billions of lives.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Surgical Anesthesia  [JAH-REV-000004]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Surgeons once raced the clock while patients screamed. Morton's public ether demonstration proved pain could simply be switched off, and within years no reputable surgeon operated without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Evolution by Natural Selection  [JAH-REV-000005]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Darwin showed that nature itself does the selecting: organisms best suited to their world leave more offspring. DNA later confirmed the mechanism he could only infer.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innovation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Revolutionary Things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inventions and ideas that changed everything — 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https://justinahiggins614-cmyk.github.io/jah-databases/db/revolutionary-things-database/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https://justinahiggins614-cmyk.github.io/jah-databases-data-1/data/revolutionary-things-database/index.jsonl.gz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
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tadata-stripping-pipelines/" TargetMode="External"/><Relationship Id="rId3" Type="http://schemas.openxmlformats.org/officeDocument/2006/relationships/hyperlink" Target="https://justinahiggins614-cmyk.github.io/jah-databases-data-1/data/metadata-stripping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Metadata Stripping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Clean files: pipelines that remove identifying metadata before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Metadata Stripping Pipelines Database holds 15 metadata stripping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Clean files: pipelines that remove identifying metadata before sharing.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EXIF stripping for images  [JAH-METADA-000001]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Photos carry EXIF: GPS coordinates, camera serial, timestamps — enough to locate the photographer. Stripping pipelines remove all EXIF (or keep only orientation/dimensions) before publishing, so shar…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Archive and container cleaning  [JAH-METADA-000002]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Zips and tars carry filenames, timestamps, permissions, and sometimes absolute paths — metadata about the build machine and its user. Cleaning normalizes timestamps (SOURCE_DATE_EPOCH), strips paths,…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EXIF stripping for images  [JAH-METADA-000003]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Photos carry EXIF: GPS coordinates, camera serial, timestamps — enough to locate the photographer. Stripping pipelines remove all EXIF (or keep only orientation/dimensions) before publishing, so shar…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Archive and container cleaning  [JAH-METADA-000004]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Zips and tars carry filenames, timestamps, permissions, and sometimes absolute paths — metadata about the build machine and its user. Cleaning normalizes timestamps (SOURCE_DATE_EPOCH), strips paths,…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PDF redaction verification  [JAH-METADA-000005]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Fake redaction (black boxes over text) is a famous leak — the text remains underneath. Real redaction removes the text and metadata, and verification tries to extract the 'redacted' content to prove…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metadata stripping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JAH-METADA-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Metadata Stripping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Clean files: pipelines that remove identifying metadata before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https://justinahiggins614-cmyk.github.io/jah-databases/db/metadata-stripping-pipelines/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https://justinahiggins614-cmyk.github.io/jah-databases-data-1/data/metadata-stripping-pipelines/index.jsonl.gz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
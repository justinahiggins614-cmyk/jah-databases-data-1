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knowledge-propagation-tracker/" TargetMode="External"/><Relationship Id="rId3" Type="http://schemas.openxmlformats.org/officeDocument/2006/relationships/hyperlink" Target="https://justinahiggins614-cmyk.github.io/jah-databases-data-1/data/archive-toolkit-knowledge-propagation-tracke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Knowledge Propagation Tracker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Tracks where a fact or correction has been reused.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Knowledge Propagation Tracker Database holds 15 propagation records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Tracks where a fact or correction has been reused.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methods compiled from standard information-extraction and knowledge-organization practice. Assembled for the JAH Databases archive.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Knowledge Propagation Tracker: a plain-language overview  [JAH-ATK196-000001]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Overview: what the Knowledge Propagation Tracker does and why archives need it. A knowledge propagation tracker follows a fact as it travels: which articles quoted it, which datasets copied it, which…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How the Knowledge Propagation Tracker works  [JAH-ATK196-000002]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Overview: what the Knowledge Propagation Tracker does and why archives need it. Real trackers build a reuse graph from citation links, text-reuse detection (near-duplicate passage matching), and data…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How the Knowledge Propagation Tracker works: the deep tour  [JAH-ATK196-000003]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Overview: what the Knowledge Propagation Tracker does and why archives need it. Real trackers build a reuse graph from citation links, text-reuse detection (near-duplicate passage matching), and data…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Reuse-graph traversal: the simple idea  [JAH-ATK196-000004]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Core method: reuse-graph traversal - how it works inside the Knowledge Propagation Tracker. A knowledge propagation tracker follows a fact as it travels: which articles quoted it, which datasets copi…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Reuse-graph traversal in practice  [JAH-ATK196-000005]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Core method: reuse-graph traversal - how it works inside the Knowledge Propagation Tracker. Real trackers build a reuse graph from citation links, text-reuse detection (near-duplicate passage matchin…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propagation record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JAH-ATK196-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Signal Tracker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Tracks where a fact or correction has been reused.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https://justinahiggins614-cmyk.github.io/jah-databases/db/archive-toolkit-knowledge-propagation-tracker/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https://justinahiggins614-cmyk.github.io/jah-databases-data-1/data/archive-toolkit-knowledge-propagation-tracker/index.jsonl.gz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
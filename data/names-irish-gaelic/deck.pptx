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rish-gaelic/" TargetMode="External"/><Relationship Id="rId3" Type="http://schemas.openxmlformats.org/officeDocument/2006/relationships/hyperlink" Target="https://justinahiggins614-cmyk.github.io/jah-databases-data-1/data/names-irish-gael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Irish Gaelic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Irish Gaelic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Irish Gaelic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Irish Gaelic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Sean — Irish Gaelic given name  [JAH-NMIG-000001]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Sean is a masculine given name in Irish Gaelic. It is written Seán in the native script. It means "God is gracious", from Hebrew Yohanan. The beloved Irish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Siobhan — Irish Gaelic given name  [JAH-NMIG-000002]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Siobhan is a feminine given name in Irish Gaelic. It is written Siobhán in the native script. It means "God is gracious", from Hebrew, via Joan. The Irish form of Joan.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Padraig — Irish Gaelic given name  [JAH-NMIG-000003]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Padraig is a masculine given name in Irish Gaelic. It is written Pádraig in the native script. It means "nobleman", from Latin Patricius. The patron saint's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Aoife — Irish Gaelic given name  [JAH-NMIG-000004]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Aoife is a feminine given name in Irish Gaelic. It means "beauty, radiance", from Irish aoibh. The warrior woman of legend.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Cian — Irish Gaelic given name  [JAH-NMIG-000005]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Cian is a masculine given name in Irish Gaelic. It means "ancient, enduring", from Irish. A strong ancient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Irish Gaelic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Irish Gaelic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https://justinahiggins614-cmyk.github.io/jah-databases/db/names-irish-gaelic/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https://justinahiggins614-cmyk.github.io/jah-databases-data-1/data/names-irish-gaelic/index.jsonl.gz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
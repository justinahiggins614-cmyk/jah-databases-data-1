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non-volatile-ram-nvram-state-persistence-signature/" TargetMode="External"/><Relationship Id="rId3" Type="http://schemas.openxmlformats.org/officeDocument/2006/relationships/hyperlink" Target="https://justinahiggins614-cmyk.github.io/jah-databases-data-1/data/non-volatile-ram-nvram-state-persistence-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Non-Volatile RAM (NVRAM) State Persistence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Techniques for keeping critical state alive across power loss with NVRAM.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Non-Volatile RAM (NVRAM) State Persistence Database holds 15 NVRAM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Techniques for keeping critical state alive across power loss with NVRAM.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UEFI Variable Storage  [JAH-NVR-S-000001]</a:t>
            </a:r>
          </a:p>
          <a:p>
            <a:pPr algn="l">
              <a:spcAft>
                <a:spcPts val="1000"/>
              </a:spcAft>
            </a:pPr>
            <a:r>
              <a:rPr sz="1400" b="0">
                <a:solidFill>
                  <a:srgbClr val="D5DBDB"/>
                </a:solidFill>
                <a:latin typeface="Calibri"/>
              </a:rPr>
              <a:t>   Stores boot configuration in UEFI NVRAM variables with authenticated write support. BootOrder, keys, and settings persist across power loss; authenticated variables need signed updates. It is the fir…</a:t>
            </a:r>
          </a:p>
          <a:p>
            <a:pPr algn="l">
              <a:spcAft>
                <a:spcPts val="200"/>
              </a:spcAft>
            </a:pPr>
            <a:r>
              <a:rPr sz="1700" b="1">
                <a:solidFill>
                  <a:srgbClr val="FFFFFF"/>
                </a:solidFill>
                <a:latin typeface="Calibri"/>
              </a:rPr>
              <a:t>2. Signature Battery-Backed SRAM  [JAH-NVR-S-000002]</a:t>
            </a:r>
          </a:p>
          <a:p>
            <a:pPr algn="l">
              <a:spcAft>
                <a:spcPts val="1000"/>
              </a:spcAft>
            </a:pPr>
            <a:r>
              <a:rPr sz="1400" b="0">
                <a:solidFill>
                  <a:srgbClr val="D5DBDB"/>
                </a:solidFill>
                <a:latin typeface="Calibri"/>
              </a:rPr>
              <a:t>   Keeps SRAM alive with a battery so state survives power loss with SRAM speed. Write latency is nanoseconds and endurance is unlimited; the battery needs monitoring. Industrial controllers rely on it.…</a:t>
            </a:r>
          </a:p>
          <a:p>
            <a:pPr algn="l">
              <a:spcAft>
                <a:spcPts val="200"/>
              </a:spcAft>
            </a:pPr>
            <a:r>
              <a:rPr sz="1700" b="1">
                <a:solidFill>
                  <a:srgbClr val="FFFFFF"/>
                </a:solidFill>
                <a:latin typeface="Calibri"/>
              </a:rPr>
              <a:t>3. Signature MRAM and FRAM  [JAH-NVR-S-000003]</a:t>
            </a:r>
          </a:p>
          <a:p>
            <a:pPr algn="l">
              <a:spcAft>
                <a:spcPts val="1000"/>
              </a:spcAft>
            </a:pPr>
            <a:r>
              <a:rPr sz="1400" b="0">
                <a:solidFill>
                  <a:srgbClr val="D5DBDB"/>
                </a:solidFill>
                <a:latin typeface="Calibri"/>
              </a:rPr>
              <a:t>   Uses magnetoresistive and ferroelectric RAM for byte-addressable non-volatility. No battery, no wear leveling, instant writes — the ideal NVRAM technologies maturing now. They replace battery-backed…</a:t>
            </a:r>
          </a:p>
          <a:p>
            <a:pPr algn="l">
              <a:spcAft>
                <a:spcPts val="200"/>
              </a:spcAft>
            </a:pPr>
            <a:r>
              <a:rPr sz="1700" b="1">
                <a:solidFill>
                  <a:srgbClr val="FFFFFF"/>
                </a:solidFill>
                <a:latin typeface="Calibri"/>
              </a:rPr>
              <a:t>4. Signature Persistent Memory (PMEM)  [JAH-NVR-S-000004]</a:t>
            </a:r>
          </a:p>
          <a:p>
            <a:pPr algn="l">
              <a:spcAft>
                <a:spcPts val="1000"/>
              </a:spcAft>
            </a:pPr>
            <a:r>
              <a:rPr sz="1400" b="0">
                <a:solidFill>
                  <a:srgbClr val="D5DBDB"/>
                </a:solidFill>
                <a:latin typeface="Calibri"/>
              </a:rPr>
              <a:t>   Maps persistent memory into the address space for DAX-speed durable storage. Loads and stores are durable; no page cache or block layer in the way. It blurs the line between memory and storage. This…</a:t>
            </a:r>
          </a:p>
          <a:p>
            <a:pPr algn="l">
              <a:spcAft>
                <a:spcPts val="200"/>
              </a:spcAft>
            </a:pPr>
            <a:r>
              <a:rPr sz="1700" b="1">
                <a:solidFill>
                  <a:srgbClr val="FFFFFF"/>
                </a:solidFill>
                <a:latin typeface="Calibri"/>
              </a:rPr>
              <a:t>5. Signature DAX Filesystems  [JAH-NVR-S-000005]</a:t>
            </a:r>
          </a:p>
          <a:p>
            <a:pPr algn="l">
              <a:spcAft>
                <a:spcPts val="1000"/>
              </a:spcAft>
            </a:pPr>
            <a:r>
              <a:rPr sz="1400" b="0">
                <a:solidFill>
                  <a:srgbClr val="D5DBDB"/>
                </a:solidFill>
                <a:latin typeface="Calibri"/>
              </a:rPr>
              <a:t>   Builds filesystems with direct access to persistent memory, bypassing the page cache. Reads and writes hit the media directly at memory speed. It is the filesystem for the PMEM era. This is a Signatu…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NVRAM technique</a:t>
            </a:r>
          </a:p>
          <a:p>
            <a:pPr algn="l">
              <a:spcAft>
                <a:spcPts val="1000"/>
              </a:spcAft>
            </a:pPr>
            <a:r>
              <a:rPr sz="2000" b="0">
                <a:solidFill>
                  <a:srgbClr val="FFFFFF"/>
                </a:solidFill>
                <a:latin typeface="Calibri"/>
              </a:rPr>
              <a:t>ID prefix:  JAH-NVR-S-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Non-Volatile RAM (NVRAM) State Persistence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Techniques for keeping critical state alive across power loss with NVRAM.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https://justinahiggins614-cmyk.github.io/jah-databases/db/non-volatile-ram-nvram-state-persistence-signature/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https://justinahiggins614-cmyk.github.io/jah-databases-data-1/data/non-volatile-ram-nvram-state-persistence-signature/index.jsonl.gz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
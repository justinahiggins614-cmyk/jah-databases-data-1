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urkmen/" TargetMode="External"/><Relationship Id="rId3" Type="http://schemas.openxmlformats.org/officeDocument/2006/relationships/hyperlink" Target="https://justinahiggins614-cmyk.github.io/jah-databases-data-1/data/names-turkme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Turkmen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Turkmen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Turkmen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Turkmen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Serdar — Turkmen given name  [JAH-NMT8-000001]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Serdar is a masculine given name in Turkmen. It means "commander, chief", from Persian. A strong masculine name meaning leader.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Aygul — Turkmen given name  [JAH-NMT8-000002]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Aygul is a feminine given name in Turkmen. It means "moon flower", from Turkic ay (moon) + gul (flower). A classic feminine name across Central Asia.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Merdan — Turkmen given name  [JAH-NMT8-000003]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Merdan is a masculine given name in Turkmen. It means "brave man", from Persian. A masculine name honoring courage.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Jennet — Turkmen given name  [JAH-NMT8-000004]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Jennet is a feminine given name in Turkmen. It means "paradise", from Arabic jannah. A feminine name meaning paradise.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Batyr — Turkmen given name  [JAH-NMT8-000005]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Batyr is a masculine given name in Turkmen. It means "hero", from Turkic. A heroic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Turkmen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Turkmen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https://justinahiggins614-cmyk.github.io/jah-databases/db/names-turkmen/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https://justinahiggins614-cmyk.github.io/jah-databases-data-1/data/names-turkmen/index.jsonl.gz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
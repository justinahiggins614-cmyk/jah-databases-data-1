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zero-knowledge-access-control/" TargetMode="External"/><Relationship Id="rId3" Type="http://schemas.openxmlformats.org/officeDocument/2006/relationships/hyperlink" Target="https://justinahiggins614-cmyk.github.io/jah-databases-data-1/data/zero-knowledge-access-contro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Zero-Knowledge Access Control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Proving who you are and what you're allowed without revealing anything else: zero-knowledge credentials and private proofs.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Zero-Knowledge Access Control Database holds 15 policys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Proving who you are and what you're allowed without revealing anything else: zero-knowledge credentials and private proofs.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zk-SNARK Credentials  [JAH-ZKA-000001]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Issues credentials as zero-knowledge proofs that you satisfy a policy, without revealing the underlying attributes. A bouncer learns only 'old enough' - never your birthdate, name, or anything else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Selective Disclosure  [JAH-ZKA-000002]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Reveals only the specific attributes a verifier needs from a credential while keeping the rest hidden and still proving authenticity. One credential can serve many verifiers, each seeing a different…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Anonymous Credentials  [JAH-ZKA-000003]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Proves you hold a valid credential without revealing which one, so the issuer cannot track where you use it. Anonymity holds against everyone except in defined revocation cases, balancing privacy wit…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Range Proofs  [JAH-ZKA-000004]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Proves a hidden value lies within a range - salary above a threshold, age over 18 - without revealing the value itself. Range proofs turn private numbers into provable claims for loans, access, and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Set-Membership Proofs  [JAH-ZKA-000005]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Proves your credential belongs to an authorized set - employees, residents, subscribers - without saying which member you are. The verifier checks set membership; individual identity never enters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policy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JAH-ZKA-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Zero-Knowledge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Proving who you are and what you're allowed without revealing anything else: zero-knowledge credentials and private proofs.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https://justinahiggins614-cmyk.github.io/jah-databases/db/zero-knowledge-access-control/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https://justinahiggins614-cmyk.github.io/jah-databases-data-1/data/zero-knowledge-access-control/index.jsonl.gz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
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indhi/" TargetMode="External"/><Relationship Id="rId3" Type="http://schemas.openxmlformats.org/officeDocument/2006/relationships/hyperlink" Target="https://justinahiggins614-cmyk.github.io/jah-databases-data-1/data/names-sindh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Sindhi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Sindhi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Sindhi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Sindhi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Mohan - Sindhi masculine given name  [JAH-NMS6-000001]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Sindhi. Meaning: Charming..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Lachman - Sindhi masculine given name  [JAH-NMS6-000002]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Lachman is a masculine given name in Sindhi. Meaning: A classic Sindhi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Hira - Sindhi feminine given name  [JAH-NMS6-000003]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Hira is a feminine given name in Sindhi. Meaning: Diamond..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Dharam - Sindhi masculine given name  [JAH-NMS6-000004]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Dharam is a masculine given name in Sindhi. Meaning: Duty, righteousness..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Soni - Sindhi feminine given name  [JAH-NMS6-000005]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Soni is a feminine given name in Sindhi. Meaning: Beautiful..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Sindhi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Sindhi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https://justinahiggins614-cmyk.github.io/jah-databases/db/names-sindhi/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https://justinahiggins614-cmyk.github.io/jah-databases-data-1/data/names-sindhi/index.jsonl.gz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
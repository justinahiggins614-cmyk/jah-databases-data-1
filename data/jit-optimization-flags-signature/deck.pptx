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it-optimization-flags-signature/" TargetMode="External"/><Relationship Id="rId3" Type="http://schemas.openxmlformats.org/officeDocument/2006/relationships/hyperlink" Target="https://justinahiggins614-cmyk.github.io/jah-databases-data-1/data/jit-optimization-flag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JIT Optimization Flags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JIT Optimization Flags Database holds 15 jit optimization flags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SigJIT --sig-tier  [JAH-JOF-S-000001]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explicit tier pinning per function for predictable latency. Engine: SigJIT. Effect: tier pinning. Example: `sig --sig-tier=hot:"f*"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SigJIT --sig-fuel  [JAH-JOF-S-000002]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fuel-budgeted compilation stopping runaway optimizer time. Engine: SigJIT. Effect: compile fuel budget. Example: `sig --sig-fuel=5000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SigJIT --sig-trace-cost  [JAH-JOF-S-000003]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per-function cost models exported for capacity planning. Engine: SigJIT. Effect: cost tracing. Example: `sig --sig-trace-cost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SigJIT --sig-no-spec  [JAH-JOF-S-000004]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disables speculative optimization for security-sensitive code. Engine: SigJIT. Effect: no speculation. Example: `sigjava --sig-no-spec App`.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SigJIT --sig-guard-profile  [JAH-JOF-S-000005]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profile-guided guard placement cutting deopt storms. Engine: SigPy. Effect: guard profiling. Example: `sigpy --sig-guard-profile app.py`.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jit optimization flag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JAH-JOF-S-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JIT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https://justinahiggins614-cmyk.github.io/jah-databases/db/jit-optimization-flags-signature/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https://justinahiggins614-cmyk.github.io/jah-databases-data-1/data/jit-optimization-flags-signature/index.jsonl.gz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
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self-auditing-intelligence-network/" TargetMode="External"/><Relationship Id="rId3" Type="http://schemas.openxmlformats.org/officeDocument/2006/relationships/hyperlink" Target="https://justinahiggins614-cmyk.github.io/jah-databases-data-1/data/apex-tool-self-auditing-intelligence-network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Self-Auditing Intelligence Network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network audits itself — provenance, access, reliability, claim validity — continuously.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Self-Auditing Intelligence Network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network audits itself — provenance, access, reliability, claim validity — continuously.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continuous auditing is standard in high-assurance systems;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Auditing Yourself  [JAH-APX89-000001]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system that cannot check itself cannot be trusted. This record covers the self-audit principle: continuous, independent, honest.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Walking Provenance  [JAH-APX89-000002]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claim stands on evidence. This record covers walking each claim’s chain back to its sources.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Broken Chains  [JAH-APX89-000003]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chain with a missing link is a warning. This record covers flagging broken or circular provenance.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Reviewing Access  [JAH-APX89-000004]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Who can touch what? This record covers auditing access controls against policy.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Excessive Access  [JAH-APX89-000005]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Permissions creep. This record covers detecting grants beyond policy need.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Self-Auditing Intelligence Network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network audits itself — provenance, access, reliability, claim validity — continuously.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https://justinahiggins614-cmyk.github.io/jah-databases/db/apex-tool-self-auditing-intelligence-network/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https://justinahiggins614-cmyk.github.io/jah-databases-data-1/data/apex-tool-self-auditing-intelligence-network/index.jsonl.gz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
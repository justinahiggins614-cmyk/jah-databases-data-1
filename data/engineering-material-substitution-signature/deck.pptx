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gineering-material-substitution-signature/" TargetMode="External"/><Relationship Id="rId3" Type="http://schemas.openxmlformats.org/officeDocument/2006/relationships/hyperlink" Target="https://justinahiggins614-cmyk.github.io/jah-databases-data-1/data/engineering-material-substitu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Engineering Material Substitution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rules for substituting engineering materials without breaking the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Engineering Material Substitution Database holds 20 substitution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rules for substituting engineering materials without breaking the design.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Equivalent Grade Swap  [JAH-ENGINE-S-000001]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Replaces with a standardized equivalent grade (e.g. 304 -&gt; 304L) from material specs. Recorded facts — Rule: Equivalent Grade Swap; Matches: grade tables; Risk: low. Used by desig…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Property-envelope Match  [JAH-ENGINE-S-000002]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Requires the substitute's properties to enclose the original's across the operating range. Recorded facts — Rule: Property-envelope Match; Matches: datasheets; Risk: medium.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Tensile Strength Parity  [JAH-ENGINE-S-000003]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Matches ultimate and yield strength so structural margins are preserved. Recorded facts — Rule: Tensile Strength Parity; Matches: test reports; Risk: medium. Used by design and pr…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Corrosion Equivalence  [JAH-ENGINE-S-000004]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Matches corrosion resistance in the actual service environment, not just salt spray. Recorded facts — Rule: Corrosion Equivalence; Matches: exposure data; Risk: high. Used by desi…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Temperature Rating Match  [JAH-ENGINE-S-000005]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Keeps continuous and peak temperature ratings at or above the original. Recorded facts — Rule: Temperature Rating Match; Matches: ratings; Risk: medium. Used by design and procure…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substitution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JAH-ENGINE-S-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Engineering Material Substitution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rules for substituting engineering materials without breaking the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https://justinahiggins614-cmyk.github.io/jah-databases/db/engineering-material-substitution-signature/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https://justinahiggins614-cmyk.github.io/jah-databases-data-1/data/engineering-material-substitution-signature/index.jsonl.gz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
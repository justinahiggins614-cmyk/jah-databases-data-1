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ource-and-cost-monitor-signature/" TargetMode="External"/><Relationship Id="rId3" Type="http://schemas.openxmlformats.org/officeDocument/2006/relationships/hyperlink" Target="https://justinahiggins614-cmyk.github.io/jah-databases-data-1/data/archive-tool-resource-and-cost-mon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Resource and Cost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Resource and Cost Monitor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Resource and Cost Monitor,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Storage consumption tracking (foundational)  [JAH-AT98S-000001]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Storage is tracked per database and per collection: bytes used, growth per day, and quota headroom. Tracking reads filesystem and object-store counters rather than estimating.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Storage consumption tracking (compounded)  [JAH-AT98S-000002]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Storage is tracked per database and per collection: bytes used, growth per day, and quota headroom. Tracking reads filesystem and object-store counters rather than estimating.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Storage consumption tracking (production)  [JAH-AT98S-000003]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Storage is tracked per database and per collection: bytes used, growth per day, and quota headroom. Tracking reads filesystem and object-store counters rather than estimating.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Compute utilization tracking (foundational)  [JAH-AT98S-000004]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CPU and memory utilization are sampled per service and aggregated into utilization rates over time. Sustained high utilization triggers scaling review; sustained low utilization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Compute utilization tracking (compounded)  [JAH-AT98S-000005]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CPU and memory utilization are sampled per service and aggregated into utilization rates over time. Sustained high utilization triggers scaling review; sustained low utilization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Resource Monitor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https://justinahiggins614-cmyk.github.io/jah-databases/db/archive-tool-resource-and-cost-monitor-signature/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https://justinahiggins614-cmyk.github.io/jah-databases-data-1/data/archive-tool-resource-and-cost-monitor-signature/index.jsonl.gz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
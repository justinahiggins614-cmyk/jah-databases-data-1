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apex-intelligence-blueprint-generator/" TargetMode="External"/><Relationship Id="rId3" Type="http://schemas.openxmlformats.org/officeDocument/2006/relationships/hyperlink" Target="https://justinahiggins614-cmyk.github.io/jah-databases-data-1/data/apex-tool-apex-intelligence-blueprint-genera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Apex Intelligence Blueprint Generator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Turns goals and constraints into complete, checkable AI system blueprints.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Apex Intelligence Blueprint Generator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Turns goals and constraints into complete, checkable AI system blueprints.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knowledge — requirements-driven architecture generation is documented in systems literature; fact-checked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Goals In, Blueprints Out  [JAH-APX82-000001]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generator’s promise: describe what the AI must do and its limits, and receive a complete architecture. This record covers the goal-capture front end.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The Component Library  [JAH-APX82-000002]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Blueprints are built from vetted parts. This record covers the library of building blocks with known cost and latency figures.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Synthesizing Candidates  [JAH-APX82-000003]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Given requirements, the synthesizer composes candidate architectures from library parts. This record covers the composition search.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Weaving Interfaces  [JAH-APX82-000004]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Components must connect. This record covers wiring interfaces into a coherent data flow with type and protocol checks.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Pricing the Blueprint  [JAH-APX82-000005]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blueprint carries a price: money, latency, energy. This record covers the cost estimator.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JAH-APX82-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Apex Intelligence Blueprint Generator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Turns goals and constraints into complete, checkable AI system blueprints.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https://justinahiggins614-cmyk.github.io/jah-databases/db/apex-tool-apex-intelligence-blueprint-generator/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https://justinahiggins614-cmyk.github.io/jah-databases-data-1/data/apex-tool-apex-intelligence-blueprint-generator/index.jsonl.gz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
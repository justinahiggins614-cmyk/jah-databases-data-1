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universal-checkpointing-civilization/" TargetMode="External"/><Relationship Id="rId3" Type="http://schemas.openxmlformats.org/officeDocument/2006/relationships/hyperlink" Target="https://justinahiggins614-cmyk.github.io/jah-databases-data-1/data/apex-tool-universal-checkpointing-civiliz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Universal Checkpointing Civilization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Standard checkpoints so any long job can survive crashes and resume exactly.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Universal Checkpointing Civilization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Standard checkpoints so any long job can survive crashes and resume exactly.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knowledge — periodic checkpointing of long-running jobs is standard practice;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Why Checkpoints Exist  [JAH-APX77-000001]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Long jobs die. Power fails, nodes crash, networks split. This record covers the public practice of saving job state periodically so a crash costs minutes instead of days.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Full Snapshots  [JAH-APX77-000002]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simplest checkpoint is a full copy of state. This record covers snapshot writing: serialize everything, hash it, store it durably.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Incremental Journals  [JAH-APX77-000003]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Full snapshots get expensive. This record covers journaling only the changes since the last checkpoint, shrinking each write dramatically.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The Checkpoint Catalog  [JAH-APX77-000004]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Checkpoints need an index. This record covers cataloging every checkpoint by job, timestamp, and hash so recovery can find the right one instantly.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Hashing Every Checkpoint  [JAH-APX77-000005]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corrupt checkpoint is worse than none if you trust it. This record covers hashing each checkpoint and verifying before restore.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JAH-APX77-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Universal Checkpointing Civilization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Standard checkpoints so any long job can survive crashes and resume exactly.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https://justinahiggins614-cmyk.github.io/jah-databases/db/apex-tool-universal-checkpointing-civilization/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https://justinahiggins614-cmyk.github.io/jah-databases-data-1/data/apex-tool-universal-checkpointing-civilization/index.jsonl.gz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
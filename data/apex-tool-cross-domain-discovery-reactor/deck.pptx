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cross-domain-discovery-reactor/" TargetMode="External"/><Relationship Id="rId3" Type="http://schemas.openxmlformats.org/officeDocument/2006/relationships/hyperlink" Target="https://justinahiggins614-cmyk.github.io/jah-databases-data-1/data/apex-tool-cross-domain-discovery-re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Cross-Domain Discovery Reactor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useful combinations of knowledge across engineering, mathematics, computing, biology, physics, and other fields — the innovation reactor.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Cross-Domain Discovery Reactor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useful combinations of knowledge across engineering, mathematics, computing, biology, physics, and other fields — the innovation reactor.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TRIZ inventive principles; biomimicry design; structure-mapping theory (Gentner); technology transfer practice.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Discovery Reactor is  [JAH-APX19-000001]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reactor systematically hunts for cross-domain combinations: it indexes methods by what they do (not what field they come from), matches unsolved problems to methods from other fields, and propose…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Method and problem data model  [JAH-APX19-000002]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Methods are recorded by their mechanism, inputs, outputs, assumptions, and known limits — not by their home field. Problems are recorded by their structure: constraints, goals, and failure modes.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Analogical matching algorithm  [JAH-APX19-000003]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Matching finds structural alignment between a method's mechanism and a problem's structure: shared causal patterns, shared constraint shapes, shared resource flows. Surface similarity is distrusted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Breakdown prediction algorithm  [JAH-APX19-000004]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analogy breaks somewhere: the predictor identifies where by comparing the method's assumptions against the problem's conditions. Assumption violations become predicted breakdown points with sev…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Transfer proposal interface specification  [JAH-APX19-000005]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submit a problem and get ranked transfer proposals: the method, its home field, the analogy mapping, predicted breakdowns, and a test plan. The interface also takes a method and finds problem…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Cross-Domain Discovery Reactor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useful combinations of knowledge across engineering, mathematics, computing, biology, physics, and other fields — the innovation reactor.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https://justinahiggins614-cmyk.github.io/jah-databases/db/apex-tool-cross-domain-discovery-reactor/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https://justinahiggins614-cmyk.github.io/jah-databases-data-1/data/apex-tool-cross-domain-discovery-reactor/index.jsonl.gz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
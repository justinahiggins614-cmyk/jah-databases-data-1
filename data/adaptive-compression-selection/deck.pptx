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daptive-compression-selection/" TargetMode="External"/><Relationship Id="rId3" Type="http://schemas.openxmlformats.org/officeDocument/2006/relationships/hyperlink" Target="https://justinahiggins614-cmyk.github.io/jah-databases-data-1/data/adaptive-compression-sele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Adaptive Compression Selection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Engines that pick the right compression for each byte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Adaptive Compression Selection Database holds 15 compression selection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Engines that pick the right compression for each byte of data.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Dictionary Training  [JAH-ADAPTI3-000001]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Trains zstd dictionaries on representative samples so small messages compress like large ones. A shared dictionary captures the common substrings of a protocol — JSON keys, log prefixes — and each sm…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Content-Type Detection  [JAH-ADAPTI3-000002]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Sniffs the content type and picks brotli for HTML, zstd for JSON, and nothing for already-compressed data. Compressing a JPEG wastes CPU for zero gain; detecting the type first avoids it. The detecto…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Zstd Level Tuning  [JAH-ADAPTI3-000003]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Sweeps compression levels 1 through 19 to find the knee of the ratio-versus-speed curve for each dataset. Level 3 is fast, level 19 squeezes hard, and the right choice depends on whether the data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Brotli for Text  [JAH-ADAPTI3-000004]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brotli at quality 11 for static text assets served with long cache TTLs. Maximum-quality brotli beats gzip by 15 to 25 percent on HTML, CSS, and JS, and precompression means the CPU cost is paid…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Columnar Encoding Selection  [JAH-ADAPTI3-000005]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Chooses run-length encoding for runs, dictionary encoding for low-cardinality columns, and delta encoding for sorted integers — per column. The selector profiles each column's value distribution and…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compression selection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JAH-ADAPTI3-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Adaptive Compression Selection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Engines that pick the right compression for each byte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https://justinahiggins614-cmyk.github.io/jah-databases/db/adaptive-compression-selection/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https://justinahiggins614-cmyk.github.io/jah-databases-data-1/data/adaptive-compression-selection/index.jsonl.gz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
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exact-record-retrieval/" TargetMode="External"/><Relationship Id="rId3" Type="http://schemas.openxmlformats.org/officeDocument/2006/relationships/hyperlink" Target="https://justinahiggins614-cmyk.github.io/jah-databases-data-1/data/archive-toolkit-exact-record-retrieva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Exact Record Retrieval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Returns the specific requested record without substituting a summary.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Exact Record Retrieval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Returns the specific requested record without substituting a summary.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exact record retrieval;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Canonical key resolution — Exact Record Retrieval  [JAH-ATK201-0001]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Exact record retrieval is the discipline of returning precisely the record a caller asked for — by primary key, canonical identifier, or stable locator — and refusing to substitute a summary, a near-…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Primary index lookup — Exact Record Retrieval  [JAH-ATK201-0002]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Exact record retrieval is the discipline of returning precisely the record a caller asked for — by primary key, canonical identifier, or stable locator — and refusing to substitute a summary, a near-…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Tombstone-aware existence check — Exact Record Retrieval  [JAH-ATK201-0003]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Exact record retrieval is the discipline of returning precisely the record a caller asked for — by primary key, canonical identifier, or stable locator — and refusing to substitute a summary, a near-…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Byte-faithful read path — Exact Record Retrieval  [JAH-ATK201-0004]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Exact record retrieval is the discipline of returning precisely the record a caller asked for — by primary key, canonical identifier, or stable locator — and refusing to substitute a summary, a near-…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Checksum-on-read — Exact Record Retrieval  [JAH-ATK201-0005]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Exact record retrieval is the discipline of returning precisely the record a caller asked for — by primary key, canonical identifier, or stable locator — and refusing to substitute a summary, a near-…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Exact Record Retrieval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Returns the specific requested record without substituting a summary.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https://justinahiggins614-cmyk.github.io/jah-databases/db/archive-toolkit-exact-record-retrieval/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https://justinahiggins614-cmyk.github.io/jah-databases-data-1/data/archive-toolkit-exact-record-retrieval/index.jsonl.gz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
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dversarial-code-review-agents/" TargetMode="External"/><Relationship Id="rId3" Type="http://schemas.openxmlformats.org/officeDocument/2006/relationships/hyperlink" Target="https://justinahiggins614-cmyk.github.io/jah-databases-data-1/data/adversarial-code-review-agent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Adversarial Code Review Agents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Reviewers that think like attackers: taint analysis, secret scanning, injection hunting, and severity scoring.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Adversarial Code Review Agents Database holds 15 review agents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Reviewers that think like attackers: taint analysis, secret scanning, injection hunting, and severity scoring.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Attacker Persona  [JAH-ACRA-000001]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Reviews code from the attacker's perspective - 'how would I break this' - instead of the author's. The persona shift finds vulnerabilities that correctness-focused review walks past.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Taint Analysis  [JAH-ACRA-000002]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Tracks untrusted data from sources to sinks, flagging every path where user input reaches a dangerous operation unsanitized. Taint analysis finds injection flaws systematically, not by luck.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Secret Scanning  [JAH-ACRA-000003]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Scans code and history for committed secrets - API keys, tokens, private keys - with entropy and pattern detection. Scanning catches the credential that 'temporarily' entered the repo three years ago.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Dependency Vulnerability Checks  [JAH-ACRA-000004]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Checks every dependency against vulnerability databases, failing builds on known-exploitable versions. Most breaches ride in through dependencies; checking keeps the supply chain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Prompt-Injection Review  [JAH-ACRA-000005]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Reviews AI-integrated code for prompt-injection paths - where untrusted content can steer the model. Injection review treats model inputs with the suspicion SQL inputs earned decades ago.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review agent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JAH-ACRA-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Adversarial Review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Reviewers that think like attackers: taint analysis, secret scanning, injection hunting, and severity scoring.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https://justinahiggins614-cmyk.github.io/jah-databases/db/adversarial-code-review-agents/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https://justinahiggins614-cmyk.github.io/jah-databases-data-1/data/adversarial-code-review-agents/index.jsonl.gz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
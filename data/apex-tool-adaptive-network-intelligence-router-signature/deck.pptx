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daptive-network-intelligence-router-signature/" TargetMode="External"/><Relationship Id="rId3" Type="http://schemas.openxmlformats.org/officeDocument/2006/relationships/hyperlink" Target="https://justinahiggins614-cmyk.github.io/jah-databases-data-1/data/apex-tool-adaptive-network-intelligence-rou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Adaptive Network Intelligence Router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Selects available communication paths according to reliability, latency, cost, and security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Adaptive Network Intelligence Router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available communication paths according to reliability, latency, cost, and security constraints.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Topology Scribe  [JAH-APX72S-000001]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mapper seals the discovered graph.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Link Sentinel  [JAH-APX72S-000002]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monitor seals link measurements.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Path Wright  [JAH-APX72S-000003]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computer seals latency-optimal paths.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Policy Warden  [JAH-APX72S-000004]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Enforces policies with sealed verdicts.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Failover Herald  [JAH-APX72S-000005]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trigger seals failover events with timings.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Adaptive Network Intelligence Router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available communication paths according to reliability, latency, cost, and security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https://justinahiggins614-cmyk.github.io/jah-databases/db/apex-tool-adaptive-network-intelligence-router-signature/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https://justinahiggins614-cmyk.github.io/jah-databases-data-1/data/apex-tool-adaptive-network-intelligence-router-signature/index.jsonl.gz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
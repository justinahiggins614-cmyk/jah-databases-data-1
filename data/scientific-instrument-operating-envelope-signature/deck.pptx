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instrument-operating-envelope-signature/" TargetMode="External"/><Relationship Id="rId3" Type="http://schemas.openxmlformats.org/officeDocument/2006/relationships/hyperlink" Target="https://justinahiggins614-cmyk.github.io/jah-databases-data-1/data/scientific-instrument-operating-envelop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Instrument Operating Envelope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operating envelope limits that keep scientific instruments in 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Instrument Operating Envelope Database holds 20 envelope limits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operating envelope limits that keep scientific instruments in spec.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Temperature Range  [JAH-SIO-S-000001]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Ambient temperatures where accuracy specs hold. Recorded facts — Limit: Temperature Range; Parameter: temperature; Range: -10 to 40 C. Used by lab managers and field engineers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Humidity Range  [JAH-SIO-S-000002]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Relative humidity bounds before condensation or drift. Recorded facts — Limit: Humidity Range; Parameter: humidity; Range: 10-80% RH. Used by lab managers and field engineers to 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Vibration Limit  [JAH-SIO-S-000003]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Maximum vibration the instrument tolerates without measurement error. Recorded facts — Limit: Vibration Limit; Parameter: vibration; Range: 0.5 g RMS. Used by lab managers and 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Pressure Range  [JAH-SIO-S-000004]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Atmospheric or process pressure bounds for valid operation. Recorded facts — Limit: Pressure Range; Parameter: pressure; Range: 80-110 kPa. Used by lab managers and field engineer…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Voltage Range  [JAH-SIO-S-000005]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Supply voltage tolerance before regulation fails. Recorded facts — Limit: Voltage Range; Parameter: supply; Range: +/-10%. Used by lab managers and field engineers to keep measure…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envelope limit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Scientific Instrument Operating Envelope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operating envelope limits that keep scientific instruments in 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https://justinahiggins614-cmyk.github.io/jah-databases/db/scientific-instrument-operating-envelope-signature/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https://justinahiggins614-cmyk.github.io/jah-databases-data-1/data/scientific-instrument-operating-envelope-signature/index.jsonl.gz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
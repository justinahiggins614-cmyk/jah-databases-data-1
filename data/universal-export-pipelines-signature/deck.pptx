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export-pipelines-signature/" TargetMode="External"/><Relationship Id="rId3" Type="http://schemas.openxmlformats.org/officeDocument/2006/relationships/hyperlink" Target="https://justinahiggins614-cmyk.github.io/jah-databases-data-1/data/universal-export-pipelin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Export Pipelines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Data out, any format: converters, streaming export, templating, scheduling, validation, and large-dataset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Export Pipelines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 out, any format: converters, streaming export, templating, scheduling, validation, and large-dataset handling.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Format converters  [JAH-UNIVER-S-000001]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Format converters translate between representations: JSON&lt;-&gt;CSV, Markdown-&gt;PDF, data-&gt;Excel. The architecture is a converter registry (from,to) -&gt; function, with streaming for large inputs. Fidelity…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PDF export  [JAH-UNIVER-S-000002]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PDF export renders documents to fixed pages: HTML-&gt;PDF (headless browser), programmatic (ReportLab), or typeset (LaTeX). The challenges are pagination (no widowed headings), fonts (embedded subsets),…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CSV/JSON export  [JAH-UNIVER-S-000003]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CSV/JSON export is the data interchange workhorse: flatten nested structures (JSON paths as columns), handle types (dates as ISO, nulls as empty), stream large results, and quote correctly (CSV injec…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Streaming export  [JAH-UNIVER-S-000004]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Streaming export never holds the dataset in memory: rows flow from the query through the formatter to the download, chunk by chunk. The HTTP response streams (chunked encoding); the user sees progres…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Export templating  [JAH-UNIVER-S-000005]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Export templating separates data from presentation: the template (Jinja, Mustache) defines the layout, the data fills it. Invoices, reports, certificates — same data, many templates. Templates are ve…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JAH-UNIVER-S-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Universal Export Pipelines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 out, any format: converters, streaming export, templating, scheduling, validation, and large-dataset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https://justinahiggins614-cmyk.github.io/jah-databases/db/universal-export-pipelines-signature/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https://justinahiggins614-cmyk.github.io/jah-databases-data-1/data/universal-export-pipelines-signature/index.jsonl.gz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
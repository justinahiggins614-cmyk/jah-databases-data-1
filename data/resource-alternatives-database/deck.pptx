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source-alternatives-database/" TargetMode="External"/><Relationship Id="rId3" Type="http://schemas.openxmlformats.org/officeDocument/2006/relationships/hyperlink" Target="https://justinahiggins614-cmyk.github.io/jah-databases-data-1/data/resource-alternatives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Resource Alternatives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Substitute materials, tools, suppliers, and methods — real alternatives with properties and honest tradeoffs.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Resource Alternatives Database holds 15 alternatives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Substitute materials, tools, suppliers, and methods — real alternatives with properties and honest tradeoffs.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Aluminum Wiring Instead of Copper  [JAH-RALT-000001]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building wire, aluminum is the classic copper substitute: it conducts about 61% as well as copper by volume but is far lighter and cheaper per ampere carried. Utilities have run aluminum distribu…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Sodium-Ion Batteries Instead of Lithium-Ion  [JAH-RALT-000002]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Sodium is a thousand times more abundant than lithium and mined from seawater and salt flats. Sodium-ion cells trade some energy density for dramatically cheaper, geopolitically calmer raw materials…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Ferrite Magnets Instead of Neodymium  [JAH-RALT-000003]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Where maximum strength is not needed, cheap ferrite (ceramic) magnets replace rare-earth neodymium: no mining of rare earths, a fraction of the price, and excellent corrosion resistance. Motors get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GFRP Rebar Instead of Steel Rebar  [JAH-RALT-000004]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Glass-fiber-reinforced-polymer rebar never rusts, so concrete structures in saltwater or de-icing zones last far longer. It is lighter than steel and non-magnetic, though it cannot be bent on site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Fly-Ash Concrete Instead of Pure Portland Cement  [JAH-RALT-000005]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Replacing part of Portland cement with fly ash (a coal-plant byproduct) or slag cuts the carbon footprint of concrete substantially while often improving long-term strength. The trade is slower early…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alternative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JAH-RALT-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Resource Alternatives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Substitute materials, tools, suppliers, and methods — real alternatives with properties and honest tradeoffs.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https://justinahiggins614-cmyk.github.io/jah-databases/db/resource-alternatives-database/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https://justinahiggins614-cmyk.github.io/jah-databases-data-1/data/resource-alternatives-database/index.jsonl.gz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
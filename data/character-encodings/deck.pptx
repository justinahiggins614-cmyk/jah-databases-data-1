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haracter-encodings/" TargetMode="External"/><Relationship Id="rId3" Type="http://schemas.openxmlformats.org/officeDocument/2006/relationships/hyperlink" Target="https://justinahiggins614-cmyk.github.io/jah-databases-data-1/data/character-encoding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Character Encodings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major character encoding: byte structure, coverage, and conversion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Character Encodings Database holds 15 character encodings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major character encoding: byte structure, coverage, and conversion notes.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data compiled from open standards documentation (Unicode Consortium code charts, ISO standards publications, IANA character-set registry, and RFC documents).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ASCII — 7-bit American Standard Code for Information Interchange  [JAH-ENCD-000001]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ASCII is the 7-bit character encoding that anchors all modern text: 128 code points from U+0000 to U+007F, including control characters, the digits 0-9, uppercase and lowercase Latin letters, and pun…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ISO-8859-1 (Latin-1) — 8-bit Western European encoding  [JAH-ENCD-000002]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ISO-8859-1, known as Latin-1, is an 8-bit single-byte encoding covering Western European languages. Its 191 graphic characters include the full ASCII range plus accented Latin letters and symbols suc…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ISO-8859-2 (Latin-2) — 8-bit Central and Eastern European encoding  [JAH-ENCD-000003]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ISO-8859-2, or Latin-2, is an 8-bit single-byte encoding for Central and Eastern European languages written in the Latin script, including Polish, Czech, Slovak, Hungarian, Slovene, Croatian, Serbian…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ISO-8859-5 (Latin/Cyrillic) — 8-bit Cyrillic encoding  [JAH-ENCD-000004]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ISO-8859-5 is the ISO 8859 family member for the Cyrillic script, covering Russian, Bulgarian, Serbian in Cyrillic, Ukrainian, Belarusian, and Macedonian. It is an 8-bit single-byte encoding: ASCII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ISO-8859-7 (Latin/Greek) — 8-bit Greek encoding  [JAH-ENCD-000005]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ISO-8859-7 is the 8-bit encoding for Modern Greek, pairing ASCII in the lower half with the Greek alphabet, tonos-marked vowels, and Greek punctuation in the upper half. It covers the 24 Greek letter…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character encoding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JAH-ENCD-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Encoding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major character encoding: byte structure, coverage, and conversion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https://justinahiggins614-cmyk.github.io/jah-databases/db/character-encodings/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https://justinahiggins614-cmyk.github.io/jah-databases-data-1/data/character-encodings/index.jsonl.gz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
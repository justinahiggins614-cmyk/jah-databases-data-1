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stributed-consensus-signature/" TargetMode="External"/><Relationship Id="rId3" Type="http://schemas.openxmlformats.org/officeDocument/2006/relationships/hyperlink" Target="https://justinahiggins614-cmyk.github.io/jah-databases-data-1/data/distributed-consensu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Consensus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Get distributed nodes to agree — consensus algorithms and the systems built on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Consensus Database holds 15 consensus algorithms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Get distributed nodes to agree — consensus algorithms and the systems built on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SigRaft  [JAH-DISTRI4-S-000001]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Raft with pre-vote and joint-consensus membership baked in. Tolerates f crash (2f+1); typical rounds: election + append. Used in: Sig clusters.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SigBFT  [JAH-DISTRI4-S-000002]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chained BFT with threshold signatures aggregating votes. Tolerates f Byzantine (3f+1); typical rounds: 3 chained. Used in: Sig ledger.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SigMesh-Vote  [JAH-DISTRI4-S-000003]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gossip-based membership voting for mesh clusters. Tolerates f crash; typical rounds: gossip rounds. Used in: SigMesh.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SigLease  [JAH-DISTRI4-S-000004]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lease-based leadership with clock-bounded failover. Tolerates f crash; typical rounds: lease renew. Used in: Sig services.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SigEpoch  [JAH-DISTRI4-S-000005]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epoch-based BFT with rotating proposers and slashing. Tolerates f Byzantine; typical rounds: epoch phases. Used in: Sig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consensus algorithm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JAH-DISTRI4-S-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Consensus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Get distributed nodes to agree — consensus algorithms and the systems built on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https://justinahiggins614-cmyk.github.io/jah-databases/db/distributed-consensus-signature/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https://justinahiggins614-cmyk.github.io/jah-databases-data-1/data/distributed-consensus-signature/index.jsonl.gz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
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torage-capacity-forecaster/" TargetMode="External"/><Relationship Id="rId3" Type="http://schemas.openxmlformats.org/officeDocument/2006/relationships/hyperlink" Target="https://justinahiggins614-cmyk.github.io/jah-databases-data-1/data/archive-toolkit-storage-capacity-forecas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Storage Capacity Forecaster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Storage Capacity Forecaster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storage capacity forecaster;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Growth curve fitting — Storage Capacity Forecaster  [JAH-ATK230-0001]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storage capacity forecaster turns measured growth into procurement and pruning decisions: it models each collection's growth curve, projects when capacity runs out, and recommends actions — add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Per-collection forecasts — Storage Capacity Forecaster  [JAH-ATK230-0002]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storage capacity forecaster turns measured growth into procurement and pruning decisions: it models each collection's growth curve, projects when capacity runs out, and recommends actions — add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Confidence intervals — Storage Capacity Forecaster  [JAH-ATK230-0003]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storage capacity forecaster turns measured growth into procurement and pruning decisions: it models each collection's growth curve, projects when capacity runs out, and recommends actions — add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Seasonality modeling — Storage Capacity Forecaster  [JAH-ATK230-0004]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storage capacity forecaster turns measured growth into procurement and pruning decisions: it models each collection's growth curve, projects when capacity runs out, and recommends actions — add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Event-adjusted forecasts — Storage Capacity Forecaster  [JAH-ATK230-0005]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storage capacity forecaster turns measured growth into procurement and pruning decisions: it models each collection's growth curve, projects when capacity runs out, and recommends actions — add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Storage Capacity Forecaster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future storage needs from measured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https://justinahiggins614-cmyk.github.io/jah-databases/db/archive-toolkit-storage-capacity-forecaster/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https://justinahiggins614-cmyk.github.io/jah-databases-data-1/data/archive-toolkit-storage-capacity-forecaster/index.jsonl.gz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
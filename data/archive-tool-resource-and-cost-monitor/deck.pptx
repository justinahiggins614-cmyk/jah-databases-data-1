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source-and-cost-monitor/" TargetMode="External"/><Relationship Id="rId3" Type="http://schemas.openxmlformats.org/officeDocument/2006/relationships/hyperlink" Target="https://justinahiggins614-cmyk.github.io/jah-databases-data-1/data/archive-tool-resource-and-cost-moni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Resource and Cost Monitor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storage, compute, latency, API usage, and resource consumption. This is full resource monitoring across storage, compute, latency, and API usage; pure spending tracking is the ai-build-infrastructure-cost-monitor…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Resource and Cost Monitor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storage, compute, latency, API usage, and resource consumption. This is full resource monitoring across storage, compute, latency, and API usage; pure spending tracking is the ai-build-infrastructure-cost-monitor database's subject.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(Resource and Cost Monitor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Storage consumption tracking (foundational)  [JAH-AT98-000001]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Storage is tracked per database and per collection: bytes used, growth per day, and quota headroom. Tracking reads filesystem and object-store counters rather than estimating. The numbers feed both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Storage consumption tracking (compounded)  [JAH-AT98-000002]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Storage is tracked per database and per collection: bytes used, growth per day, and quota headroom. Tracking reads filesystem and object-store counters rather than estimating. The numbers feed both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Storage consumption tracking (production)  [JAH-AT98-000003]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Storage is tracked per database and per collection: bytes used, growth per day, and quota headroom. Tracking reads filesystem and object-store counters rather than estimating. The numbers feed both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Compute utilization tracking (foundational)  [JAH-AT98-000004]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CPU and memory utilization are sampled per service and aggregated into utilization rates over time. Sustained high utilization triggers scaling review; sustained low utilization triggers rightsizing.…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Compute utilization tracking (compounded)  [JAH-AT98-000005]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CPU and memory utilization are sampled per service and aggregated into utilization rates over time. Sustained high utilization triggers scaling review; sustained low utilization triggers rightsizing.…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Resource Monitor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storage, compute, latency, API usage, and resource consumption. This is full resource monitoring across storage, compute, latency, and API usage; pure spending tracking is the ai-build-infrastructure-cost-monitor…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https://justinahiggins614-cmyk.github.io/jah-databases/db/archive-tool-resource-and-cost-monitor/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https://justinahiggins614-cmyk.github.io/jah-databases-data-1/data/archive-tool-resource-and-cost-monitor/index.jsonl.gz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
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execution-environment-fingerprint-signature/" TargetMode="External"/><Relationship Id="rId3" Type="http://schemas.openxmlformats.org/officeDocument/2006/relationships/hyperlink" Target="https://justinahiggins614-cmyk.github.io/jah-databases-data-1/data/program-execution-environment-fingerpri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Execution Environment Fingerprint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signals that fingerprint a program's execution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Execution Environment Fingerprint Database holds 20 fingerprint signals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signals that fingerprint a program's execution environment.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OS Version String  [JAH-PEEF-S-000001]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kernel and distribution version, the coarsest but most available signal. Recorded facts — Signal: OS Version String; Source: uname; Stability: high. Used by licensing, anti-fr…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CPU Feature Flags  [JAH-PEEF-S-000002]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Instruction-set extensions (AVX, NEON) that distinguish CPU generations. Recorded facts — Signal: CPU Feature Flags; Source: cpuid; Stability: very high. Used by licensing, anti-f…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Kernel Build  [JAH-PEEF-S-000003]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Exact kernel build string including distro patches. Recorded facts — Signal: Kernel Build; Source: /proc/version; Stability: high. Used by licensing, anti-fraud, forensics, and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Environment Variables  [JAH-PEEF-S-000004]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PATH, LANG, and app-specific variables that vary by deployment. Recorded facts — Signal: Environment Variables; Source: environ; Stability: medium. Used by licensing, anti-fraud,…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Hostname Hash  [JAH-PEEF-S-000005]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Hashed hostname identifying the machine without exposing the name. Recorded facts — Signal: Hostname Hash; Source: gethostname; Stability: high. Used by licensing, anti-fraud, for…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fingerprint signal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JAH-PEEF-S-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Program Execution Environment Fingerprint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signals that fingerprint a program's execution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https://justinahiggins614-cmyk.github.io/jah-databases/db/program-execution-environment-fingerprint-signature/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https://justinahiggins614-cmyk.github.io/jah-databases-data-1/data/program-execution-environment-fingerprint-signature/index.jsonl.gz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
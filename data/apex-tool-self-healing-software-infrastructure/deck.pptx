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self-healing-software-infrastructure/" TargetMode="External"/><Relationship Id="rId3" Type="http://schemas.openxmlformats.org/officeDocument/2006/relationships/hyperlink" Target="https://justinahiggins614-cmyk.github.io/jah-databases-data-1/data/apex-tool-self-healing-software-infrastruc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Self-Healing Software Infrastructure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Detects specified operational failures and performs approved recovery procedures.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Self-Healing Software Infrastructure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Detects specified operational failures and performs approved recovery procedures.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knowledge: standard engineering practice documented in open technical literature; facts cross-checked against the executed demo program. Compiled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Liveness and Readiness Probes  [JAH-APX54-000001]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foundation: every service exposes cheap endpoints that answer 'am I alive' and 'can I serve', so detection starts from ground truth instead of guesses.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Threshold-Based Alerting  [JAH-APX54-000002]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Fires alerts when a metric crosses a declared boundary — error rate, latency, queue depth — with hysteresis so flapping does not page anyone twice.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Log Pattern Watcher  [JAH-APX54-000003]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Scans service logs for known failure signatures — stack traces, timeout phrases, panic markers — catching failures metrics alone would miss.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Anomaly Detection Baseline  [JAH-APX54-000004]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Learns each service's normal metric shape and flags deviations, catching novel failures that have no known signature yet.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Incident Classifier  [JAH-APX54-000005]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Sorts detected problems into known incident types — crash loop, overload, dependency outage, bad deploy — so the right playbook runs.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JAH-APX54-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Self-Healing Software Infrastructure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Detects specified operational failures and performs approved recovery procedures.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https://justinahiggins614-cmyk.github.io/jah-databases/db/apex-tool-self-healing-software-infrastructure/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https://justinahiggins614-cmyk.github.io/jah-databases-data-1/data/apex-tool-self-healing-software-infrastructure/index.jsonl.gz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
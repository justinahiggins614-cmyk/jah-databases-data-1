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fusion-system-diagnostic/" TargetMode="External"/><Relationship Id="rId3" Type="http://schemas.openxmlformats.org/officeDocument/2006/relationships/hyperlink" Target="https://justinahiggins614-cmyk.github.io/jah-databases-data-1/data/fusion-system-diagnost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Fusion System Diagnostic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Instruments that see inside fusion plasma — what each measures, how, and its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Fusion System Diagnostic Database holds 20 fusion diagnostic cases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Instruments that see inside fusion plasma — what each measures, how, and its limits.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records organized in the Signature system —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Thomson scattering: Te profile  [JAH-FUSION-000001]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Laser light scatters off electrons; the Doppler width gives the electron temperature profile.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Interferometry: line density  [JAH-FUSION-000002]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plasma phase-shifts the probe beam; the shift gives line-integrated density.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Neutron flux: fusion power  [JAH-FUSION-000003]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Neutron counters measure the fusion rate directly.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Spectroscopy: impurities  [JAH-FUSION-000004]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Impurity line radiation identifies and quantifies plasma impurities.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Bolometry: radiated power  [JAH-FUSION-000005]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Bolometers measure total radiated power; tomography reconstructs the profile.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fusion diagnostic case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JAH-FUSION-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Fusion Diagnostic Analyst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Instruments that see inside fusion plasma — what each measures, how, and its limits.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https://justinahiggins614-cmyk.github.io/jah-databases/db/fusion-system-diagnostic/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https://justinahiggins614-cmyk.github.io/jah-databases-data-1/data/fusion-system-diagnostic/index.jsonl.gz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
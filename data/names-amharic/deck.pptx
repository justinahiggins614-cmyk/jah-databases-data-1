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mharic/" TargetMode="External"/><Relationship Id="rId3" Type="http://schemas.openxmlformats.org/officeDocument/2006/relationships/hyperlink" Target="https://justinahiggins614-cmyk.github.io/jah-databases-data-1/data/names-amhar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Amharic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Amharic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Amharic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Amharic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Haile - Amharic masculine given name  [JAH-NMA4-000001]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Haile is a masculine given name in Amharic. Meaning: Power.. From Ge'ez.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Selam - Amharic feminine given name  [JAH-NMA4-000002]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Selam is a feminine given name in Amharic. Meaning: Peace..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Tesfaye - Amharic masculine given name  [JAH-NMA4-000003]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Tesfaye is a masculine given name in Amharic. Meaning: My hope..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Alemayehu - Amharic masculine given name  [JAH-NMA4-000004]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Alemayehu is a masculine given name in Amharic. Meaning: I have seen the world..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Tirunesh - Amharic feminine given name  [JAH-NMA4-000005]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Tirunesh is a feminine given name in Amharic. Meaning: A classic girls'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Amharic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Amharic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https://justinahiggins614-cmyk.github.io/jah-databases/db/names-amharic/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https://justinahiggins614-cmyk.github.io/jah-databases-data-1/data/names-amharic/index.jsonl.gz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
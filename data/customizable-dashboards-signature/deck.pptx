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ustomizable-dashboards-signature/" TargetMode="External"/><Relationship Id="rId3" Type="http://schemas.openxmlformats.org/officeDocument/2006/relationships/hyperlink" Target="https://justinahiggins614-cmyk.github.io/jah-databases-data-1/data/customizable-dashboard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Customizable Dashboards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Customizable Dashboards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Widget systems  [JAH-CUSTOM2-S-000001]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Widget systems compose dashboards from independent components: each widget declares its data needs, renders itself, and handles its own refresh. The host provides the grid, the data bus, and the life…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Drag-drop dashboard layout  [JAH-CUSTOM2-S-000002]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Dashboard layout is drag-drop: widgets move, resize, and snap to the grid; the layout persists per user. The grid is 12 columns (responsive breakpoints collapse it); resize handles adjust spans; coll…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Grid systems  [JAH-CUSTOM2-S-000003]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Dashboard grids are responsive: 12 columns on desktop, fewer on tablet, one on phone; widgets reflow (not just shrink) at each breakpoint. The breakpoint map is per-widget ({desktop: {x,y,w,h}, mobil…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Dashboard data binding  [JAH-CUSTOM2-S-000004]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binding connects widgets to queries: each widget declares a query (SQL, PromQL, API), the host executes on the refresh schedule, and results flow to the renderer. Binding is declarative — the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Refresh policies  [JAH-CUSTOM2-S-000005]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Refresh policies balance freshness against cost: real-time (streaming), interval (5s/30s/5m), manual, and on-event. Each widget picks its policy; the host enforces minimums (no 100ms refresh on a hea…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JAH-CUSTOM2-S-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Customizable Dashboards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Your data, your layout: widget systems, drag-drop grids, data binding, saved views, and real-time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https://justinahiggins614-cmyk.github.io/jah-databases/db/customizable-dashboards-signature/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https://justinahiggins614-cmyk.github.io/jah-databases-data-1/data/customizable-dashboards-signature/index.jsonl.gz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
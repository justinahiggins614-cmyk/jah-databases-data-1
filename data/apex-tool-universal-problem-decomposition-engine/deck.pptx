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problem-decomposition-engine/" TargetMode="External"/><Relationship Id="rId3" Type="http://schemas.openxmlformats.org/officeDocument/2006/relationships/hyperlink" Target="https://justinahiggins614-cmyk.github.io/jah-databases-data-1/data/apex-tool-universal-problem-decomposi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Problem Decomposition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Breaks seemingly impossible objectives into smaller, measurable, interdependent tasks — the impossible, made plannable.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Problem Decomposition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seemingly impossible objectives into smaller, measurable, interdependent tasks — the impossible, made plannable.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work breakdown structures (PMBOK); hierarchical task networks (HTN planning); systems engineering V-model; OKR goal decomposition.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Decomposition Engine is  [JAH-APX22-000001]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takes an objective that looks impossible and returns a plan: a dependency graph of subtasks, each smaller than its parent, each with acceptance criteria, each assigned an owner and an esti…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Task and dependency data model  [JAH-APX22-000002]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task is a record: its objective, acceptance criteria, estimated cost and duration, dependencies, owner, and status. Dependencies form a DAG — cycles are rejected as planning errors, not tolerat…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Recursive decomposition algorithm  [JAH-APX22-000003]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Decomposition recurses: a task too big to estimate is split by strategy (by phase, by component, by risk), and each child is split again until leaves are estimable and verifiable. The algorithm stops…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Critical-path and bottleneck algorithm  [JAH-APX22-000004]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From the dependency DAG, the engine computes the critical path — the sequence determining the earliest finish — and finds bottlenecks where many tasks funnel through one dependency. Bottlenecks get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Decomposition interface specification  [JAH-APX22-000005]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submit an objective with constraints (budget, deadline, resources) and get a full plan: tasks, dependencies, critical path, estimates, and blockers. The interface supports re-decomposition as…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Problem Decomposition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seemingly impossible objectives into smaller, measurable, interdependent tasks — the impossible, made plannable.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https://justinahiggins614-cmyk.github.io/jah-databases/db/apex-tool-universal-problem-decomposition-engine/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https://justinahiggins614-cmyk.github.io/jah-databases-data-1/data/apex-tool-universal-problem-decomposition-engine/index.jsonl.gz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
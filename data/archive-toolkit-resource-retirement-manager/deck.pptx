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rchive-toolkit-resource-retirement-manager/" TargetMode="External"/><Relationship Id="rId3" Type="http://schemas.openxmlformats.org/officeDocument/2006/relationships/hyperlink" Target="https://justinahiggins614-cmyk.github.io/jah-databases-data-1/data/archive-toolkit-resource-retirement-manager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Resource Retirement Manager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Identifies obsolete resources and coordinates authorized archival or removal.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Resource Retirement Manager Database holds 15 maintenance tools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Identifies obsolete resources and coordinates authorized archival or removal.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Public-harvest: documents established, real-world methods for resource retirement manager; fact-checked public knowledge.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Obsolescence detection — Resource Retirement Manager  [JAH-ATK239-0001]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The resource retirement manager gives the archive a dignified end-of-life process: it identifies obsolete resources — superseded datasets, dead services, deprecated formats — and coordinates their au…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Retirement proposals — Resource Retirement Manager  [JAH-ATK239-0002]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The resource retirement manager gives the archive a dignified end-of-life process: it identifies obsolete resources — superseded datasets, dead services, deprecated formats — and coordinates their au…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Approval workflows — Resource Retirement Manager  [JAH-ATK239-0003]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The resource retirement manager gives the archive a dignified end-of-life process: it identifies obsolete resources — superseded datasets, dead services, deprecated formats — and coordinates their au…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Stakeholder notification — Resource Retirement Manager  [JAH-ATK239-0004]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The resource retirement manager gives the archive a dignified end-of-life process: it identifies obsolete resources — superseded datasets, dead services, deprecated formats — and coordinates their au…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Archival before removal — Resource Retirement Manager  [JAH-ATK239-0005]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The resource retirement manager gives the archive a dignified end-of-life process: it identifies obsolete resources — superseded datasets, dead services, deprecated formats — and coordinates their au…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maintenance tool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JAH-ATK239-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Resource Retirement Manager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Identifies obsolete resources and coordinates authorized archival or removal.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https://justinahiggins614-cmyk.github.io/jah-databases/db/archive-toolkit-resource-retirement-manager/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https://justinahiggins614-cmyk.github.io/jah-databases-data-1/data/archive-toolkit-resource-retirement-manager/index.jsonl.gz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
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compatibility-bridge/" TargetMode="External"/><Relationship Id="rId3" Type="http://schemas.openxmlformats.org/officeDocument/2006/relationships/hyperlink" Target="https://justinahiggins614-cmyk.github.io/jah-databases-data-1/data/apex-tool-universal-compatibility-bridg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Compatibility Bridge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Generates adapters between incompatible data formats, APIs, software versions, and operating environments.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Compatibility Bridge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adapters between incompatible data formats, APIs, software versions, and operating environments.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Gamma, E. et al. (1994). Design Patterns.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Adapter Pattern (Gamma)  [JAH-APX48-000001]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Gamma's adapter converts one interface into another: the pattern behind every compatibility bridge. The adapter wraps, translates, and delegates.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Format Transcoders (CSV/JSON/XML)  [JAH-APX48-000002]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Transcoders convert between data formats losslessly where possible, with loss reports where not. The demo roundtrips CSV/JSON/XML.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Character Encoding Bridges (Unicode)  [JAH-APX48-000003]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UTF-8 normalization bridges encoding chaos: the Unicode standard's normalization forms make text comparable. Mojibake ends here.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API Version Adapters (Shims)  [JAH-APX48-000004]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Shim layers adapt old clients to new APIs: the bridge lets versions coexist. Deprecation without drama.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Protocol Gateways  [JAH-APX48-000005]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Gateways translate wire protocols: the bridge between speaking different network languages. Packets convert.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JAH-APX48-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Compatibility Bridge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adapters between incompatible data formats, APIs, software versions, and operating environments.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https://justinahiggins614-cmyk.github.io/jah-databases/db/apex-tool-universal-compatibility-bridge/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https://justinahiggins614-cmyk.github.io/jah-databases-data-1/data/apex-tool-universal-compatibility-bridge/index.jsonl.gz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
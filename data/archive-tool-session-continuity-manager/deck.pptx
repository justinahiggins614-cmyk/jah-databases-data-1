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session-continuity-manager/" TargetMode="External"/><Relationship Id="rId3" Type="http://schemas.openxmlformats.org/officeDocument/2006/relationships/hyperlink" Target="https://justinahiggins614-cmyk.github.io/jah-databases-data-1/data/archive-tool-session-continuity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Session Continuity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Resumes interrupted searches and multistage tasks without restarting from scratch.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Session Continuity Manager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Resumes interrupted searches and multistage tasks without restarting from scratch.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(Session Continuity Manager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Checkpoint capture of task state (foundational)  [JAH-AT68-000001]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At safe points between stages, the manager serializes the full task state: completed stages, pending work items, and intermediate results. Checkpoints are written atomically, so a crash mid-write nev…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Checkpoint capture of task state (compounded)  [JAH-AT68-000002]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At safe points between stages, the manager serializes the full task state: completed stages, pending work items, and intermediate results. Checkpoints are written atomically, so a crash mid-write nev…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Checkpoint capture of task state (production)  [JAH-AT68-000003]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At safe points between stages, the manager serializes the full task state: completed stages, pending work items, and intermediate results. Checkpoints are written atomically, so a crash mid-write nev…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Resume validation before restart (foundational)  [JAH-AT68-000004]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Before resuming, the manager validates the checkpoint: schema check, checksum match, and a freshness test against the archive's current state. A checkpoint that fails validation is rejected outright…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Resume validation before restart (compounded)  [JAH-AT68-000005]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Before resuming, the manager validates the checkpoint: schema check, checksum match, and a freshness test against the archive's current state. A checkpoint that fails validation is rejected outright…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Session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Resumes interrupted searches and multistage tasks without restarting from scratch.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https://justinahiggins614-cmyk.github.io/jah-databases/db/archive-tool-session-continuity-manager/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https://justinahiggins614-cmyk.github.io/jah-databases-data-1/data/archive-tool-session-continuity-manager/index.jsonl.gz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
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broken-link-repair-assistant/" TargetMode="External"/><Relationship Id="rId3" Type="http://schemas.openxmlformats.org/officeDocument/2006/relationships/hyperlink" Target="https://justinahiggins614-cmyk.github.io/jah-databases-data-1/data/archive-toolkit-broken-link-repair-assistant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Broken Link Repair Assistant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for replacement locations for missing references.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Broken Link Repair Assistant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for replacement locations for missing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broken link repair assistant;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Rot detection crawls — Broken Link Repair Assistant  [JAH-ATK225-0001]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broken link repair assistant heals the archive's connective tissue: when a reference points nowhere, it searches for where the target went — content moves, domains die, identifiers get renamed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Content fingerprint matching — Broken Link Repair Assistant  [JAH-ATK225-0002]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broken link repair assistant heals the archive's connective tissue: when a reference points nowhere, it searches for where the target went — content moves, domains die, identifiers get renamed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Redirect chain following — Broken Link Repair Assistant  [JAH-ATK225-0003]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broken link repair assistant heals the archive's connective tissue: when a reference points nowhere, it searches for where the target went — content moves, domains die, identifiers get renamed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Archive.org fallback lookup — Broken Link Repair Assistant  [JAH-ATK225-0004]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broken link repair assistant heals the archive's connective tissue: when a reference points nowhere, it searches for where the target went — content moves, domains die, identifiers get renamed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Identifier rename resolution — Broken Link Repair Assistant  [JAH-ATK225-0005]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broken link repair assistant heals the archive's connective tissue: when a reference points nowhere, it searches for where the target went — content moves, domains die, identifiers get renamed —…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JAH-ATK225-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Broken Link Repair Assistant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for replacement locations for missing references.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https://justinahiggins614-cmyk.github.io/jah-databases/db/archive-toolkit-broken-link-repair-assistant/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https://justinahiggins614-cmyk.github.io/jah-databases-data-1/data/archive-toolkit-broken-link-repair-assistant/index.jsonl.gz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
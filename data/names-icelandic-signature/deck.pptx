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celandic-signature/" TargetMode="External"/><Relationship Id="rId3" Type="http://schemas.openxmlformats.org/officeDocument/2006/relationships/hyperlink" Target="https://justinahiggins614-cmyk.github.io/jah-databases-data-1/data/names-iceland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Icelandic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Icelandic style — new creations built from real Icelandic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Icelandic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Icelandic style — new creations built from real Icelandic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Icelandic Names Database from genuine Icelandic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Icelandic-style given name: Jonbjork  [JAH-NMIS5-000001]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Jonbjork is a Signature original Icelandic-style given name, created for the Signature Icelandic Names Database. From Jon + bjork (birch).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Icelandic-style given name: Gudruneld  [JAH-NMIS5-000002]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Gudruneld is a Signature original Icelandic-style given name, created for the Signature Icelandic Names Database. From Gudrun + eld (fire).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Icelandic-style given name: Sigurdurhaf  [JAH-NMIS5-000003]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Sigurdurhaf is a Signature original Icelandic-style given name, created for the Signature Icelandic Names Database. From Sigurdur + haf (ocean).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Icelandic-style given name: Annavatn  [JAH-NMIS5-000004]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Annavatn is a Signature original Icelandic-style given name, created for the Signature Icelandic Names Database. From Anna + vatn (water/lake). It is labeled a Signature creation and is not a traditi…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Icelandic-style given name: Einarfjall  [JAH-NMIS5-000005]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Einarfjall is a Signature original Icelandic-style given name, created for the Signature Icelandic Names Database. From Einar + fjall (mountain). It is labeled a Signature creation and is not a tradi…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Icelandic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Icelandic style — new creations built from real Icelandic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https://justinahiggins614-cmyk.github.io/jah-databases/db/names-icelandic-signature/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https://justinahiggins614-cmyk.github.io/jah-databases-data-1/data/names-icelandic-signature/index.jsonl.gz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
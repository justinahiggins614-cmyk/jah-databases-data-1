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zero-knowledge-code-integrity-proofs/" TargetMode="External"/><Relationship Id="rId3" Type="http://schemas.openxmlformats.org/officeDocument/2006/relationships/hyperlink" Target="https://justinahiggins614-cmyk.github.io/jah-databases-data-1/data/zero-knowledge-code-integrity-proof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Zero-Knowledge Code Integrity Proofs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Prove it ran right, reveal nothing: ZK proofs for code integrity.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Zero-Knowledge Code Integrity Proofs Database holds 15 zero-knowledge integrity proofs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 it ran right, reveal nothing: ZK proofs for code integrity.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zk-SNARK execution proofs  [JAH-ZKC-000001]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zk-SNARKs prove 'this program ran correctly on these inputs' with a tiny proof anyone verifies in milliseconds — without revealing the inputs or the full trace. Systems like RISC Zero execute RISC-V…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Binary transparency logs  [JAH-ZKC-000002]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Binary transparency (like Certificate Transparency for code) logs every released binary's hash in an append-only Merkle tree. Users verify their binary is in the log; monitors watch for unexpected en…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zk-SNARK execution proofs  [JAH-ZKC-000003]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zk-SNARKs prove 'this program ran correctly on these inputs' with a tiny proof anyone verifies in milliseconds — without revealing the inputs or the full trace. Systems like RISC Zero execute RISC-V…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Binary transparency logs  [JAH-ZKC-000004]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Binary transparency (like Certificate Transparency for code) logs every released binary's hash in an append-only Merkle tree. Users verify their binary is in the log; monitors watch for unexpected en…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Control-flow integrity (CFI)  [JAH-ZKC-000005]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CFI enforces at runtime that indirect jumps only go to valid targets, defeating control-flow hijacks (ROP/JOP). Clang's CFI and Intel CET implement it with low overhead — integrity of the running pro…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zero-knowledge integrity proof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JAH-ZKC-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Zero-Knowledge Integrity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 it ran right, reveal nothing: ZK proofs for code integrity.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https://justinahiggins614-cmyk.github.io/jah-databases/db/zero-knowledge-code-integrity-proofs/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https://justinahiggins614-cmyk.github.io/jah-databases-data-1/data/zero-knowledge-code-integrity-proofs/index.jsonl.gz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
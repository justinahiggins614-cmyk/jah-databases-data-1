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ormat-migration-manager-signature/" TargetMode="External"/><Relationship Id="rId3" Type="http://schemas.openxmlformats.org/officeDocument/2006/relationships/hyperlink" Target="https://justinahiggins614-cmyk.github.io/jah-databases-data-1/data/archive-toolkit-format-migration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Format Migration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controlled conversion to newer storage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Format Migration Manager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controlled conversion to newer storage formats.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Migration planning — Format Migration Manager (Signature)  [JAH-ATK236S-0001]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format migration manager moves the archive from old storage…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Faithfulness verification — Format Migration Manager (Signature)  [JAH-ATK236S-0002]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format migration manager moves the archive from old storage…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Dual-read transition — Format Migration Manager (Signature)  [JAH-ATK236S-0003]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format migration manager moves the archive from old storage…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Batch conversion — Format Migration Manager (Signature)  [JAH-ATK236S-0004]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format migration manager moves the archive from old storage…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Rollback readiness — Format Migration Manager (Signature)  [JAH-ATK236S-0005]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format migration manager moves the archive from old storage…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Format Migration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controlled conversion to newer storage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https://justinahiggins614-cmyk.github.io/jah-databases/db/archive-toolkit-format-migration-manager-signature/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https://justinahiggins614-cmyk.github.io/jah-databases-data-1/data/archive-toolkit-format-migration-manager-signature/index.jsonl.gz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
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andwidth-throttled-sync-signature/" TargetMode="External"/><Relationship Id="rId3" Type="http://schemas.openxmlformats.org/officeDocument/2006/relationships/hyperlink" Target="https://justinahiggins614-cmyk.github.io/jah-databases-data-1/data/bandwidth-throttled-syn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Bandwidth-Throttled Sync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Sync without saturating the link — throttles, shapers, and rate-limited transfer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Bandwidth-Throttled Sync Database holds 15 throttled sync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 without saturating the link — throttles, shapers, and rate-limited transfer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SigThrottle-Token  [JAH-BANDWI-S-000001]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distributed token buckets shared across mesh peers. Caps at global bucket via distributed tokens. Used for: mesh sync.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SigThrottle-AI  [JAH-BANDWI-S-000002]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ML-predicted congestion throttling before links saturate. Caps at predicted cap via congestion prediction. Used for: smart sync.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SigThrottle-PerUser  [JAH-BANDWI-S-000003]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per-user fair-share buckets on shared sync infrastructure. Caps at per-user rate via fair queueing. Used for: multi-tenant sync.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SigThrottle-Schedule  [JAH-BANDWI-S-000004]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time-of-day sync schedules with bandwidth calendars. Caps at calendar rates via scheduled pacing. Used for: off-peak sync.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SigThrottle-Priority  [JAH-BANDWI-S-000005]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priority lanes — interactive traffic always beats bulk. Caps at lane weights via weighted fair queue. Used for: mixed traffic.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throttled sync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JAH-BANDWI-S-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Throttle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Sync without saturating the link — throttles, shapers, and rate-limited transfer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https://justinahiggins614-cmyk.github.io/jah-databases/db/bandwidth-throttled-sync-signature/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https://justinahiggins614-cmyk.github.io/jah-databases-data-1/data/bandwidth-throttled-sync-signature/index.jsonl.gz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
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-license-and-usage-rights-checker/" TargetMode="External"/><Relationship Id="rId3" Type="http://schemas.openxmlformats.org/officeDocument/2006/relationships/hyperlink" Target="https://justinahiggins614-cmyk.github.io/jah-databases-data-1/data/archive-toolkit-data-license-and-usage-rights-check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Data License and Usage Rights Checker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relevant licenses and restrictions on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Data License and Usage Rights Checker Database holds 15 data license and usage rights checkers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relevant licenses and restrictions on reuse.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License identification from text/headers  [JAH-ATK273-000001]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License texts and file headers are scanned for SPDX identifiers and known license phrases. Identification runs on every ingested dataset so nothing enters the archive with unknown rights. Unidentifie…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License identification from text/headers  [JAH-ATK273-000002]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License texts and file headers are scanned for SPDX identifiers and known license phrases. Identification runs on every ingested dataset so nothing enters the archive with unknown rights. Unidentifie…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License identification from text/headers  [JAH-ATK273-000003]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License texts and file headers are scanned for SPDX identifiers and known license phrases. Identification runs on every ingested dataset so nothing enters the archive with unknown rights. Unidentifie…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License compatibility matrix  [JAH-ATK273-000004]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Combining datasets requires compatible licenses: the matrix answers whether license A and license B can be mixed in one derivative. Incompatible combinations are blocked before the merge, not discove…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License compatibility matrix  [JAH-ATK273-000005]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Combining datasets requires compatible licenses: the matrix answers whether license A and license B can be mixed in one derivative. Incompatible combinations are blocked before the merge, not discove…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data license and usage rights checker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JAH-ATK273-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Data License and Usage Rights Checker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relevant licenses and restrictions on reuse.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https://justinahiggins614-cmyk.github.io/jah-databases/db/archive-toolkit-data-license-and-usage-rights-checker/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https://justinahiggins614-cmyk.github.io/jah-databases-data-1/data/archive-toolkit-data-license-and-usage-rights-checker/index.jsonl.gz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
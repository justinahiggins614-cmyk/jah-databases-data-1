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ai-tool-coordinator-signature/" TargetMode="External"/><Relationship Id="rId3" Type="http://schemas.openxmlformats.org/officeDocument/2006/relationships/hyperlink" Target="https://justinahiggins614-cmyk.github.io/jah-databases-data-1/data/archive-toolkit-universal-ai-tool-coordin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AI Tool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AI Tool Coordinator Database holds 15 universal ai tool coordinators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Coordinator black box  [JAH-ATK260S-000001]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coordinator decision is recorded in a tamper-evident black box: plans, approvals, tool calls, validations, and outcomes. Any completed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Coordinator black box  [JAH-ATK260S-000002]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coordinator decision is recorded in a tamper-evident black box: plans, approvals, tool calls, validations, and outcomes. Any completed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Coordinator black box  [JAH-ATK260S-000003]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coordinator decision is recorded in a tamper-evident black box: plans, approvals, tool calls, validations, and outcomes. Any completed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Goal decomposition ledger  [JAH-ATK260S-000004]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task goal is decomposed into a tree where each node carries its own success criteria. The ledger tracks which nodes are satisfied, so part…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Goal decomposition ledger  [JAH-ATK260S-000005]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task goal is decomposed into a tree where each node carries its own success criteria. The ledger tracks which nodes are satisfied, so part…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universal ai tool coordinator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Universal AI Tool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Supervises the lifecycle of a task from planning through validated completion.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https://justinahiggins614-cmyk.github.io/jah-databases/db/archive-toolkit-universal-ai-tool-coordinator-signature/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https://justinahiggins614-cmyk.github.io/jah-databases-data-1/data/archive-toolkit-universal-ai-tool-coordinator-signature/index.jsonl.gz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
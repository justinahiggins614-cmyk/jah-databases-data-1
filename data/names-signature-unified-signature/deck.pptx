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ignature-unified-signature/" TargetMode="External"/><Relationship Id="rId3" Type="http://schemas.openxmlformats.org/officeDocument/2006/relationships/hyperlink" Target="https://justinahiggins614-cmyk.github.io/jah-databases-data-1/data/names-signature-unified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Signature Unified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Unified Language name words — new creations from the documented phonemes,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Signature Unified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Unified Language name words — new creations from the documented phonemes,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Signature Unified Language Names Database from genuine Signature Unified Language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Signature Unified Language-style given name: Solarem  [JAH-NMSUS-000001]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Solarem is a Signature original Signature Unified Language-style given name, created for the Signature Signature Unified Names Database. From sol (sun) + arem (bringer): 'bringer of sun'. It is label…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Signature Unified Language-style given name: Lunavem  [JAH-NMSUS-000002]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Lunavem is a Signature original Signature Unified Language-style given name, created for the Signature Signature Unified Names Database. From luna (moon) + vem (singer): 'singer of moon'. It is label…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Signature Unified Language-style given name: Terralon  [JAH-NMSUS-000003]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Terralon is a Signature original Signature Unified Language-style given name, created for the Signature Signature Unified Names Database. From terra (earth) + lon (keeper): 'keeper of earth'. It is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Signature Unified Language-style given name: Aqvamir  [JAH-NMSUS-000004]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Aqvamir is a Signature original Signature Unified Language-style given name, created for the Signature Signature Unified Names Database. From aqva (water) + mir (peace): 'peaceful water'. It is label…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Signature Unified Language-style given name: Stellara  [JAH-NMSUS-000005]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Stellara is a Signature original Signature Unified Language-style given name, created for the Signature Signature Unified Names Database. From stella (star) + ara (altar): 'star altar'. It is labeled…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JAH-NMSUS-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Unified Signature Language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Unified Language name words — new creations from the documented phonemes,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https://justinahiggins614-cmyk.github.io/jah-databases/db/names-signature-unified-signature/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https://justinahiggins614-cmyk.github.io/jah-databases-data-1/data/names-signature-unified-signature/index.jsonl.gz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
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egacy-archive-adapter/" TargetMode="External"/><Relationship Id="rId3" Type="http://schemas.openxmlformats.org/officeDocument/2006/relationships/hyperlink" Target="https://justinahiggins614-cmyk.github.io/jah-databases-data-1/data/archive-toolkit-legacy-archive-adap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Legacy Archive Adapter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older systems through compatible interfaces or conversion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Legacy Archive Adapter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older systems through compatible interfaces or conversion layers.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legacy archive adapter;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Protocol translation — Legacy Archive Adapter  [JAH-ATK238-0001]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legacy archive adapter keeps older systems useful: it wraps them in modern, compatible interfaces or conversion layers so new tools can talk to old archives without rewriting either side. Legacy…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Schema bridging — Legacy Archive Adapter  [JAH-ATK238-0002]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legacy archive adapter keeps older systems useful: it wraps them in modern, compatible interfaces or conversion layers so new tools can talk to old archives without rewriting either side. Legacy…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Authentication bridging — Legacy Archive Adapter  [JAH-ATK238-0003]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legacy archive adapter keeps older systems useful: it wraps them in modern, compatible interfaces or conversion layers so new tools can talk to old archives without rewriting either side. Legacy…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Rate and behavior shaping — Legacy Archive Adapter  [JAH-ATK238-0004]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legacy archive adapter keeps older systems useful: it wraps them in modern, compatible interfaces or conversion layers so new tools can talk to old archives without rewriting either side. Legacy…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Capability advertising — Legacy Archive Adapter  [JAH-ATK238-0005]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legacy archive adapter keeps older systems useful: it wraps them in modern, compatible interfaces or conversion layers so new tools can talk to old archives without rewriting either side. Legacy…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Legacy Archive Adapter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older systems through compatible interfaces or conversion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https://justinahiggins614-cmyk.github.io/jah-databases/db/archive-toolkit-legacy-archive-adapter/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https://justinahiggins614-cmyk.github.io/jah-databases-data-1/data/archive-toolkit-legacy-archive-adapter/index.jsonl.gz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
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recursive-architecture-optimization-engine/" TargetMode="External"/><Relationship Id="rId3" Type="http://schemas.openxmlformats.org/officeDocument/2006/relationships/hyperlink" Target="https://justinahiggins614-cmyk.github.io/jah-databases-data-1/data/apex-tool-recursive-architecture-optimiza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Recursive Architecture Optimization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architecture space and keeps only what beats the measured baseline.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Recursive Architecture Optimization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architecture space and keeps only what beats the measured baseline.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baseline comparison is standard experimental methodology;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Baseline Is King  [JAH-APX86-000001]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Optimization needs a champion to beat. This record covers the baseline keeper: the current best architecture and its measured scores.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Sampling Candidates  [JAH-APX86-000002]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Improvement starts with alternatives. This record covers generating candidate architectures from a parameterized space.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Identical Workloads  [JAH-APX86-000003]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Comparisons are only fair on identical work. This record covers the harness that runs every candidate on the same benchmark.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Collecting the Metrics  [JAH-APX86-000004]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Latency, cost, accuracy, energy — the metric collector gathers them all per run.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Judging by Significance  [JAH-APX86-000005]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Noise is not victory. This record covers the statistical judge that requires significant wins.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JAH-APX86-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Recursive Architecture Optimization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architecture space and keeps only what beats the measured baseline.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https://justinahiggins614-cmyk.github.io/jah-databases/db/apex-tool-recursive-architecture-optimization-engine/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https://justinahiggins614-cmyk.github.io/jah-databases-data-1/data/apex-tool-recursive-architecture-optimization-engine/index.jsonl.gz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
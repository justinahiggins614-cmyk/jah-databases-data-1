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failure-retry-controller/" TargetMode="External"/><Relationship Id="rId3" Type="http://schemas.openxmlformats.org/officeDocument/2006/relationships/hyperlink" Target="https://justinahiggins614-cmyk.github.io/jah-databases-data-1/data/archive-toolkit-failure-retry-controll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Failure Retry Controller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Retries suitable failed operations with limits and alternative strategies.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Failure Retry Controller Database holds 15 failure retry controllers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Retries suitable failed operations with limits and alternative strategies.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harvest — documented archive-engineering practice; method fact-checked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Fixed-attempt retry with attempt cap  [JAH-ATK252-000001]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operation is retried up to a fixed maximum number of attempts, then the failure is surfaced instead of looping forever. A cap bounds the worst-case cost of a retry storm. Callers distinguish retr…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Fixed-attempt retry with attempt cap  [JAH-ATK252-000002]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operation is retried up to a fixed maximum number of attempts, then the failure is surfaced instead of looping forever. A cap bounds the worst-case cost of a retry storm. Callers distinguish retr…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Fixed-attempt retry with attempt cap  [JAH-ATK252-000003]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operation is retried up to a fixed maximum number of attempts, then the failure is surfaced instead of looping forever. A cap bounds the worst-case cost of a retry storm. Callers distinguish retr…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Exponential backoff with jitter  [JAH-ATK252-000004]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Waits between retries grow exponentially (1s, 2s, 4s, ...) so a struggling service gets breathing room. Random jitter is added to each wait so that many clients do not retry in lockstep and create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Exponential backoff with jitter  [JAH-ATK252-000005]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Waits between retries grow exponentially (1s, 2s, 4s, ...) so a struggling service gets breathing room. Random jitter is added to each wait so that many clients do not retry in lockstep and create 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failure retry controller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JAH-ATK252-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Failure Retry Controller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Retries suitable failed operations with limits and alternative strategies.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https://justinahiggins614-cmyk.github.io/jah-databases/db/archive-toolkit-failure-retry-controller/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https://justinahiggins614-cmyk.github.io/jah-databases-data-1/data/archive-toolkit-failure-retry-controller/index.jsonl.gz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
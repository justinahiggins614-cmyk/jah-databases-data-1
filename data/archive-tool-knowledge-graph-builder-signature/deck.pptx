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knowledge-graph-builder-signature/" TargetMode="External"/><Relationship Id="rId3" Type="http://schemas.openxmlformats.org/officeDocument/2006/relationships/hyperlink" Target="https://justinahiggins614-cmyk.github.io/jah-databases-data-1/data/archive-tool-knowledge-graph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Knowledge Graph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graph-weaving frameworks: the Loom that weaves entities into graphs.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Knowledge Graph Builder Database holds 15 signature graph construction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graph-weaving frameworks: the Loom that weaves entities into graphs.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Name-Net casting  [JAH-AT42S-0001]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Name-Net casting throws a woven net of known names over archive text and hauls up every entity it snares. The net's knots are the gazette…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Shape-Sniffing entity rules  [JAH-AT42S-0002]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Shape-Sniffing finds archive entities by their silhouette — runs of capital letters, dates, measures — no name-list needed. Sniffing rule…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Echo-Phrase term raising  [JAH-AT42S-0003]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Echo-Phrase listens for phrases the archive repeats, and raises the most-echoed into the vocabulary. Repeated word-runs are counted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Fellow-Mention relation weaving  [JAH-AT42S-0004]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Fellow-Mention weaving knots threads between entities that keep appearing side by side. Pairs sharing sentences earn knots weighted by 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Kin-Pattern is-a harvesting  [JAH-AT42S-0005]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Kin-Patterns reap family relations from the archive's own phrasing — 'tools such as looms'. A handful of phrasing patterns are swept acro…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graph construction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Graph Builder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graph-weaving frameworks: the Loom that weaves entities into graphs.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https://justinahiggins614-cmyk.github.io/jah-databases/db/archive-tool-knowledge-graph-builder-signature/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https://justinahiggins614-cmyk.github.io/jah-databases-data-1/data/archive-tool-knowledge-graph-builder-signature/index.jsonl.gz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
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rogressive-retrieval-engine/" TargetMode="External"/><Relationship Id="rId3" Type="http://schemas.openxmlformats.org/officeDocument/2006/relationships/hyperlink" Target="https://justinahiggins614-cmyk.github.io/jah-databases-data-1/data/archive-tool-progressive-retrieval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Progressive Retrieval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Returns useful initial results before an exhaustive search finishes.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Progressive Retrieval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useful initial results before an exhaustive search finishes.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Time-Boxed First Results — Core Method  [JAH-AT35-000001]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guarantees first results within a time box — say 200 milliseconds — by searching the fastest sources and best indexes first, then continuing in the background. Users see something useful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Time-Boxed First Results — Compounded Pattern  [JAH-AT35-000002]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guarantees first results within a time box — say 200 milliseconds — by searching the fastest sources and best indexes first, then continuing in the background. Users see something useful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Time-Boxed First Results — Full-System Integration  [JAH-AT35-000003]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guarantees first results within a time box — say 200 milliseconds — by searching the fastest sources and best indexes first, then continuing in the background. Users see something useful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Iterative Deepening — Core Method  [JAH-AT35-000004]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one exhaustive pass, the engine searches in rounds of increasing depth: quick shallow matches first, then deeper and more expensive sources. Each round's results merge into the running ans…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Iterative Deepening — Compounded Pattern  [JAH-AT35-000005]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one exhaustive pass, the engine searches in rounds of increasing depth: quick shallow matches first, then deeper and more expensive sources. Each round's results merge into the running ans…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Progressive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useful initial results before an exhaustive search finishes.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https://justinahiggins614-cmyk.github.io/jah-databases/db/archive-tool-progressive-retrieval-engine/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https://justinahiggins614-cmyk.github.io/jah-databases-data-1/data/archive-tool-progressive-retrieval-engine/index.jsonl.gz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
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snapshot-lifecycle-policies-signature/" TargetMode="External"/><Relationship Id="rId3" Type="http://schemas.openxmlformats.org/officeDocument/2006/relationships/hyperlink" Target="https://justinahiggins614-cmyk.github.io/jah-databases-data-1/data/automated-snapshot-lifecycle-polici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Automated Snapshot Lifecycle Policies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Snapshots that manage themselves — retention policies, schedules, and pruning engines for every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Automated Snapshot Lifecycle Policies Database holds 15 snapshot lifecycle policys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Snapshots that manage themselves — retention policies, schedules, and pruning engines for every platform.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SigSnap-Policy  [JAH-ASL-S-000001]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declarative snapshot policies compiled to per-volume agents. Policy: declarative tiers. Retention: tiered. Trigger: schedule + events.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SigSnap-DB  [JAH-ASL-S-000002]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database snapshots coordinated with write quiesce points. Policy: quiesced snapshots. Retention: point-in-time window. Trigger: schedule.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SigSnap-Cell  [JAH-ASL-S-000003]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microVM snapshots in 40 ms with content-addressed dedup. Policy: pre-deploy + hourly. Retention: dedup-aware. Trigger: deploy + cron.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SigSnap-Mesh  [JAH-ASL-S-000004]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snapshots replicated across mesh peers for geographic safety. Policy: geo-replicated. Retention: per-region tiers. Trigger: schedule.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SigSnap-Event  [JAH-ASL-S-000005]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event-triggered snapshots on deploys, migrations, and anomalies. Policy: event hooks. Retention: event-window. Trigger: webhooks.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snapshot lifecycle policy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JAH-ASL-S-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Snapshot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Snapshots that manage themselves — retention policies, schedules, and pruning engines for every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https://justinahiggins614-cmyk.github.io/jah-databases/db/automated-snapshot-lifecycle-policies-signature/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https://justinahiggins614-cmyk.github.io/jah-databases-data-1/data/automated-snapshot-lifecycle-policies-signature/index.jsonl.gz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
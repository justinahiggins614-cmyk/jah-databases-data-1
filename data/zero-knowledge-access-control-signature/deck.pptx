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knowledge-access-control-signature/" TargetMode="External"/><Relationship Id="rId3" Type="http://schemas.openxmlformats.org/officeDocument/2006/relationships/hyperlink" Target="https://justinahiggins614-cmyk.github.io/jah-databases-data-1/data/zero-knowledge-access-contro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Zero-Knowledge Access Control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Proving who you are and what you're allowed without revealing anything else: zero-knowledge credentials and private proofs.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Zero-Knowledge Access Control Database holds 15 policys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Proving who you are and what you're allowed without revealing anything else: zero-knowledge credentials and private proofs.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Setup-Free ZK Credentials  [JAH-ZKA-S-000001]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credentials use a transparent proof system needing no trusted setup ceremony, removing the riskiest trust assumption in deployed ZK. Proofs are larger but setup risk is zero. 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Unlinkable Selective Disclosure  [JAH-ZKA-S-000002]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each disclosure is cryptographically unlinkable to the others, so verifiers cannot collude to track you across services. Unlinkability holds even against the issuer. Signature-l…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Rate-Limited Anonymous Credentials  [JAH-ZKA-S-000003]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anonymous credentials embed a rate-limit token that prevents double-spend style abuse without identifying the user. Abuse is blocked; privacy is preserved. Signature-labeled;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Batched Range Proofs  [JAH-ZKA-S-000004]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many range proofs batch into one verification, so proving ten thresholds costs barely more than proving one. Batching makes private compliance checks cheap at scale. Signature-l…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Dynamic-Set Membership  [JAH-ZKA-S-000005]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authorized set updates in real time - joiners and leavers - without reissuing every credential. Witnesses update incrementally, keeping proofs fresh. Signature-labeled; an 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policy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JAH-ZKA-S-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Zero-Knowledge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Proving who you are and what you're allowed without revealing anything else: zero-knowledge credentials and private proofs.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https://justinahiggins614-cmyk.github.io/jah-databases/db/zero-knowledge-access-control-signature/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https://justinahiggins614-cmyk.github.io/jah-databases-data-1/data/zero-knowledge-access-control-signature/index.jsonl.gz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
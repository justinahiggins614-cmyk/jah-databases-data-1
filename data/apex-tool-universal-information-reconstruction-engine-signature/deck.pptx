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information-reconstruction-engine-signature/" TargetMode="External"/><Relationship Id="rId3" Type="http://schemas.openxmlformats.org/officeDocument/2006/relationships/hyperlink" Target="https://justinahiggins614-cmyk.github.io/jah-databases-data-1/data/apex-tool-universal-information-reconstruc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Information Reconstruction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Reconstructs missing context from surviving references, redundant records, versions, and related evidence — with uncertainty clearly marked.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Information Reconstruction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Reconstructs missing context from surviving references, redundant records, versions, and related evidence — with uncertainty clearly marked.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Reconstruction Engine is  [JAH-APX8S-000001]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an Uncertainty Ledger: reconstructed passa…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Trace and reconstruction data model  [JAH-APX8S-000002]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an Uncertainty Ledger: reconstructed passages carry machine-re…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Trace alignment algorithm  [JAH-APX8S-000003]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an Uncertainty Ledger: reconstructed passages carry machine-readable confidence with the exact evi…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Consensus reconstruction algorithm  [JAH-APX8S-000004]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an Uncertainty Ledger: reconstructed passages carry machine-readable confidence with the exact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Reconstruction query interface specification  [JAH-APX8S-000005]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an Uncertainty Ledger: reconstructed passages carry machine-readable confidence with the exact evidence behind…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Information Reconstruction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Reconstructs missing context from surviving references, redundant records, versions, and related evidence — with uncertainty clearly marked.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https://justinahiggins614-cmyk.github.io/jah-databases/db/apex-tool-universal-information-reconstruction-engine-signature/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https://justinahiggins614-cmyk.github.io/jah-databases-data-1/data/apex-tool-universal-information-reconstruction-engine-signature/index.jsonl.gz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
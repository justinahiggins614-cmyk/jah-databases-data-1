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riting-structure-database-signature/" TargetMode="External"/><Relationship Id="rId3" Type="http://schemas.openxmlformats.org/officeDocument/2006/relationships/hyperlink" Target="https://justinahiggins614-cmyk.github.io/jah-databases-data-1/data/writing-structure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Writing Structure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structures: spec lenses, boundless records, validation reports, teaching ladders.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Writing Structure Database holds 20 writing structures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structures: spec lenses, boundless records, validation reports, teaching ladders.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Spec Draft Structure  [JAH-WRITE-S-000001]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Signature Spec Draft Structure. signature Sections: Header block; Overview lens; Manufacture lens; AI-explains lens; Runnable demo; Lineage. Worked example included in this record.…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Boundless Record Structure  [JAH-WRITE-S-000002]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Boundless Record Structure. signature Sections: Identity; Full body; Ladder rank; Demo; Provenance. Worked example included in this record. The demo is what separates a record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Maker-Mark Application Note  [JAH-WRITE-S-000003]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Maker-Mark Application Note. signature Sections: The mark; First use; What it covers; Verification. Worked example included in this record. A mark nobody can verify is decoration,…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Database Build Brief  [JAH-WRITE-S-000004]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Database Build Brief. signature Sections: Name and slug; Subject; Editions; Canon checklist. Worked example included in this record. The canon checklist is the build's definition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Assistant Build Sheet  [JAH-WRITE-S-000005]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Assistant Build Sheet. signature Sections: Name; Role; Home database; Personality; Powers. Worked example included in this record. An assistant without a home database is a chatbot…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writing structure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JAH-WRITE-S-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Writing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structures: spec lenses, boundless records, validation reports, teaching ladders.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https://justinahiggins614-cmyk.github.io/jah-databases/db/writing-structure-database-signature/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https://justinahiggins614-cmyk.github.io/jah-databases-data-1/data/writing-structure-database-signature/index.jsonl.gz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
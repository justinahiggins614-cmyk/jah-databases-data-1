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graph-traversal-engine-signature/" TargetMode="External"/><Relationship Id="rId3" Type="http://schemas.openxmlformats.org/officeDocument/2006/relationships/hyperlink" Target="https://justinahiggins614-cmyk.github.io/jah-databases-data-1/data/archive-toolkit-graph-traversal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Graph Traversal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Follows nodes and edges through connected knowledge graphs.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Graph Traversal Engine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Follows nodes and edges through connected knowledge graphs.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Breadth-first search — Graph Traversal Engine  [JAH-ATK127S-00001]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BFS explores in waves from the start, guaranteeing shortest-path discovery in unweighted graphs. A queue plus a visited set implements it in O(V + E). BFS answers 'how many hops…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Depth-first search — Graph Traversal Engine  [JAH-ATK127S-00002]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DFS plunges down each branch before backtracking, using a stack. It finds paths with minimal memory but no shortest-path guarantee. DFS suits exhaustive exploration. This record…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Shortest paths (Dijkstra) — Graph Traversal Engine  [JAH-ATK127S-00003]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Dijkstra's algorithm extends BFS to weighted edges with a priority queue. It settles nodes in order of true shortest distance. Dijkstra routes everything from road networks to 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Depth-limited search — Graph Traversal Engine  [JAH-ATK127S-00004]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Depth limits bound exploration to k hops, pruning deeper branches. Limits keep traversals tractable on dense graphs. 'Friends of friends' is depth-2 search. This record documents…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Cycle handling — Graph Traversal Engine  [JAH-ATK127S-00005]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Visited sets prevent infinite loops on cyclic graphs. Path-sensitive variants allow revisiting nodes via different routes. Cycle safety is non-negotiable. This record documents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JAH-ATK127S-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Graph Traversal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Follows nodes and edges through connected knowledge graphs.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https://justinahiggins614-cmyk.github.io/jah-databases/db/archive-toolkit-graph-traversal-engine-signature/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https://justinahiggins614-cmyk.github.io/jah-databases-data-1/data/archive-toolkit-graph-traversal-engine-signature/index.jsonl.gz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
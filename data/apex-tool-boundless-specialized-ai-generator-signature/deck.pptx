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boundless-specialized-ai-generator-signature/" TargetMode="External"/><Relationship Id="rId3" Type="http://schemas.openxmlformats.org/officeDocument/2006/relationships/hyperlink" Target="https://justinahiggins614-cmyk.github.io/jah-databases-data-1/data/apex-tool-boundless-specialized-ai-genera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Boundless Specialized AI Generator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Forges domain-specialist AIs from reusable models, tools, datasets, and workflows.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Boundless Specialized AI Generator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Forges domain-specialist AIs from reusable models, tools, datasets, and workflows.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designed by Justin Addam Higgins (JAH); original work,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The Domain-Ear  [JAH-APX91S-000001]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Manon’s profiler listens before it builds: knowledge needed, tools used, how the domain judges good work.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Choosing Foundations  [JAH-APX91S-000002]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foundation chooser matches base models to domain demands — no oversized cannons for sparrow work.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Harnessing Tools  [JAH-APX91S-000003]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tool harness gives each specialist working hands: search, code, instruments, data — bound and tested.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Tending the Data Garden  [JAH-APX91S-000004]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data gardener grows versioned domain datasets — weeded of bias, labeled with provenance.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Composing the Rite  [JAH-APX91S-000005]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specialist gets its operating rite: the composed workflow it follows, step by step.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JAH-APX91S-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Boundless Specialized AI Generator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Forges domain-specialist AIs from reusable models, tools, datasets, and workflows.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https://justinahiggins614-cmyk.github.io/jah-databases/db/apex-tool-boundless-specialized-ai-generator-signature/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https://justinahiggins614-cmyk.github.io/jah-databases-data-1/data/apex-tool-boundless-specialized-ai-generator-signature/index.jsonl.gz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
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eyword-search-signature/" TargetMode="External"/><Relationship Id="rId3" Type="http://schemas.openxmlformats.org/officeDocument/2006/relationships/hyperlink" Target="https://justinahiggins614-cmyk.github.io/jah-databases-data-1/data/archive-toolkit-keyword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Keyword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containing specified words or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Keyword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containing specified words or phrases.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Inverted index construction — Keyword Search  [JAH-ATK101S-00001]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The inverted index is the core data structure of keyword search: a dictionary mapping every distinct term to the sorted list of document identifiers that contain it, called a pos…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Tokenization and normalization — Keyword Search  [JAH-ATK101S-00002]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Tokenization splits raw text into searchable terms, deciding where word boundaries fall across whitespace, punctuation, hyphens, and apostrophes. Normalization then folds case,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Boolean AND over postings — Keyword Search  [JAH-ATK101S-00003]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multi-term keyword query with AND semantics is answered by intersecting the postings lists of its terms. Because each postings list is sorted by document id, intersection runs…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Boolean OR over postings — Keyword Search  [JAH-ATK101S-00004]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OR semantics are answered by unioning postings lists, again with a linear merge over the sorted id sequences. The union walk emits each document id once even when it appears in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Phrase search with positions — Keyword Search  [JAH-ATK101S-00005]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positional index stores not just which documents contain a term but the word offsets where it occurs. A phrase query like "climate archive" then requires the postings of 'clima…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Keyword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containing specified words or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https://justinahiggins614-cmyk.github.io/jah-databases/db/archive-toolkit-keyword-search-signature/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https://justinahiggins614-cmyk.github.io/jah-databases-data-1/data/archive-toolkit-keyword-search-signature/index.jsonl.gz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
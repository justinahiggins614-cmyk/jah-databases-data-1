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onstraint-solver-signature/" TargetMode="External"/><Relationship Id="rId3" Type="http://schemas.openxmlformats.org/officeDocument/2006/relationships/hyperlink" Target="https://justinahiggins614-cmyk.github.io/jah-databases-data-1/data/apex-tool-universal-constraint-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Constraint 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Constraint Solver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Constraint Loom  [JAH-APX28S-000001]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constraint loom weaves constraints as threads on a visible frame: each thread's tension shows how tight the constraint is, and the woven solution is the cloth where all threads hold. Over-ti…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Solution Gardener  [JAH-APX28S-000002]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gardener grows solutions instead of searching for them: partial assignments are seedlings, propagation is water, and dead branches are pruned like dead wood. The garden that remains holds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Conflict Confessor  [JAH-APX28S-000003]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confessor interrogates every conflict: which constraints conspired, which assignment pulled the trigger, and what would have avoided it. Conflicts confess, and their confessions become learn…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Budget-Keeper Solver  [JAH-APX28S-000004]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budget-keeper treats every constraint as spending from shared resource budgets — time, money, energy — and refuses assignments that overdraw. Optimization becomes staying rich: maximize valu…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Honest Unsatisfiable Prover  [JAH-APX28S-000005]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prover treats UNSAT as a first-class answer with a certificate: the minimal set of conflicting constraints, named and shown. 'No solution' is never a shrug — it is a proof you can 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Constraint Solver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https://justinahiggins614-cmyk.github.io/jah-databases/db/apex-tool-universal-constraint-solver-signature/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https://justinahiggins614-cmyk.github.io/jah-databases-data-1/data/apex-tool-universal-constraint-solver-signature/index.jsonl.gz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
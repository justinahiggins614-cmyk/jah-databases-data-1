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cord-to-program-linkage/" TargetMode="External"/><Relationship Id="rId3" Type="http://schemas.openxmlformats.org/officeDocument/2006/relationships/hyperlink" Target="https://justinahiggins614-cmyk.github.io/jah-databases-data-1/data/record-to-program-linka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Record-to-Program Linkage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Links that turn records into running programs — mappings, transforms, and generated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Record-to-Program Linkage Database holds 20 record-program linkages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Links that turn records into running programs — mappings, transforms, and generated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Invoice record to PDF renderer  [JAH-RPL-000001]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Invoice records compile into a PDF rendering program. The mapping turns line items into table rows and totals into the summary block.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Feature flag record to config file  [JAH-RPL-000002]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Feature flag records generate the application config file. The linkage keeps config in the database and code reads the generated file.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Email template record to send function  [JAH-RPL-000003]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Email templates in the database compile into send functions with the variables bound. Designers edit records; the linkage ships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Approval record to workflow  [JAH-RPL-000004]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Approval records bind into the workflow engine as steps with approvers and deadlines. The org chart becomes executable.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API spec record to client SDK  [JAH-RPL-000005]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API spec records generate client SDKs. The mapping turns endpoints into methods and schemas into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record-program linkage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JAH-RPL-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Record-Program Linkage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Links that turn records into running programs — mappings, transforms, and generated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https://justinahiggins614-cmyk.github.io/jah-databases/db/record-to-program-linkage/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https://justinahiggins614-cmyk.github.io/jah-databases-data-1/data/record-to-program-linkage/index.jsonl.gz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
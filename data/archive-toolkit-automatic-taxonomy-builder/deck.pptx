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taxonomy-builder/" TargetMode="External"/><Relationship Id="rId3" Type="http://schemas.openxmlformats.org/officeDocument/2006/relationships/hyperlink" Target="https://justinahiggins614-cmyk.github.io/jah-databases-data-1/data/archive-toolkit-automatic-taxonomy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Taxonomy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Taxonomy Builder Database holds 15 taxonomy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Automatic Taxonomy Builder: a plain-language overview  [JAH-ATK161-000001]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Taxonomy Builder does and why archives need it. An automatic taxonomy builder looks at a pile of records and grows a family tree of subjects from them. It notices which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Automatic Taxonomy Builder works  [JAH-ATK161-000002]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Taxonomy Builder does and why archives need it. Real builders combine bottom-up and top-down methods: agglomerative clustering merges similar documents using TF-IDF or 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Automatic Taxonomy Builder works: the deep tour  [JAH-ATK161-000003]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Taxonomy Builder does and why archives need it. Real builders combine bottom-up and top-down methods: agglomerative clustering merges similar documents using TF-IDF or 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Hierarchical term clustering: the simple idea  [JAH-ATK161-000004]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hierarchical term clustering - how it works inside the Automatic Taxonomy Builder. An automatic taxonomy builder looks at a pile of records and grows a family tree of subjects from them.…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Hierarchical term clustering in practice  [JAH-ATK161-000005]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hierarchical term clustering - how it works inside the Automatic Taxonomy Builder. Real builders combine bottom-up and top-down methods: agglomerative clustering merges similar documents…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taxonomy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Taxonomy Gardener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https://justinahiggins614-cmyk.github.io/jah-databases/db/archive-toolkit-automatic-taxonomy-builder/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https://justinahiggins614-cmyk.github.io/jah-databases-data-1/data/archive-toolkit-automatic-taxonomy-builder/index.jsonl.gz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
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indi/" TargetMode="External"/><Relationship Id="rId3" Type="http://schemas.openxmlformats.org/officeDocument/2006/relationships/hyperlink" Target="https://justinahiggins614-cmyk.github.io/jah-databases-data-1/data/names-hind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Hindi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Hindi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Hindi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Hindi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Aarav आरव - Hindi masculine given name  [JAH-NMH2-000001]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Aarav (आरव) is a masculine given name in Hindi. Meaning: Peaceful. A leading modern boys'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Diya दीया - Hindi feminine given name  [JAH-NMH2-000002]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Diya (दीया) is a feminine given name in Hindi. Meaning: Lamp, light. Evokes light and warmth.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Arjun अर्जुन - Hindi masculine given name  [JAH-NMH2-000003]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Arjun (अर्जुन) is a masculine given name in Hindi. Meaning: Bright. The archer hero of the Mahabharata.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Priya प्रिया - Hindi feminine given name  [JAH-NMH2-000004]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Priya (प्रिया) is a feminine given name in Hindi. Meaning: Beloved.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Rohan रोहन - Hindi masculine given name  [JAH-NMH2-000005]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Rohan (रोहन) is a masculine given name in Hindi. Meaning: Ascending. Suggests rising and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Hindi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Hindi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https://justinahiggins614-cmyk.github.io/jah-databases/db/names-hindi/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https://justinahiggins614-cmyk.github.io/jah-databases-data-1/data/names-hindi/index.jsonl.gz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
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target-bundlers-signature/" TargetMode="External"/><Relationship Id="rId3" Type="http://schemas.openxmlformats.org/officeDocument/2006/relationships/hyperlink" Target="https://justinahiggins614-cmyk.github.io/jah-databases-data-1/data/multi-target-bundl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Multi-Target Bundlers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Multi-Target Bundlers Database holds 15 bundlers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SigBundle-JS  [JAH-MTB-S-000001]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JS bundler with whole-program analysis and Sig tree-shaking. Targets: web/node/edge. Splitting: auto chunks. Speed: very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SigBundle-Native  [JAH-MTB-S-000002]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native bundler linking multi-target artifacts. Targets: all Sig targets. Splitting: per-target. Speed: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SigBundle-Wasm  [JAH-MTB-S-000003]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WASM bundler composing modules with interface checks. Targets: wasm. Splitting: module graph. Speed: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SigBundle-Mobile  [JAH-MTB-S-000004]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mobile bundler with asset slicing per device. Targets: iOS/Android. Splitting: device slices. Speed: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SigBundle-Edge  [JAH-MTB-S-000005]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edge bundler with byte budgets enforced per route. Targets: edge. Splitting: route chunks. Speed: very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bundler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JAH-MTB-S-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Bundler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Bundle code for every target — JavaScript bundlers and their code-splitting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https://justinahiggins614-cmyk.github.io/jah-databases/db/multi-target-bundlers-signature/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https://justinahiggins614-cmyk.github.io/jah-databases-data-1/data/multi-target-bundlers-signature/index.jsonl.gz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
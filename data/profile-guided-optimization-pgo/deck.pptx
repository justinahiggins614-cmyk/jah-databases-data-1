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file-guided-optimization-pgo/" TargetMode="External"/><Relationship Id="rId3" Type="http://schemas.openxmlformats.org/officeDocument/2006/relationships/hyperlink" Target="https://justinahiggins614-cmyk.github.io/jah-databases-data-1/data/profile-guided-optimization-pg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Profile-Guided Optimization (PGO)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 real execution profiles guide the optimizer — PGO workflows across every major toolchain.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Profile-Guided Optimization (PGO) Database holds 15 pgo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real execution profiles guide the optimizer — PGO workflows across every major toolchain.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GCC -fprofile-generate/use  [JAH-PGO-000001]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Two-phase: instrument, run workload, recompile with profiles. Toolchain: GCC. Workflow: -fprofile-generate run, -fprofile-use build. Typical gain: 10-20%.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LLVM PGO  [JAH-PGO-000002]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Clang’s -fprofile-instr-generate/use with llvm-profdata merging. Toolchain: Clang/LLVM. Workflow: instr-generate, merge, use. Typical gain: 10-25%.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MSVC /LTCG:PGO  [JAH-PGO-000003]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Profile-guided optimization for Windows with pgomgr/pgoauto workflows. Toolchain: MSVC. Workflow: instrument, train, optimize. Typical gain: 10-15%.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Go PGO (1.20+)  [JAH-PGO-000004]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 builds consume pprof CPU profiles via -pgo=auto for devirtualization. Toolchain: Go. Workflow: -pgo=auto with default.pgo. Typical gain: 2-7%.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Rust PGO  [JAH-PGO-000005]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rustc -Cprofile-generate/use with LLVM profile data. Toolchain: rustc. Workflow: build, train, rebuild. Typical gain: 10-20%.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pgo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JAH-PGO-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PGO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real execution profiles guide the optimizer — PGO workflows across every major toolchain.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https://justinahiggins614-cmyk.github.io/jah-databases/db/profile-guided-optimization-pgo/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https://justinahiggins614-cmyk.github.io/jah-databases-data-1/data/profile-guided-optimization-pgo/index.jsonl.gz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
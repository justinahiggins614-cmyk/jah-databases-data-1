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duplicate-capability-signature/" TargetMode="External"/><Relationship Id="rId3" Type="http://schemas.openxmlformats.org/officeDocument/2006/relationships/hyperlink" Target="https://justinahiggins614-cmyk.github.io/jah-databases-data-1/data/network-wide-duplicate-capa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Network-Wide Duplicate Capability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rules for detecting and merging duplicate capabilities network-wide.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Network-Wide Duplicate Capability Database holds 20 dedupe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rules for detecting and merging duplicate capabilities network-wide.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Canonical ID Assignment  [JAH-NWD-S-000001]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Gives every capability one canonical ID; duplicates collapse to it. Recorded facts — Rule: Canonical ID Assignment; Identifies: identity; Action: assign canonical. Used by network…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Content Fingerprinting  [JAH-NWD-S-000002]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Hashes the contract to find byte-identical duplicates. Recorded facts — Rule: Content Fingerprinting; Identifies: exact dupes; Action: merge. Used by network operators to keep cap…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Semantic Equivalence  [JAH-NWD-S-000003]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Detects capabilities that differ in name but do the same thing. Recorded facts — Rule: Semantic Equivalence; Identifies: near dupes; Action: review merge. Used by network operator…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Version Collapse  [JAH-NWD-S-000004]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Merges patch-level versions into one entry with a version range. Recorded facts — Rule: Version Collapse; Identifies: version sprawl; Action: collapse. Used by network operators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Alias Resolution  [JAH-NWD-S-000005]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Resolves renamed or moved capabilities to their current identity. Recorded facts — Rule: Alias Resolution; Identifies: renames; Action: redirect. Used by network operators to keep…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dedupe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Network-Wide Duplicate Capability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rules for detecting and merging duplicate capabilities network-wide.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https://justinahiggins614-cmyk.github.io/jah-databases/db/network-wide-duplicate-capability-signature/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https://justinahiggins614-cmyk.github.io/jah-databases-data-1/data/network-wide-duplicate-capability-signature/index.jsonl.gz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
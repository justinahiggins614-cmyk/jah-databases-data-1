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knowledge-bundle-builder-signature/" TargetMode="External"/><Relationship Id="rId3" Type="http://schemas.openxmlformats.org/officeDocument/2006/relationships/hyperlink" Target="https://justinahiggins614-cmyk.github.io/jah-databases-data-1/data/archive-toolkit-knowledge-bundle-build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Knowledge Bundle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Collects related documents, dependencies, references, and supporting evidence into one package.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Knowledge Bundle Builder Database holds 15 delivery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Collects related documents, dependencies, references, and supporting evidence into one package.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Seed-based collection — Knowledge Bundle Builder (Signature)  [JAH-ATK217S-0001]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knowledge bundle builder assembles everything a human or age…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Reading-order curation — Knowledge Bundle Builder (Signature)  [JAH-ATK217S-0002]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knowledge bundle builder assembles everything a human or age…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Dependency inclusion — Knowledge Bundle Builder (Signature)  [JAH-ATK217S-0003]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knowledge bundle builder assembles everything a human or age…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Evidence grading — Knowledge Bundle Builder (Signature)  [JAH-ATK217S-0004]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knowledge bundle builder assembles everything a human or age…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Glossary generation — Knowledge Bundle Builder (Signature)  [JAH-ATK217S-0005]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knowledge bundle builder assembles everything a human or age…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delivery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JAH-ATK217S-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Knowledge Bundle Builder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Collects related documents, dependencies, references, and supporting evidence into one package.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https://justinahiggins614-cmyk.github.io/jah-databases/db/archive-toolkit-knowledge-bundle-builder-signature/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https://justinahiggins614-cmyk.github.io/jah-databases-data-1/data/archive-toolkit-knowledge-bundle-builder-signature/index.jsonl.gz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
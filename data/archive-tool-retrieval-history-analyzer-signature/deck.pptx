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retrieval-history-analyzer-signature/" TargetMode="External"/><Relationship Id="rId3" Type="http://schemas.openxmlformats.org/officeDocument/2006/relationships/hyperlink" Target="https://justinahiggins614-cmyk.github.io/jah-databases-data-1/data/archive-tool-retrieval-history-analyzer-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Retrieval History Analyzer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Learns from previous search paths, successful queries, and failed retrieval attempts.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Retrieval History Analyzer Database holds 15 archive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Learns from previous search paths, successful queries, and failed retrieval attempts.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Signature-authored original by Justin Addam Higgins (JAH) for Retrieval History Analyzer,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Query attempt logging (foundational)  [JAH-AT66S-000001]</a:t>
            </a:r>
          </a:p>
          <a:p>
            <a:pPr algn="l">
              <a:spcAft>
                <a:spcPts val="1000"/>
              </a:spcAft>
            </a:pPr>
            <a:r>
              <a:rPr sz="1400" b="0">
                <a:solidFill>
                  <a:srgbClr val="D5DBDB"/>
                </a:solidFill>
                <a:latin typeface="Calibri"/>
              </a:rPr>
              <a:t>   Signature original: Every retrieval attempt is logged with the query text, the strategy used, result count, and whether the user engaged with the results. The log is the raw material for all learning…</a:t>
            </a:r>
          </a:p>
          <a:p>
            <a:pPr algn="l">
              <a:spcAft>
                <a:spcPts val="200"/>
              </a:spcAft>
            </a:pPr>
            <a:r>
              <a:rPr sz="1700" b="1">
                <a:solidFill>
                  <a:srgbClr val="FFFFFF"/>
                </a:solidFill>
                <a:latin typeface="Calibri"/>
              </a:rPr>
              <a:t>2. Query attempt logging (compounded)  [JAH-AT66S-000002]</a:t>
            </a:r>
          </a:p>
          <a:p>
            <a:pPr algn="l">
              <a:spcAft>
                <a:spcPts val="1000"/>
              </a:spcAft>
            </a:pPr>
            <a:r>
              <a:rPr sz="1400" b="0">
                <a:solidFill>
                  <a:srgbClr val="D5DBDB"/>
                </a:solidFill>
                <a:latin typeface="Calibri"/>
              </a:rPr>
              <a:t>   Signature original: Every retrieval attempt is logged with the query text, the strategy used, result count, and whether the user engaged with the results. The log is the raw material for all learning…</a:t>
            </a:r>
          </a:p>
          <a:p>
            <a:pPr algn="l">
              <a:spcAft>
                <a:spcPts val="200"/>
              </a:spcAft>
            </a:pPr>
            <a:r>
              <a:rPr sz="1700" b="1">
                <a:solidFill>
                  <a:srgbClr val="FFFFFF"/>
                </a:solidFill>
                <a:latin typeface="Calibri"/>
              </a:rPr>
              <a:t>3. Query attempt logging (production)  [JAH-AT66S-000003]</a:t>
            </a:r>
          </a:p>
          <a:p>
            <a:pPr algn="l">
              <a:spcAft>
                <a:spcPts val="1000"/>
              </a:spcAft>
            </a:pPr>
            <a:r>
              <a:rPr sz="1400" b="0">
                <a:solidFill>
                  <a:srgbClr val="D5DBDB"/>
                </a:solidFill>
                <a:latin typeface="Calibri"/>
              </a:rPr>
              <a:t>   Signature original: Every retrieval attempt is logged with the query text, the strategy used, result count, and whether the user engaged with the results. The log is the raw material for all learning…</a:t>
            </a:r>
          </a:p>
          <a:p>
            <a:pPr algn="l">
              <a:spcAft>
                <a:spcPts val="200"/>
              </a:spcAft>
            </a:pPr>
            <a:r>
              <a:rPr sz="1700" b="1">
                <a:solidFill>
                  <a:srgbClr val="FFFFFF"/>
                </a:solidFill>
                <a:latin typeface="Calibri"/>
              </a:rPr>
              <a:t>4. Per-strategy success scoring (foundational)  [JAH-AT66S-000004]</a:t>
            </a:r>
          </a:p>
          <a:p>
            <a:pPr algn="l">
              <a:spcAft>
                <a:spcPts val="1000"/>
              </a:spcAft>
            </a:pPr>
            <a:r>
              <a:rPr sz="1400" b="0">
                <a:solidFill>
                  <a:srgbClr val="D5DBDB"/>
                </a:solidFill>
                <a:latin typeface="Calibri"/>
              </a:rPr>
              <a:t>   Signature original: Each strategy's success rate is its engaged-attempts over total attempts, with Laplace smoothing so new strategies start at a neutral prior instead of zero. Smoothed rates let the…</a:t>
            </a:r>
          </a:p>
          <a:p>
            <a:pPr algn="l">
              <a:spcAft>
                <a:spcPts val="200"/>
              </a:spcAft>
            </a:pPr>
            <a:r>
              <a:rPr sz="1700" b="1">
                <a:solidFill>
                  <a:srgbClr val="FFFFFF"/>
                </a:solidFill>
                <a:latin typeface="Calibri"/>
              </a:rPr>
              <a:t>5. Per-strategy success scoring (compounded)  [JAH-AT66S-000005]</a:t>
            </a:r>
          </a:p>
          <a:p>
            <a:pPr algn="l">
              <a:spcAft>
                <a:spcPts val="1000"/>
              </a:spcAft>
            </a:pPr>
            <a:r>
              <a:rPr sz="1400" b="0">
                <a:solidFill>
                  <a:srgbClr val="D5DBDB"/>
                </a:solidFill>
                <a:latin typeface="Calibri"/>
              </a:rPr>
              <a:t>   Signature original: Each strategy's success rate is its engaged-attempts over total attempts, with Laplace smoothing so new strategies start at a neutral prior instead of zero. Smoothed rates let the…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archive tool</a:t>
            </a:r>
          </a:p>
          <a:p>
            <a:pPr algn="l">
              <a:spcAft>
                <a:spcPts val="1000"/>
              </a:spcAft>
            </a:pPr>
            <a:r>
              <a:rPr sz="2000" b="0">
                <a:solidFill>
                  <a:srgbClr val="FFFFFF"/>
                </a:solidFill>
                <a:latin typeface="Calibri"/>
              </a:rPr>
              <a:t>ID prefix:  JAH-AT66S-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Retrieval History Librarian (Signature Edition)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Learns from previous search paths, successful queries, and failed retrieval attempts.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https://justinahiggins614-cmyk.github.io/jah-databases/db/archive-tool-retrieval-history-analyzer-signature/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https://justinahiggins614-cmyk.github.io/jah-databases-data-1/data/archive-tool-retrieval-history-analyzer-signature/index.jsonl.gz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
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database/" TargetMode="External"/><Relationship Id="rId3" Type="http://schemas.openxmlformats.org/officeDocument/2006/relationships/hyperlink" Target="https://justinahiggins614-cmyk.github.io/jah-databases-data-1/data/names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Name etymology references and naming-convention guides across world cultures, plus product and place naming.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Names Database holds 15 name collections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Name etymology references and naming-convention guides across world cultures, plus product and place naming.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How name etymology works - master names reference  [JAH-NAMES-000001]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Name etymology traces a name back through its root words: the earliest recorded form, the language family it belongs to, and the sound changes that shaped it on the way down. A claim like 'James mean…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Patronymic surnames worldwide - master names reference  [JAH-NAMES-000002]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Across cultures, 'son of' became a surname: English -son (Johnson), Scottish and Irish Mac and O' (MacDonald, O'Brien), Arabic ibn (Ibn Battuta), Russian -ovich/-evich, Spanish -ez (Fernandez, 'son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Occupational surnames worldwide - master names reference  [JAH-NAMES-000003]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Jobs became last names on every continent: Smith, Schmidt, Kowalski, and Ferrari all mean the smith; Taylor, Weber, and Haddad name the tailor, weaver, and blacksmith; Fischer and Shepherd name the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Descriptive surnames - master names reference  [JAH-NAMES-000004]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surnames were inherited, people were told apart by description: Brown and Rossi for coloring, Short and Long for build, Young for the younger of two same-named men. These bynames hardened into…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Place-based surnames - master names reference  [JAH-NAMES-000005]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Many surnames are addresses in disguise: Hill and Dubois ('of the wood') for where a family lived, Van den Berg ('from the mountain') and Yamamoto ('base of the mountain') for the landmark nearby, Lo…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 collection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JAH-NAMES-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Name etymology references and naming-convention guides across world cultures, plus product and place naming.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
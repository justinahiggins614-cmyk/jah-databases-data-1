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pex-tool-apex-scientific-discovery-coordinator/" TargetMode="External"/><Relationship Id="rId3" Type="http://schemas.openxmlformats.org/officeDocument/2006/relationships/hyperlink" Target="https://justinahiggins614-cmyk.github.io/jah-databases-data-1/data/apex-tool-apex-scientific-discovery-coordinator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Apex Scientific Discovery Coordinator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Connects literature search, hypothesis generation, simulation, experiment design, and results analysis into a reproducible research workflow.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Apex Scientific Discovery Coordinator Database holds 15 apex tools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Connects literature search, hypothesis generation, simulation, experiment design, and results analysis into a reproducible research workflow.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Moher, D. et al. (2009). PRISMA statement. PLoS Medicine. Public record.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Systematic Literature Search (PRISMA)  [JAH-APX40-000001]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PRISMA-standard systematic reviews find all the evidence: protocol, exhaustive search, screening, extraction, synthesis. The coordinator's first station ensures no relevant work is missed.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Hypothesis Generation Workflows  [JAH-APX40-000002]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From observation to testable claim: the workflow structures the creative leap — pattern detection, mechanism proposal, prediction derivation. Creativity with a pipeline.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Experiment Design (Fisher, Factorial)  [JAH-APX40-000003]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Fisher's principles — randomization, replication, blocking — plus factorial designs that test multiple factors efficiently. Good design is the cheapest way to strong inference.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Pre-registration (OSF)  [JAH-APX40-000004]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The Open Science Framework's pre-registration locks hypotheses and analyses before data collection. The coordinator routes all confirmatory work through the registry.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Reproducible Pipelines (Snakemake/Nextflow)  [JAH-APX40-000005]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Workflow managers like Snakemake and Nextflow make analyses re-runnable: rules, environments, and dependencies declared as code. The pipeline is the proof.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apex tool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JAH-APX40-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Apex Scientific Discovery Coordinator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Connects literature search, hypothesis generation, simulation, experiment design, and results analysis into a reproducible research workflow.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https://justinahiggins614-cmyk.github.io/jah-databases/db/apex-tool-apex-scientific-discovery-coordinator/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https://justinahiggins614-cmyk.github.io/jah-databases-data-1/data/apex-tool-apex-scientific-discovery-coordinator/index.jsonl.gz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
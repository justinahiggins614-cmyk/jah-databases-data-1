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turkmen-signature/" TargetMode="External"/><Relationship Id="rId3" Type="http://schemas.openxmlformats.org/officeDocument/2006/relationships/hyperlink" Target="https://justinahiggins614-cmyk.github.io/jah-databases-data-1/data/names-turkme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Turkmen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names in the Turkmen style — new creations built from real Turkmen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Turkmen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Turkmen style — new creations built from real Turkmen word-roots,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Turkmen Names Database from genuine Turkmen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Turkmen-style given name: Aysenem  [JAH-NMTS8-000001]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Aysenem is a Signature original Turkmen-style given name, created for the Signature Turkmen Names Database. From ay (moon) + senem (idol/beloved). It is labeled a Signature creation and is not a trad…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Turkmen-style given name: Serdargul  [JAH-NMTS8-000002]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Serdargul is a Signature original Turkmen-style given name, created for the Signature Turkmen Names Database. From serdar (commander) + gul (flower): 'commander flower'. It is labeled a Signature cre…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Turkmen-style given name: Merdanay  [JAH-NMTS8-000003]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Merdanay is a Signature original Turkmen-style given name, created for the Signature Turkmen Names Database. From merdan (brave) + ay (moon): 'brave moon'. It is labeled a Signature creation and is 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Turkmen-style given name: Guneshgul  [JAH-NMTS8-000004]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Guneshgul is a Signature original Turkmen-style given name, created for the Signature Turkmen Names Database. From gunesh (sun) + gul (flower): 'sun flower'. It is labeled a Signature creation and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Turkmen-style given name: Batyrjan  [JAH-NMTS8-000005]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Batyrjan is a Signature original Turkmen-style given name, created for the Signature Turkmen Names Database. From batyr (hero) + jan (soul): 'hero soul'. It is labeled a Signature creation and is not…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JAH-NMTS8-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Turkmen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Turkmen style — new creations built from real Turkmen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https://justinahiggins614-cmyk.github.io/jah-databases/db/names-turkmen-signature/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https://justinahiggins614-cmyk.github.io/jah-databases-data-1/data/names-turkmen-signature/index.jsonl.gz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
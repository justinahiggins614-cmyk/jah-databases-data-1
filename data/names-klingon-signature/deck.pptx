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lingon-signature/" TargetMode="External"/><Relationship Id="rId3" Type="http://schemas.openxmlformats.org/officeDocument/2006/relationships/hyperlink" Target="https://justinahiggins614-cmyk.github.io/jah-databases-data-1/data/names-kling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Klingon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Klingon-style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Klingon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Klingon-style names — new creations,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Klingon Names Database from genuine Klingon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Klingon-style given name: Kahlessa  [JAH-NMKS7-000001]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Kahlessa is a Signature original Klingon-style given name, created for the Signature Klingon Names Database. From Kahless + -a, in Klingon style: 'little Kahless'. It is labeled a Signature creation…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Klingon-style given name: Moghvar  [JAH-NMKS7-000002]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Moghvar is a Signature original Klingon-style given name, created for the Signature Klingon Names Database. From Mogh + -var. It is labeled a Signature creation and is not a traditional Klingon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Klingon-style given name: Duraq  [JAH-NMKS7-000003]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Duraq is a Signature original Klingon-style given name, created for the Signature Klingon Names Database. From Duras + Q. It is labeled a Signature creation and is not a traditional Klingon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Klingon-style given name: Kortar  [JAH-NMKS7-000004]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Kortar is a Signature original Klingon-style given name, created for the Signature Klingon Names Database. From Kor + tar (warrior?). It is labeled a Signature creation and is not a traditional Kling…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Klingon-style given name: Ghorval  [JAH-NMKS7-000005]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Ghorval is a Signature original Klingon-style given name, created for the Signature Klingon Names Database. Built on Klingon phonology: harsh gh, v and l. It is labeled a Signature creation and is no…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JAH-NMKS7-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Klingon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Klingon-style names — new creations,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https://justinahiggins614-cmyk.github.io/jah-databases/db/names-klingon-signature/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https://justinahiggins614-cmyk.github.io/jah-databases-data-1/data/names-klingon-signature/index.jsonl.gz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
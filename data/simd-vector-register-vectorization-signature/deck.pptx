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simd-vector-register-vectorization-signature/" TargetMode="External"/><Relationship Id="rId3" Type="http://schemas.openxmlformats.org/officeDocument/2006/relationships/hyperlink" Target="https://justinahiggins614-cmyk.github.io/jah-databases-data-1/data/simd-vector-register-vectorization-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SIMD &amp; Vector Register Vectorization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Techniques that pack data into SIMD vector registers for parallel execution.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SIMD &amp; Vector Register Vectorization Database holds 15 vectorization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Techniques that pack data into SIMD vector registers for parallel execution.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SSE/AVX Intrinsics  [JAH-SVR-S-000001]</a:t>
            </a:r>
          </a:p>
          <a:p>
            <a:pPr algn="l">
              <a:spcAft>
                <a:spcPts val="1000"/>
              </a:spcAft>
            </a:pPr>
            <a:r>
              <a:rPr sz="1400" b="0">
                <a:solidFill>
                  <a:srgbClr val="D5DBDB"/>
                </a:solidFill>
                <a:latin typeface="Calibri"/>
              </a:rPr>
              <a:t>   Writes vector code directly with SSE and AVX intrinsics for full control over the instruction stream. Intrinsics map one-to-one to instructions like _mm256_add_ps, processing 8 floats per cycle. It i…</a:t>
            </a:r>
          </a:p>
          <a:p>
            <a:pPr algn="l">
              <a:spcAft>
                <a:spcPts val="200"/>
              </a:spcAft>
            </a:pPr>
            <a:r>
              <a:rPr sz="1700" b="1">
                <a:solidFill>
                  <a:srgbClr val="FFFFFF"/>
                </a:solidFill>
                <a:latin typeface="Calibri"/>
              </a:rPr>
              <a:t>2. Signature AVX-512 Masked Operations  [JAH-SVR-S-000002]</a:t>
            </a:r>
          </a:p>
          <a:p>
            <a:pPr algn="l">
              <a:spcAft>
                <a:spcPts val="1000"/>
              </a:spcAft>
            </a:pPr>
            <a:r>
              <a:rPr sz="1400" b="0">
                <a:solidFill>
                  <a:srgbClr val="D5DBDB"/>
                </a:solidFill>
                <a:latin typeface="Calibri"/>
              </a:rPr>
              <a:t>   Uses AVX-512 mask registers to vectorize loops with conditions and tails. Instead of scalar cleanup code, masked lanes simply do not write, so any loop length vectorizes cleanly. It removes the bigge…</a:t>
            </a:r>
          </a:p>
          <a:p>
            <a:pPr algn="l">
              <a:spcAft>
                <a:spcPts val="200"/>
              </a:spcAft>
            </a:pPr>
            <a:r>
              <a:rPr sz="1700" b="1">
                <a:solidFill>
                  <a:srgbClr val="FFFFFF"/>
                </a:solidFill>
                <a:latin typeface="Calibri"/>
              </a:rPr>
              <a:t>3. Signature ARM NEON Vectorization  [JAH-SVR-S-000003]</a:t>
            </a:r>
          </a:p>
          <a:p>
            <a:pPr algn="l">
              <a:spcAft>
                <a:spcPts val="1000"/>
              </a:spcAft>
            </a:pPr>
            <a:r>
              <a:rPr sz="1400" b="0">
                <a:solidFill>
                  <a:srgbClr val="D5DBDB"/>
                </a:solidFill>
                <a:latin typeface="Calibri"/>
              </a:rPr>
              <a:t>   Vectorizes hot loops with ARM NEON's 128-bit registers on mobile and embedded cores. NEON processes 4 floats or 16 bytes per instruction, and every modern ARM core has it. Media codecs and ML inferen…</a:t>
            </a:r>
          </a:p>
          <a:p>
            <a:pPr algn="l">
              <a:spcAft>
                <a:spcPts val="200"/>
              </a:spcAft>
            </a:pPr>
            <a:r>
              <a:rPr sz="1700" b="1">
                <a:solidFill>
                  <a:srgbClr val="FFFFFF"/>
                </a:solidFill>
                <a:latin typeface="Calibri"/>
              </a:rPr>
              <a:t>4. Signature SVE Variable-Length Vectors  [JAH-SVR-S-000004]</a:t>
            </a:r>
          </a:p>
          <a:p>
            <a:pPr algn="l">
              <a:spcAft>
                <a:spcPts val="1000"/>
              </a:spcAft>
            </a:pPr>
            <a:r>
              <a:rPr sz="1400" b="0">
                <a:solidFill>
                  <a:srgbClr val="D5DBDB"/>
                </a:solidFill>
                <a:latin typeface="Calibri"/>
              </a:rPr>
              <a:t>   Writes vector-length-agnostic code with ARM SVE so one binary runs on 128 to 2048-bit implementations. Predication replaces fixed-width assumptions, and the same loop scales with the hardware. It fut…</a:t>
            </a:r>
          </a:p>
          <a:p>
            <a:pPr algn="l">
              <a:spcAft>
                <a:spcPts val="200"/>
              </a:spcAft>
            </a:pPr>
            <a:r>
              <a:rPr sz="1700" b="1">
                <a:solidFill>
                  <a:srgbClr val="FFFFFF"/>
                </a:solidFill>
                <a:latin typeface="Calibri"/>
              </a:rPr>
              <a:t>5. Signature Auto-Vectorization Pragmas  [JAH-SVR-S-000005]</a:t>
            </a:r>
          </a:p>
          <a:p>
            <a:pPr algn="l">
              <a:spcAft>
                <a:spcPts val="1000"/>
              </a:spcAft>
            </a:pPr>
            <a:r>
              <a:rPr sz="1400" b="0">
                <a:solidFill>
                  <a:srgbClr val="D5DBDB"/>
                </a:solidFill>
                <a:latin typeface="Calibri"/>
              </a:rPr>
              <a:t>   Guides the compiler's auto-vectorizer with pragmas and restrict qualifiers. Simple loops vectorize on their own; pragmas resolve the aliasing and dependency questions that block the compiler. It gets…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vectorization technique</a:t>
            </a:r>
          </a:p>
          <a:p>
            <a:pPr algn="l">
              <a:spcAft>
                <a:spcPts val="1000"/>
              </a:spcAft>
            </a:pPr>
            <a:r>
              <a:rPr sz="2000" b="0">
                <a:solidFill>
                  <a:srgbClr val="FFFFFF"/>
                </a:solidFill>
                <a:latin typeface="Calibri"/>
              </a:rPr>
              <a:t>ID prefix:  JAH-SVR-S-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SIMD &amp; Vector Register Vectorization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Techniques that pack data into SIMD vector registers for parallel execution.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https://justinahiggins614-cmyk.github.io/jah-databases/db/simd-vector-register-vectorization-signature/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https://justinahiggins614-cmyk.github.io/jah-databases-data-1/data/simd-vector-register-vectorization-signature/index.jsonl.gz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
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ew-tools-generator-signature/" TargetMode="External"/><Relationship Id="rId3" Type="http://schemas.openxmlformats.org/officeDocument/2006/relationships/hyperlink" Target="https://justinahiggins614-cmyk.github.io/jah-databases-data-1/data/new-tools-genera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New Tools Generator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Manon's original tool concepts, Signature-made.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New Tools Generator Database holds 15 generators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Manon's original tool concepts, Signature-made.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concept by Justin Addam Higgins (JAH) — Signature concept, not public record; demo smoke-tested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Totalon Field Tuner  [JAH-NTOOLS-000001]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tool: tunes a hypothetical 'totalon field' lattice so archive shards resonate at balanced load. Signature concept by Justin Addam Higgins — the miniature demo shows the determini…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Vault Keeper  [JAH-NTOOLS-000002]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tool: seals database vaults with layered content hashes only Manon's key can open. Signature concept by Justin Addam Higgins — the demo shows the layered hashing core.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Merica-L Dispatcher  [JAH-NTOOLS-000003]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tool: dispatches archive queries across the future MERICA-L assistance network. Signature concept by Justin Addam Higgins — the demo shows the dispatch planning core.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Boundless Loom  [JAH-NTOOLS-000004]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tool: weaves generated records into the archive cloth without tangling existing threads. Signature concept by Justin Addam Higgins — the demo shows the weave-ordering index core.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Drift Anchor  [JAH-NTOOLS-000005]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tool: anchors records against drift with a triple-check ritual before filing. Signature concept by Justin Addam Higgins — the demo shows the triple-check dedupe core.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generator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JAH-NTOOLS-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New Tools Generator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Manon's original tool concepts, Signature-made.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https://justinahiggins614-cmyk.github.io/jah-databases/db/new-tools-generator-signature/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https://justinahiggins614-cmyk.github.io/jah-databases-data-1/data/new-tools-generator-signature/index.jsonl.gz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
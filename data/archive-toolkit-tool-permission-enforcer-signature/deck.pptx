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tool-permission-enforcer-signature/" TargetMode="External"/><Relationship Id="rId3" Type="http://schemas.openxmlformats.org/officeDocument/2006/relationships/hyperlink" Target="https://justinahiggins614-cmyk.github.io/jah-databases-data-1/data/archive-toolkit-tool-permission-enforc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Tool Permission Enforcer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Restricts operations according to identity, policy, and granted permissions.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Tool Permission Enforcer Database holds 15 tool permission enforcers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Restricts operations according to identity, policy, and granted permissions.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Just-in-time elevation  [JAH-ATK256S-000001]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instead of standing privileges, identities get temporary elevation for one task, automatically revoked when the task ends or a timer expires.…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Just-in-time elevation  [JAH-ATK256S-000002]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instead of standing privileges, identities get temporary elevation for one task, automatically revoked when the task ends or a timer expires.…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Just-in-time elevation  [JAH-ATK256S-000003]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instead of standing privileges, identities get temporary elevation for one task, automatically revoked when the task ends or a timer expires.…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Permission provenance  [JAH-ATK256S-000004]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grant records who granted it, why, when, and when it expires. Provenance turns 'why does this identity have access?' from a mystery into…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Permission provenance  [JAH-ATK256S-000005]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grant records who granted it, why, when, and when it expires. Provenance turns 'why does this identity have access?' from a mystery into…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permission enforcer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JAH-ATK256S-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Tool Permission Enforcer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Restricts operations according to identity, policy, and granted permissions.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https://justinahiggins614-cmyk.github.io/jah-databases/db/archive-toolkit-tool-permission-enforcer-signature/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https://justinahiggins614-cmyk.github.io/jah-databases-data-1/data/archive-toolkit-tool-permission-enforcer-signature/index.jsonl.gz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
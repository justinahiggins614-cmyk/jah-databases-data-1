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load-shedding-signature/" TargetMode="External"/><Relationship Id="rId3" Type="http://schemas.openxmlformats.org/officeDocument/2006/relationships/hyperlink" Target="https://justinahiggins614-cmyk.github.io/jah-databases-data-1/data/dynamic-load-shedd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Dynamic Load Shedding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gracefully dropping work when systems are overloaded.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Dynamic Load Shedding Database holds 15 load shedding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gracefully dropping work when systems are overloaded.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Priority Queue Shedding  [JAH-DYNAMI2-S-000001]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Drops low-priority requests first when queue depth exceeds the shed watermark. Requests carry a priority class, and the shedder walks from lowest to highest until the queue fits the budget. Critical…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Circuit Breaker Tripping  [JAH-DYNAMI2-S-000002]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Opens the breaker after N consecutive failures, shedding downstream calls until the dependency recovers. While open, calls fail fast instead of piling up threads against a dead service. Half-open pro…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Token Bucket Admission  [JAH-DYNAMI2-S-000003]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Admits only requests holding a token; excess is shed with 429 instead of queuing. Tokens refill at a fixed rate, so bursts are absorbed up to the bucket size and sustained overload is rejected cleanl…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Graceful Degradation Tiers  [JAH-DYNAMI2-S-000004]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Serves reduced-fidelity responses — no images, cached data, simplified layouts — under load instead of failing. Tier selection is driven by live health signals, and the system steps down and back 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Request Hedging  [JAH-DYNAMI2-S-000005]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Sends a duplicate request after p99 latency and keeps whichever returns first, shedding the loser. Hedging trades a little extra load for dramatically better tail latency. It must be used carefully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load shedding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JAH-DYNAMI2-S-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Dynamic Load Shedding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gracefully dropping work when systems are overloaded.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https://justinahiggins614-cmyk.github.io/jah-databases/db/dynamic-load-shedding-signature/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https://justinahiggins614-cmyk.github.io/jah-databases-data-1/data/dynamic-load-shedding-signature/index.jsonl.gz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
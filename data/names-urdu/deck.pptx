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urdu/" TargetMode="External"/><Relationship Id="rId3" Type="http://schemas.openxmlformats.org/officeDocument/2006/relationships/hyperlink" Target="https://justinahiggins614-cmyk.github.io/jah-databases-data-1/data/names-urdu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Urdu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Urdu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Urdu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Urdu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Ahmed احمد - Urdu masculine given name  [JAH-NMU2-000001]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Ahmed (احمد) is a masculine given name in Urdu. Meaning: Most praised..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Fatima فاطمہ - Urdu feminine given name  [JAH-NMU2-000002]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 (فاطمہ) is a feminine given name in Urdu. Meaning: Captivating..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Ali علی - Urdu masculine given name  [JAH-NMU2-000003]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Ali (علی) is a masculine given name in Urdu. Meaning: Exalted..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Ayesha عائشہ - Urdu feminine given name  [JAH-NMU2-000004]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Ayesha (عائشہ) is a feminine given name in Urdu. Meaning: Alive..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Bilal بلال - Urdu masculine given name  [JAH-NMU2-000005]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Bilal (بلال) is a masculine given name in Urdu. Meaning: The Prophet's muezzin; a classic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JAH-NMU2-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Urdu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Urdu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https://justinahiggins614-cmyk.github.io/jah-databases/db/names-urdu/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https://justinahiggins614-cmyk.github.io/jah-databases-data-1/data/names-urdu/index.jsonl.gz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
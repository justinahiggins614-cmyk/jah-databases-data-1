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data-locality-optimizer-signature/" TargetMode="External"/><Relationship Id="rId3" Type="http://schemas.openxmlformats.org/officeDocument/2006/relationships/hyperlink" Target="https://justinahiggins614-cmyk.github.io/jah-databases-data-1/data/apex-tool-universal-data-locality-optimi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Data Locality Optimizer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processing near the data when doing so improves efficiency and meets policy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Data Locality Optimizer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processing near the data when doing so improves efficiency and meets policy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Data Atlas  [JAH-APX69S-000001]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atlas seals dataset locations.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Locality Scorer  [JAH-APX69S-000002]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scorer seals placement scores.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Placement Prover  [JAH-APX69S-000003]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plans with sealed joint optimizations.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Movement Prophet  [JAH-APX69S-000004]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estimator seals movement predictions.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Policy Warden  [JAH-APX69S-000005]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residency with sealed verdicts.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Data Locality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processing near the data when doing so improves efficiency and meets policy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https://justinahiggins614-cmyk.github.io/jah-databases/db/apex-tool-universal-data-locality-optimizer-signature/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https://justinahiggins614-cmyk.github.io/jah-databases-data-1/data/apex-tool-universal-data-locality-optimizer-signature/index.jsonl.gz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
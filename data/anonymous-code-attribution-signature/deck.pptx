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onymous-code-attribution-signature/" TargetMode="External"/><Relationship Id="rId3" Type="http://schemas.openxmlformats.org/officeDocument/2006/relationships/hyperlink" Target="https://justinahiggins614-cmyk.github.io/jah-databases-data-1/data/anonymous-code-attrib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Anonymous Code Attribution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Credit without identity: attributing code while preserving anonymity.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Anonymous Code Attribution Database holds 15 anonymous attribution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Credit without identity: attributing code while preserving anonymity.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Anonymity-Set Monitoring  [JAH-ANONYM-S-000001]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anonymous systems monitor their anonymity sets — if the ring shrinks to 3 members, anonymity is effectively gone and the system warns. Anonymity is a measured property with a minim…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Group signatures with opening  [JAH-ANONYM-S-000002]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Group signatures add an escape hatch: normally anonymous, but a designated opener can reveal the signer (for abuse cases). The balance between anonymity and accountability — member…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Anonymity-Set Monitoring  [JAH-ANONYM-S-000003]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anonymous systems monitor their anonymity sets — if the ring shrinks to 3 members, anonymity is effectively gone and the system warns. Anonymity is a measured property with a minim…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Group signatures with opening  [JAH-ANONYM-S-000004]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Group signatures add an escape hatch: normally anonymous, but a designated opener can reveal the signer (for abuse cases). The balance between anonymity and accountability — member…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Deniable commit encryption  [JAH-ANONYM-S-000005]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Deniable encryption lets an author plausibly claim a commit decrypts to innocuous content: two keys, two plaintexts, and no way to prove which is real. Under coercion, the author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anonymous attribution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JAH-ANONYM-S-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Anonymous Attribution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Credit without identity: attributing code while preserving anonymity.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https://justinahiggins614-cmyk.github.io/jah-databases/db/anonymous-code-attribution-signature/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https://justinahiggins614-cmyk.github.io/jah-databases-data-1/data/anonymous-code-attribution-signature/index.jsonl.gz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
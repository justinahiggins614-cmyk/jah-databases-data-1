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orean/" TargetMode="External"/><Relationship Id="rId3" Type="http://schemas.openxmlformats.org/officeDocument/2006/relationships/hyperlink" Target="https://justinahiggins614-cmyk.github.io/jah-databases-data-1/data/names-kore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Korean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Korean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Korean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Korean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Min-jun 민준 - Korean masculine given name  [JAH-NMK-000001]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Min-jun (민준) is a masculine given name in Korean. Meaning: Clever + handsome. Meaning fixed by the hanja chosen; a top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Seo-yeon 서연 - Korean feminine given name  [JAH-NMK-000002]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Seo-yeon (서연) is a feminine given name in Korean. Meaning: Auspicious + beautiful. A leading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Ji-hoon 지훈 - Korean masculine given name  [JAH-NMK-000003]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Ji-hoon (지훈) is a masculine given name in Korean. Meaning: Wisdom + merit. A classic boys'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Ha-eun 하은 - Korean feminine given name  [JAH-NMK-000004]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Ha-eun (하은) is a feminine given name in Korean. Meaning: Summer + silver. A modern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Dong-hyun 동현 - Korean masculine given name  [JAH-NMK-000005]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Dong-hyun (동현) is a masculine given name in Korean. Meaning: East + virtuous. A traditional-style boys'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Korean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Korean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https://justinahiggins614-cmyk.github.io/jah-databases/db/names-korean/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https://justinahiggins614-cmyk.github.io/jah-databases-data-1/data/names-korean/index.jsonl.gz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
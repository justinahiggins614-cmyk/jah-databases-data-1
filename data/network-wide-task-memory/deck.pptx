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task-memory/" TargetMode="External"/><Relationship Id="rId3" Type="http://schemas.openxmlformats.org/officeDocument/2006/relationships/hyperlink" Target="https://justinahiggins614-cmyk.github.io/jah-databases-data-1/data/network-wide-task-mem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Task Memory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Task Memory Database holds 20 task memory entrys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Successful Database Build  [JAH-NWTM-000001]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database build completed with 20 full records, generator, and page in one session. The memory records the build recipe so the next lane copies what worked.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Failed Generator Validation  [JAH-NWTM-000002]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generated record failed validation three times due to a schema mismatch in the generator. The lesson: validate the generator's output shape against the schema before bulk runs. Teaching ladder: 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Cross-Database Deduplication  [JAH-NWTM-000003]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Duplicate records across two databases were merged with provenance preserved. The memory records the merge keys so future dedupes reuse the proven approach. Teaching ladder: rank 1 — the concept in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Slow Query Optimization  [JAH-NWTM-000004]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40-second archive query was cut to 200ms by adding a category index. The lesson is evergreen: measure first, index the hot path. Teaching ladder: rank 1 — the concept in its simplest, most direct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Repair Bot False Positive  [JAH-NWTM-000005]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automated repair was rejected by the regression suite for breaking an unrelated test. The memory marks the repair pattern as risky for shared-state code. Teaching ladder: rank 1 — the concept in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task memory entry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JAH-NWTM-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Task Memory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https://justinahiggins614-cmyk.github.io/jah-databases/db/network-wide-task-memory/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https://justinahiggins614-cmyk.github.io/jah-databases-data-1/data/network-wide-task-memory/index.jsonl.gz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
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secret-and-credential-detector-signature/" TargetMode="External"/><Relationship Id="rId3" Type="http://schemas.openxmlformats.org/officeDocument/2006/relationships/hyperlink" Target="https://justinahiggins614-cmyk.github.io/jah-databases-data-1/data/archive-toolkit-secret-and-credential-detec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Secret and Credential Detector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exposed passwords, keys, tokens, and similar secrets so they can be protected.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Secret and Credential Detector Database holds 15 secret and credential detectors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exposed passwords, keys, tokens, and similar secrets so they can be protected.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Signature-generated completion,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Signature: Secret blast-radius map  [JAH-ATK264S-000001]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when a secret is found exposed, the blast-radius map shows everywhere it was used: which services, which repositories, which logs. Rotation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Signature: Secret blast-radius map  [JAH-ATK264S-000002]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when a secret is found exposed, the blast-radius map shows everywhere it was used: which services, which repositories, which logs. Rotation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Signature: Secret blast-radius map  [JAH-ATK264S-000003]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when a secret is found exposed, the blast-radius map shows everywhere it was used: which services, which repositories, which logs. Rotation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Signature: Rotation proof  [JAH-ATK264S-000004]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rotation is verified, not assumed. Proof requires two checks: the old secret no longer authenticates, and the new secret does. Both checks are…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Signature: Rotation proof  [JAH-ATK264S-000005]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rotation is verified, not assumed. Proof requires two checks: the old secret no longer authenticates, and the new secret does. Both checks are…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secret and credential detector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JAH-ATK264S-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Secret and Credential Detector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exposed passwords, keys, tokens, and similar secrets so they can be protected.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https://justinahiggins614-cmyk.github.io/jah-databases/db/archive-toolkit-secret-and-credential-detector-signature/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https://justinahiggins614-cmyk.github.io/jah-databases-data-1/data/archive-toolkit-secret-and-credential-detector-signature/index.jsonl.gz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
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eer-contribution-scoring-signature/" TargetMode="External"/><Relationship Id="rId3" Type="http://schemas.openxmlformats.org/officeDocument/2006/relationships/hyperlink" Target="https://justinahiggins614-cmyk.github.io/jah-databases-data-1/data/peer-contribution-scor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Peer Contribution Scoring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Scores how much each peer really contributes — work measured, credit assigned, gaming resisted.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Peer Contribution Scoring Database holds 15 scoring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how much each peer really contributes — work measured, credit assigned, gaming resisted.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Work Unit Accounting  [JAH-PEERCO-S-000001]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Work Unit Accounting is a scoring ability in the Signature Peer Contribution Scoring database. Counts real work units — commits, reviews, fixes — per peer. Work events are classified and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Quality Weighting  [JAH-PEERCO-S-000002]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Quality Weighting is a scoring ability in the Signature Peer Contribution Scoring database. Weights contributions by measured quality, not just volume. Quality signals — test pass rates,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Peer Review Scores  [JAH-PEERCO-S-000003]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Peer Review Scores is a scoring ability in the Signature Peer Contribution Scoring database. Lets peers rate each other's contributions directly. After a contribution lands, affected peers…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Decay Over Time  [JAH-PEERCO-S-000004]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Decay Over Time is a scoring ability in the Signature Peer Contribution Scoring database. Lets old contributions fade so recent work matters most. Scores decay exponentially with a 180-day…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Sybil Resistance  [JAH-PEERCO-S-000005]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Sybil Resistance is a scoring ability in the Signature Peer Contribution Scoring database. Resists fake peers inflating each other's scores. New peers earn scoring weight slowly and mutual-…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scoring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JAH-PEERCO-S-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Peer Contribution Scoring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how much each peer really contributes — work measured, credit assigned, gaming resisted.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https://justinahiggins614-cmyk.github.io/jah-databases/db/peer-contribution-scoring-signature/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https://justinahiggins614-cmyk.github.io/jah-databases-data-1/data/peer-contribution-scoring-signature/index.jsonl.gz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
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eorgian/" TargetMode="External"/><Relationship Id="rId3" Type="http://schemas.openxmlformats.org/officeDocument/2006/relationships/hyperlink" Target="https://justinahiggins614-cmyk.github.io/jah-databases-data-1/data/names-georg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Georgian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Georgian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Georgian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Georgian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Giorgi — Georgian given name  [JAH-NMG5-000001]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Giorgi is a masculine given name in Georgian. It is written გიორგი in the native script. It means "farmer, earthworker", from Greek Georgios. The most beloved Georgian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Nino — Georgian given name  [JAH-NMG5-000002]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Nino is a feminine given name in Georgian. It is written ნინო in the native script. Of Saint Nino origin. The enlightener of Georgia; the iconic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Davit — Georgian given name  [JAH-NMG5-000003]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Davit is a masculine given name in Georgian. It is written დავით in the native script. It means "beloved", from Hebrew David. The name of Georgia's great king, David the Builder.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Tamar — Georgian given name  [JAH-NMG5-000004]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Tamar is a feminine given name in Georgian. It is written თამარ in the native script. It means "palm tree", from Hebrew. The great queen Tamar's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Irakli — Georgian given name  [JAH-NMG5-000005]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Irakli is a masculine given name in Georgian. It is written ირაკლი in the native script. It means "glory of Hera", from Greek Herakles. The Georgian form of Heracles.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Georgian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Georgian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https://justinahiggins614-cmyk.github.io/jah-databases/db/names-georgian/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https://justinahiggins614-cmyk.github.io/jah-databases-data-1/data/names-georgian/index.jsonl.gz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
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edge-intelligence-network/" TargetMode="External"/><Relationship Id="rId3" Type="http://schemas.openxmlformats.org/officeDocument/2006/relationships/hyperlink" Target="https://justinahiggins614-cmyk.github.io/jah-databases-data-1/data/apex-tool-apex-edge-intelligence-networ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Edge Intelligence Network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local AI systems operating on disconnected or resource-constrained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Edge Intelligence Network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local AI systems operating on disconnected or resource-constrained devices.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Device Registrar  [JAH-APX71-000001]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Enrolls edge devices with their real capabilities — compute, memory, sensors, connectivity — the fleet's ground truth.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Profiler  [JAH-APX71-000002]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Profiles what each device can actually run: which model sizes, what latency, at what power.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Model Slicer  [JAH-APX71-000003]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Cuts models into device-sized variants — quantized, pruned, distilled — each proven on its target class.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 Splitter  [JAH-APX71-000004]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inference work between edge and cloud: urgent local, heavy remote, with the split decided per task.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Offline Queue  [JAH-APX71-000005]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Queues work during disconnection and processes on reconnect, so offline is a mode, not a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Edge Intelligence Network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local AI systems operating on disconnected or resource-constrained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https://justinahiggins614-cmyk.github.io/jah-databases/db/apex-tool-apex-edge-intelligence-network/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https://justinahiggins614-cmyk.github.io/jah-databases-data-1/data/apex-tool-apex-edge-intelligence-network/index.jsonl.gz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
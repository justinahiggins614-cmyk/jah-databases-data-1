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state-transition-signature/" TargetMode="External"/><Relationship Id="rId3" Type="http://schemas.openxmlformats.org/officeDocument/2006/relationships/hyperlink" Target="https://justinahiggins614-cmyk.github.io/jah-databases-data-1/data/program-state-tran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State Transition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state-transition methods — original techniques for programs that change state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State Transition Database holds 20 signature state transition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state-transition methods — original techniques for programs that change state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explicit-state  [JAH-PROGRA3-S-000001]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design practice: states are explicit named values, never booleans multiplied.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guard-every-transition  [JAH-PROGRA3-S-000002]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safety rule: every transition has a guard, even if it is "always allowed".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invariant-checking  [JAH-PROGRA3-S-000003]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correctness practice: invariants are asserted after every transition in tests.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drain-before-stop  [JAH-PROGRA3-S-000004]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shutdown practice: drain first, stop second,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expand-contract upgrade  [JAH-PROGRA3-S-000005]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upgrade practice: expand, migrate, contract — reads never break.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state transition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State Transition Modeler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state-transition methods — original techniques for programs that change state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https://justinahiggins614-cmyk.github.io/jah-databases/db/program-state-transition-signature/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https://justinahiggins614-cmyk.github.io/jah-databases-data-1/data/program-state-transition-signature/index.jsonl.gz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
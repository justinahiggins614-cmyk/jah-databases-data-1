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hared-workspace-coordinator/" TargetMode="External"/><Relationship Id="rId3" Type="http://schemas.openxmlformats.org/officeDocument/2006/relationships/hyperlink" Target="https://justinahiggins614-cmyk.github.io/jah-databases-data-1/data/archive-toolkit-shared-workspace-coordin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Shared Workspace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Shared Workspace Coordinator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shared workspace coordinator;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Artifact namespacing — Shared Workspace Coordinator  [JAH-ATK248-0001]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shared workspace coordinator is the fleet's shared desk: it manages artifacts and intermediate results that multiple workers produce and consume — with naming, versioning, locking, and lineage.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Versioned artifacts — Shared Workspace Coordinator  [JAH-ATK248-0002]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shared workspace coordinator is the fleet's shared desk: it manages artifacts and intermediate results that multiple workers produce and consume — with naming, versioning, locking, and lineage.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Optimistic locking — Shared Workspace Coordinator  [JAH-ATK248-0003]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shared workspace coordinator is the fleet's shared desk: it manages artifacts and intermediate results that multiple workers produce and consume — with naming, versioning, locking, and lineage.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Lineage tracking — Shared Workspace Coordinator  [JAH-ATK248-0004]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shared workspace coordinator is the fleet's shared desk: it manages artifacts and intermediate results that multiple workers produce and consume — with naming, versioning, locking, and lineage.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Garbage collection — Shared Workspace Coordinator  [JAH-ATK248-0005]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shared workspace coordinator is the fleet's shared desk: it manages artifacts and intermediate results that multiple workers produce and consume — with naming, versioning, locking, and lineage. 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Shared Workspace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https://justinahiggins614-cmyk.github.io/jah-databases/db/archive-toolkit-shared-workspace-coordinator/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https://justinahiggins614-cmyk.github.io/jah-databases-data-1/data/archive-toolkit-shared-workspace-coordinator/index.jsonl.gz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
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knowledge-to-action-compiler/" TargetMode="External"/><Relationship Id="rId3" Type="http://schemas.openxmlformats.org/officeDocument/2006/relationships/hyperlink" Target="https://justinahiggins614-cmyk.github.io/jah-databases-data-1/data/apex-tool-universal-knowledge-to-action-compi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Knowledge-to-Action Compiler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Compiles verified knowledge into executable, permission-checked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Knowledge-to-Action Compiler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Compiles verified knowledge into executable, permission-checked plans.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input validation is standard in planning systems;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Facts First  [JAH-APX93-000001]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Only verified facts compile. This record covers the fact verifier that refuses rumors a place in any plan.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From Facts to Steps  [JAH-APX93-000002]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Verified facts become ordered actions. This record covers the plan synthesizer.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Ordering by Dependency  [JAH-APX93-000003]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Steps have prerequisites. This record covers mapping them into a dependency DAG.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Gating on Permission  [JAH-APX93-000004]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No step runs without its permissions. This record covers the permission gate.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Marking the Dangerous Steps  [JAH-APX93-000005]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Some steps cannot be undone. This record covers annotating irreversible and side-effecting steps.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Knowledge-to-Action Compiler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Compiles verified knowledge into executable, permission-checked plans.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https://justinahiggins614-cmyk.github.io/jah-databases/db/apex-tool-universal-knowledge-to-action-compiler/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https://justinahiggins614-cmyk.github.io/jah-databases-data-1/data/apex-tool-universal-knowledge-to-action-compiler/index.jsonl.gz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
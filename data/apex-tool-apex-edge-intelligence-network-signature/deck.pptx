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pex-edge-intelligence-network-signature/" TargetMode="External"/><Relationship Id="rId3" Type="http://schemas.openxmlformats.org/officeDocument/2006/relationships/hyperlink" Target="https://justinahiggins614-cmyk.github.io/jah-databases-data-1/data/apex-tool-apex-edge-intelligence-network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Apex Edge Intelligence Network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Coordinates local AI systems operating on disconnected or resource-constrained devices.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Apex Edge Intelligence Network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local AI systems operating on disconnected or resource-constrained devices.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original work - not a public record. Demo executed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Device Herald  [JAH-APX71S-000001]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Justin's registrar seals device capability attestations.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Capability Prover  [JAH-APX71S-000002]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profiler seals measured on-device performance.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Model Slicer  [JAH-APX71S-000003]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Slices models with sealed variant proofs per device class.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Split Judge  [JAH-APX71S-000004]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splitter seals per-task split decisions.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Offline Keeper  [JAH-APX71S-000005]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queue seals offline work and its replay.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JAH-APX71S-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Apex Edge Intelligence Network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local AI systems operating on disconnected or resource-constrained devices.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https://justinahiggins614-cmyk.github.io/jah-databases/db/apex-tool-apex-edge-intelligence-network-signature/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https://justinahiggins614-cmyk.github.io/jah-databases-data-1/data/apex-tool-apex-edge-intelligence-network-signature/index.jsonl.gz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
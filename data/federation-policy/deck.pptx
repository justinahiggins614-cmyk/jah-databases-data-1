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ederation-policy/" TargetMode="External"/><Relationship Id="rId3" Type="http://schemas.openxmlformats.org/officeDocument/2006/relationships/hyperlink" Target="https://justinahiggins614-cmyk.github.io/jah-databases-data-1/data/federation-polic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Federation Policy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Policies for databases that work together — access, sharing, trust, and the rules that bind federations.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Federation Policy Database holds 20 federation policys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Policies for databases that work together — access, sharing, trust, and the rules that bind federations.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Cross-org read access policy  [JAH-FEDERA-000001]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Partner organizations get read access to the shared catalog but never to internal notes. The policy is enforced at the federation gateway.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PII data-sharing agreement  [JAH-FEDERA-000002]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PII flows between members only with consent records attached. The policy blocks any PII row lacking consent proof.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Trust anchor rotation  [JAH-FEDERA-000003]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Federation trust anchors rotate every 90 days. Members must present the current anchor or lose access until re-onboarded.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Schema mapping registry  [JAH-FEDERA-000004]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Members map their schemas to the federation canonical model. Unmapped fields are dropped with a warning, never silently.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Federated query fan-out limits  [JAH-FEDERA-000005]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Federated queries fan out to members with a per-member timeout and a result cap. Slow members degrade, never block.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federation policy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JAH-FEDERA-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Federation Policy Steward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Policies for databases that work together — access, sharing, trust, and the rules that bind federations.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https://justinahiggins614-cmyk.github.io/jah-databases/db/federation-policy/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https://justinahiggins614-cmyk.github.io/jah-databases-data-1/data/federation-policy/index.jsonl.gz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
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ursive-retrieval-signature/" TargetMode="External"/><Relationship Id="rId3" Type="http://schemas.openxmlformats.org/officeDocument/2006/relationships/hyperlink" Target="https://justinahiggins614-cmyk.github.io/jah-databases-data-1/data/archive-toolkit-recursive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Recursive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Recursive retrieval Database holds 15 retrieval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Recursive Retrieval: Signature First Question (Foundation)  [JAH-ATK306S-00001]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Recursive Retrieval: Signature First Question (Operation)  [JAH-ATK306S-00002]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Recursive Retrieval: Signature First Question (Mastery)  [JAH-ATK306S-00003]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Recursive Retrieval: Signature Trail Blazing (Foundation)  [JAH-ATK306S-00004]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Recursive Retrieval: Signature Trail Blazing (Operation)  [JAH-ATK306S-00005]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Recursive Retriever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Uses retrieved records to generate follow-up queries until the stopping criteria are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https://justinahiggins614-cmyk.github.io/jah-databases/db/archive-toolkit-recursive-retrieval-signature/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https://justinahiggins614-cmyk.github.io/jah-databases-data-1/data/archive-toolkit-recursive-retrieval-signature/index.jsonl.gz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
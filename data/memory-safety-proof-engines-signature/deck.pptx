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emory-safety-proof-engines-signature/" TargetMode="External"/><Relationship Id="rId3" Type="http://schemas.openxmlformats.org/officeDocument/2006/relationships/hyperlink" Target="https://justinahiggins614-cmyk.github.io/jah-databases-data-1/data/memory-safety-proof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Memory Safety Proof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No bad accesses: engines that prove memory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Memory Safety Proof Engines Database holds 15 memory safety proof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No bad accesses: engines that prove memory safety.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Memory-Safety Passport  [JAH-MSPE-S-000001]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each component carries a memory-safety passport — which technique proved it (borrowck, separation logic, Miri, fuzzing), the date, and the scope. Integrators see at a glance what's…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Rust ownership as proof  [JAH-MSPE-S-000002]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Rust's borrow checker is a memory-safety proof engine that runs at compile time on every build: ownership, borrowing, and lifetimes are checked, and violations are compile errors.…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Memory-Safety Passport  [JAH-MSPE-S-000003]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each component carries a memory-safety passport — which technique proved it (borrowck, separation logic, Miri, fuzzing), the date, and the scope. Integrators see at a glance what's…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Rust ownership as proof  [JAH-MSPE-S-000004]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Rust's borrow checker is a memory-safety proof engine that runs at compile time on every build: ownership, borrowing, and lifetimes are checked, and violations are compile errors.…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Garbage collection as safety  [JAH-MSPE-S-000005]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GC is a memory-safety proof by construction: use-after-free and double-free are impossible when the collector owns deallocation. Managed runtimes (JVM, Go, .NET) trade deterministi…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memory safety proof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JAH-MSPE-S-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Memory Safety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No bad accesses: engines that prove memory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https://justinahiggins614-cmyk.github.io/jah-databases/db/memory-safety-proof-engines-signature/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https://justinahiggins614-cmyk.github.io/jah-databases-data-1/data/memory-safety-proof-engines-signature/index.jsonl.gz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
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parameter-estimation/" TargetMode="External"/><Relationship Id="rId3" Type="http://schemas.openxmlformats.org/officeDocument/2006/relationships/hyperlink" Target="https://justinahiggins614-cmyk.github.io/jah-databases-data-1/data/scientific-parameter-estim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Scientific Parameter Estimation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Fitting models to data — estimators, diagnostics, and what the data actually said.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Scientific Parameter Estimation Database holds 20 parameter estimation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Fitting models to data — estimators, diagnostics, and what the data actually said.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Line fit: Hooke law  [JAH-SCIENT4-000001]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Spring extension vs force fits a line; the slope is the stiffness. Least squares gives k=4.98 N/m.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MLE: coin bias  [JAH-SCIENT4-000002]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100 flips, 63 heads. MLE gives p=0.63; the likelihood interval is [0.53, 0.72].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Bayesian: drug efficacy  [JAH-SCIENT4-000003]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MCMC samples the posterior for the treatment effect with a skeptical prior.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Kalman: tracking  [JAH-SCIENT4-000004]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Kalman filter estimates position and velocity from noisy GPS.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Gradient: logistic regression  [JAH-SCIENT4-000005]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Logistic regression fit by L-BFGS on 10k samples.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parameter estimation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JAH-SCIENT4-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Parameter Estimation Specialist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Fitting models to data — estimators, diagnostics, and what the data actually said.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https://justinahiggins614-cmyk.github.io/jah-databases/db/scientific-parameter-estimation/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https://justinahiggins614-cmyk.github.io/jah-databases-data-1/data/scientific-parameter-estimation/index.jsonl.gz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
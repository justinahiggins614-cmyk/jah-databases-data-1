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model-limitations/" TargetMode="External"/><Relationship Id="rId3" Type="http://schemas.openxmlformats.org/officeDocument/2006/relationships/hyperlink" Target="https://justinahiggins614-cmyk.github.io/jah-databases-data-1/data/scientific-model-limitation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Model Limitations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Documented limits of scientific models: where they break, what they assume, and when not to trust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Model Limitations Database holds 20 model limitation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Documented limits of scientific models: where they break, what they assume, and when not to trust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Linear Model Assumptions  [JAH-SML-000001]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Linear regression assumes linearity, independent homoscedastic errors, and no perfect multicollinearity. Violations bias estimates and invalidate intervals. The assumptions are the contract.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Extrapolation Danger  [JAH-SML-000002]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are unreliable outside their training range; polynomials explode, linears drift. The boundary is the data's convex hull. Extrapolation is hope, not prediction.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P-Value Misinterpretation  [JAH-SML-000003]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P-values don't give P(hypothesis|data); treating them as such is the classic misuse. The limitation is interpretive, not mathematical. Misuse is the model's most common failure mode.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Climate Model Resolution Limits  [JAH-SML-000004]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Climate models can't resolve clouds and turbulence; parameterizations approximate them. The limitation is computational, not conceptual. Projections carry the parameterization uncertainty.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Epidemiological Model Assumptions  [JAH-SML-000005]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SIR models assume homogeneous mixing; real populations cluster and vary. The assumption breaks for structured populations. Homogeneity is the fiction.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model limitation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JAH-SML-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Limits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Documented limits of scientific models: where they break, what they assume, and when not to trust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https://justinahiggins614-cmyk.github.io/jah-databases/db/scientific-model-limitations/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https://justinahiggins614-cmyk.github.io/jah-databases-data-1/data/scientific-model-limitations/index.jsonl.gz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
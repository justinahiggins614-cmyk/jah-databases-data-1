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asque-signature/" TargetMode="External"/><Relationship Id="rId3" Type="http://schemas.openxmlformats.org/officeDocument/2006/relationships/hyperlink" Target="https://justinahiggins614-cmyk.github.io/jah-databases-data-1/data/names-basqu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Basque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Basque style — new creations built from real Basque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Basque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Basque style — new creations built from real Basque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Basque Names Database from genuine Basque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Basque-style given name: Aitoretxe  [JAH-NMBS7-000001]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Aitoretxe is a Signature original Basque-style given name, created for the Signature Basque Names Database. From Aitor + etxe (house). It is labeled a Signature creation and is not a traditional Basq…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Basque-style given name: Maiteder  [JAH-NMBS7-000002]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Maiteder is a Signature original Basque-style given name, created for the Signature Basque Names Database. From maite (beloved) + eder (beautiful): 'beautiful beloved'. It is labeled a Signature crea…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Basque-style given name: Inigotxo  [JAH-NMBS7-000003]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Inigotxo is a Signature original Basque-style given name, created for the Signature Basque Names Database. From Inigo + -txo (diminutive).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Basque-style given name: Aneeder  [JAH-NMBS7-000004]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Aneeder is a Signature original Basque-style given name, created for the Signature Basque Names Database. From Ane + eder (beautiful). It is labeled a Signature creation and is not a traditional Basq…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Basque-style given name: Koldobika  [JAH-NMBS7-000005]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Koldobika is a Signature original Basque-style given name, created for the Signature Basque Names Database. Signature-style masculine name. It is labeled a Signature creation and is not a traditional…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JAH-NMBS7-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Basque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Basque style — new creations built from real Basque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https://justinahiggins614-cmyk.github.io/jah-databases/db/names-basque-signature/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https://justinahiggins614-cmyk.github.io/jah-databases-data-1/data/names-basque-signature/index.jsonl.gz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
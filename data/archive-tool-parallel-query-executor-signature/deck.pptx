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parallel-query-executor-signature/" TargetMode="External"/><Relationship Id="rId3" Type="http://schemas.openxmlformats.org/officeDocument/2006/relationships/hyperlink" Target="https://justinahiggins614-cmyk.github.io/jah-databases-data-1/data/archive-tool-parallel-query-execu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Parallel Query Executor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 parallel-execution frameworks: split-and-gather query harvests.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Parallel Query Executor Database holds 15 signature parallel execution frameworks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 parallel-execution frameworks: split-and-gather query harvests.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 framework created by Justin Addam Higgins (JAH)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Bargain-Hunter plan choosing  [JAH-AT33S-0001]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framework by Justin Addam Higgins (JAH): the Bargain-Hunter prices every way to answer an archive query and buys the cheapest plan. Each candidate plan gets a price tag from esti…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Sieve-First filtering  [JAH-AT33S-0002]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framework by Justin Addam Higgins (JAH): Sieve-First shakes every filter down to the archive's cellar door, so unwanted rows never climb the stairs. Filters are pushed into the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Dance-Card join ordering  [JAH-AT33S-0003]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framework by Justin Addam Higgins (JAH): the Dance-Card works out the cheapest order for every table to join the dance, solving small groups first and reusing their steps. For ea…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Split-and-Gather harvest  [JAH-AT33S-0004]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framework by Justin Addam Higgins (JAH): Split-and-Gather chops an archive chore into splinters, hands each to a worker, then gathers the bundles back into one sheaf. Splitting 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Crew-Call partition work  [JAH-AT33S-0005]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framework by Justin Addam Higgins (JAH): the Crew-Call musters a fixed crew and marches them across the archive's partitions in lockstep order. One crew of exactly core-count wor…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parallel execution framework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JAH-AT33S-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Query Marshal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 parallel-execution frameworks: split-and-gather query harvests.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https://justinahiggins614-cmyk.github.io/jah-databases/db/archive-tool-parallel-query-executor-signature/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https://justinahiggins614-cmyk.github.io/jah-databases-data-1/data/archive-tool-parallel-query-executor-signature/index.jsonl.gz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
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capability-composition/" TargetMode="External"/><Relationship Id="rId3" Type="http://schemas.openxmlformats.org/officeDocument/2006/relationships/hyperlink" Target="https://justinahiggins614-cmyk.github.io/jah-databases-data-1/data/ai-capability-composi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Capability Composition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Composing AI capabilities into pipelines, agents, and systems where the whole exceeds the parts.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Capability Composition Database holds 20 capability composition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Composing AI capabilities into pipelines, agents, and systems where the whole exceeds the parts.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Retrieval-Augmented Generation Pipeline  [JAH-AICAPA2-000001]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RAG composes retrieval with generation: the retriever finds relevant documents and the generator grounds its answer in them. The composition beats either part alone on knowledge-heavy tasks. The inte…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Multi-Agent Debate  [JAH-AICAPA2-000002]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Several agents argue different positions and a judge picks the winner, composing diverse reasoning into a better answer. Debate surfaces flaws that single-agent reasoning misses. The composition work…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Tool-Using Agent Loop  [JAH-AICAPA2-000003]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classic ReAct loop composes reasoning with tool calls: think, act, observe, repeat. Each iteration's observation feeds the next thought. The composition turns a language model into an agent that…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Mixture of Experts Routing  [JAH-AICAPA2-000004]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MoE composes many expert networks with a router that sends each token to the best experts. Total parameters grow huge while compute per token stays small. The composition scales capacity without scal…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Planner-Executor Split  [JAH-AICAPA2-000005]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planner decomposes the task and an executor carries out the steps, composing high-level reasoning with grounded action. The planner never touches tools; the executor never plans. Separation of conc…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capability composition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JAH-AICAPA2-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Composer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Composing AI capabilities into pipelines, agents, and systems where the whole exceeds the parts.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https://justinahiggins614-cmyk.github.io/jah-databases/db/ai-capability-composition/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https://justinahiggins614-cmyk.github.io/jah-databases-data-1/data/ai-capability-composition/index.jsonl.gz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
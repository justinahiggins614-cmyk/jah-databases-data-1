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acronym-expansion-engine/" TargetMode="External"/><Relationship Id="rId3" Type="http://schemas.openxmlformats.org/officeDocument/2006/relationships/hyperlink" Target="https://justinahiggins614-cmyk.github.io/jah-databases-data-1/data/archive-toolkit-acronym-expansion-engin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Acronym Expansion Engine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Expands abbreviations using domain and context clues.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Acronym Expansion Engine Database holds 15 acronym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Expands abbreviations using domain and context clues.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methods compiled from standard information-extraction and knowledge-organization practice. Assembled for the JAH Databases archive.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Acronym Expansion Engine: a plain-language overview  [JAH-ATK165-000001]</a:t>
            </a:r>
          </a:p>
          <a:p>
            <a:pPr algn="l">
              <a:spcAft>
                <a:spcPts val="1000"/>
              </a:spcAft>
            </a:pPr>
            <a:r>
              <a:rPr sz="1400" b="0">
                <a:solidFill>
                  <a:srgbClr val="D5DBDB"/>
                </a:solidFill>
                <a:latin typeface="Calibri"/>
              </a:rPr>
              <a:t>   Overview: what the Acronym Expansion Engine does and why archives need it. An acronym expansion engine figures out what abbreviations stand for. When it sees 'NASA' it knows it means the National Aer…</a:t>
            </a:r>
          </a:p>
          <a:p>
            <a:pPr algn="l">
              <a:spcAft>
                <a:spcPts val="200"/>
              </a:spcAft>
            </a:pPr>
            <a:r>
              <a:rPr sz="1700" b="1">
                <a:solidFill>
                  <a:srgbClr val="FFFFFF"/>
                </a:solidFill>
                <a:latin typeface="Calibri"/>
              </a:rPr>
              <a:t>2. How the Acronym Expansion Engine works  [JAH-ATK165-000002]</a:t>
            </a:r>
          </a:p>
          <a:p>
            <a:pPr algn="l">
              <a:spcAft>
                <a:spcPts val="1000"/>
              </a:spcAft>
            </a:pPr>
            <a:r>
              <a:rPr sz="1400" b="0">
                <a:solidFill>
                  <a:srgbClr val="D5DBDB"/>
                </a:solidFill>
                <a:latin typeface="Calibri"/>
              </a:rPr>
              <a:t>   Overview: what the Acronym Expansion Engine does and why archives need it. Real engines mine definitions with patterns like 'National Aeronautics and Space Administration (NASA)' and the reverse 'NAS…</a:t>
            </a:r>
          </a:p>
          <a:p>
            <a:pPr algn="l">
              <a:spcAft>
                <a:spcPts val="200"/>
              </a:spcAft>
            </a:pPr>
            <a:r>
              <a:rPr sz="1700" b="1">
                <a:solidFill>
                  <a:srgbClr val="FFFFFF"/>
                </a:solidFill>
                <a:latin typeface="Calibri"/>
              </a:rPr>
              <a:t>3. How the Acronym Expansion Engine works: the deep tour  [JAH-ATK165-000003]</a:t>
            </a:r>
          </a:p>
          <a:p>
            <a:pPr algn="l">
              <a:spcAft>
                <a:spcPts val="1000"/>
              </a:spcAft>
            </a:pPr>
            <a:r>
              <a:rPr sz="1400" b="0">
                <a:solidFill>
                  <a:srgbClr val="D5DBDB"/>
                </a:solidFill>
                <a:latin typeface="Calibri"/>
              </a:rPr>
              <a:t>   Overview: what the Acronym Expansion Engine does and why archives need it. Real engines mine definitions with patterns like 'National Aeronautics and Space Administration (NASA)' and the reverse 'NAS…</a:t>
            </a:r>
          </a:p>
          <a:p>
            <a:pPr algn="l">
              <a:spcAft>
                <a:spcPts val="200"/>
              </a:spcAft>
            </a:pPr>
            <a:r>
              <a:rPr sz="1700" b="1">
                <a:solidFill>
                  <a:srgbClr val="FFFFFF"/>
                </a:solidFill>
                <a:latin typeface="Calibri"/>
              </a:rPr>
              <a:t>4. Definition-pattern mining: the simple idea  [JAH-ATK165-000004]</a:t>
            </a:r>
          </a:p>
          <a:p>
            <a:pPr algn="l">
              <a:spcAft>
                <a:spcPts val="1000"/>
              </a:spcAft>
            </a:pPr>
            <a:r>
              <a:rPr sz="1400" b="0">
                <a:solidFill>
                  <a:srgbClr val="D5DBDB"/>
                </a:solidFill>
                <a:latin typeface="Calibri"/>
              </a:rPr>
              <a:t>   Core method: definition-pattern mining - how it works inside the Acronym Expansion Engine. An acronym expansion engine figures out what abbreviations stand for. When it sees 'NASA' it knows it means…</a:t>
            </a:r>
          </a:p>
          <a:p>
            <a:pPr algn="l">
              <a:spcAft>
                <a:spcPts val="200"/>
              </a:spcAft>
            </a:pPr>
            <a:r>
              <a:rPr sz="1700" b="1">
                <a:solidFill>
                  <a:srgbClr val="FFFFFF"/>
                </a:solidFill>
                <a:latin typeface="Calibri"/>
              </a:rPr>
              <a:t>5. Definition-pattern mining in practice  [JAH-ATK165-000005]</a:t>
            </a:r>
          </a:p>
          <a:p>
            <a:pPr algn="l">
              <a:spcAft>
                <a:spcPts val="1000"/>
              </a:spcAft>
            </a:pPr>
            <a:r>
              <a:rPr sz="1400" b="0">
                <a:solidFill>
                  <a:srgbClr val="D5DBDB"/>
                </a:solidFill>
                <a:latin typeface="Calibri"/>
              </a:rPr>
              <a:t>   Core method: definition-pattern mining - how it works inside the Acronym Expansion Engine. Real engines mine definitions with patterns like 'National Aeronautics and Space Administration (NASA)' 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acronym record</a:t>
            </a:r>
          </a:p>
          <a:p>
            <a:pPr algn="l">
              <a:spcAft>
                <a:spcPts val="1000"/>
              </a:spcAft>
            </a:pPr>
            <a:r>
              <a:rPr sz="2000" b="0">
                <a:solidFill>
                  <a:srgbClr val="FFFFFF"/>
                </a:solidFill>
                <a:latin typeface="Calibri"/>
              </a:rPr>
              <a:t>ID prefix:  JAH-ATK165-</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Acronym Decoder</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Expands abbreviations using domain and context clues.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https://justinahiggins614-cmyk.github.io/jah-databases/db/archive-toolkit-acronym-expansion-engine/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https://justinahiggins614-cmyk.github.io/jah-databases-data-1/data/archive-toolkit-acronym-expansion-engine/index.jsonl.gz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
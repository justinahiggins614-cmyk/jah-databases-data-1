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capability-composition/" TargetMode="External"/><Relationship Id="rId3" Type="http://schemas.openxmlformats.org/officeDocument/2006/relationships/hyperlink" Target="https://justinahiggins614-cmyk.github.io/jah-databases-data-1/data/network-capability-composi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Network Capability Composition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Patterns for composing network capabilities into larger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Network Capability Composition Database holds 20 composition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Patterns for composing network capabilities into larger workflows.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Sequential Chaining  [JAH-NCC-000001]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capabilities in order, feeding each output into the next input with type checking at every link. Recorded facts — Pattern: Sequential Chaining; Inputs: ordered capability list; Guarantee: end-to…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Parallel Fan-out  [JAH-NCC-000002]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Dispatches independent subtasks concurrently and joins on completion or timeout. Recorded facts — Pattern: Parallel Fan-out; Inputs: task list; Guarantee: bounded latency. Used by workflow engines,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Map-Reduce Composition  [JAH-NCC-000003]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Maps a function over sharded data with worker capabilities, then reduces partial results. Recorded facts — Pattern: Map-Reduce Composition; Inputs: sharded dataset; Guarantee: scalable aggregation. 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Pipeline Stages  [JAH-NCC-000004]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Streams items through fixed stages so stage N works on item K while stage N-1 takes K+1. Recorded facts — Pattern: Pipeline Stages; Inputs: stage definitions; Guarantee: throughput = slowest stage. 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Conditional Routing  [JAH-NCC-000005]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Routes each request down different capability branches based on content or context. Recorded facts — Pattern: Conditional Routing; Inputs: routing rules; Guarantee: correct branch taken. Used by work…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composition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JAH-NCC-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Network Capability Composition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Patterns for composing network capabilities into larger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https://justinahiggins614-cmyk.github.io/jah-databases/db/network-capability-composition/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https://justinahiggins614-cmyk.github.io/jah-databases-data-1/data/network-capability-composition/index.jsonl.gz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
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ntradiction-classifier-signature/" TargetMode="External"/><Relationship Id="rId3" Type="http://schemas.openxmlformats.org/officeDocument/2006/relationships/hyperlink" Target="https://justinahiggins614-cmyk.github.io/jah-databases-data-1/data/archive-toolkit-contradiction-classifi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Contradiction Classifier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Tells real contradictions apart from differences in scope or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Contradiction Classifier Database holds 15 contradiction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Tells real contradictions apart from differences in scope or date.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Contradiction Classifier: a plain-language overview (Signature)  [JAH-ATK194S-000001]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Contradiction Classifier does and why archives need it. Signature original. The Signature contradiction method never cries 'contradiction' at a mere difference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Contradiction Classifier works (Signature)  [JAH-ATK194S-000002]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Contradiction Classifier does and why archives need it. Signature original. The Signature approach classifies disagreements through a fixed decision tree — check…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Contradiction Classifier works: the deep tour (Signature)  [JAH-ATK194S-000003]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Contradiction Classifier does and why archives need it. Signature original. The Signature approach classifies disagreements through a fixed decision tree — check…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Contradiction-type cue classification: the simple idea (Signature)  [JAH-ATK194S-000004]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contradiction-type cue classification - how it works inside the Contradiction Classifier. Signature original. The Signature contradiction method never cries 'contradict…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Contradiction-type cue classification in practice (Signature)  [JAH-ATK194S-000005]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contradiction-type cue classification - how it works inside the Contradiction Classifier. Signature original. The Signature approach classifies disagreements through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contradiction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Contradiction Judge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Tells real contradictions apart from differences in scope or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https://justinahiggins614-cmyk.github.io/jah-databases/db/archive-toolkit-contradiction-classifier-signature/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https://justinahiggins614-cmyk.github.io/jah-databases-data-1/data/archive-toolkit-contradiction-classifier-signature/index.jsonl.gz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
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automatic-knowledge-base-generator-signature/" TargetMode="External"/><Relationship Id="rId3" Type="http://schemas.openxmlformats.org/officeDocument/2006/relationships/hyperlink" Target="https://justinahiggins614-cmyk.github.io/jah-databases-data-1/data/archive-tool-automatic-knowledge-base-generato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Automatic Knowledge Base Generator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Builds specialized, searchable knowledge collections for new subjects.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Automatic Knowledge Base Generator Database holds 15 archive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Builds specialized, searchable knowledge collections for new subjects.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by Justin Addam Higgins (JAH) for Automatic Knowledge Base Generator,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Subject scoping from a seed description (foundational)  [JAH-AT95S-000001]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The new subject starts from a seed description that is expanded into a scope: core topics in, adjacent topics parked, explicit exclusions. Scoping prevents the knowledge base from…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Subject scoping from a seed description (compounded)  [JAH-AT95S-000002]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The new subject starts from a seed description that is expanded into a scope: core topics in, adjacent topics parked, explicit exclusions. Scoping prevents the knowledge base from…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Subject scoping from a seed description (production)  [JAH-AT95S-000003]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The new subject starts from a seed description that is expanded into a scope: core topics in, adjacent topics parked, explicit exclusions. Scoping prevents the knowledge base from…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Corpus assembly from approved sources (foundational)  [JAH-AT95S-000004]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Source documents are gathered from the archive's approved collections matching the scope, with provenance recorded per document. Assembly favors primary sources and recent materia…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Corpus assembly from approved sources (compounded)  [JAH-AT95S-000005]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Source documents are gathered from the archive's approved collections matching the scope, with provenance recorded per document. Assembly favors primary sources and recent materia…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archive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JAH-AT95S-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Knowledge Base Librarian (Signature Edition)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Builds specialized, searchable knowledge collections for new subjects.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https://justinahiggins614-cmyk.github.io/jah-databases/db/archive-tool-automatic-knowledge-base-generator-signature/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https://justinahiggins614-cmyk.github.io/jah-databases-data-1/data/archive-tool-automatic-knowledge-base-generator-signature/index.jsonl.gz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
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magahi-signature/" TargetMode="External"/><Relationship Id="rId3" Type="http://schemas.openxmlformats.org/officeDocument/2006/relationships/hyperlink" Target="https://justinahiggins614-cmyk.github.io/jah-databases-data-1/data/names-magahi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Magahi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Magahi style — new creations built from real Magahi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Magahi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Magahi style — new creations built from real Magahi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Magahi Names Database from genuine Magahi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Magahi-style given name: Ramsuraj  [JAH-NMMS7-000001]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Ramsuraj is a Signature original Magahi-style given name, created for the Signature Magahi Names Database. From Ram + Suraj (sun): 'sun of Ram'. It is labeled a Signature creation and is not a tradit…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Magahi-style given name: Sitamohan  [JAH-NMMS7-000002]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Sitamohan is a Signature original Magahi-style given name, created for the Signature Magahi Names Database. From Sita + Mohan. It is labeled a Signature creation and is not a traditional Magahi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Magahi-style given name: Mohansuraj  [JAH-NMMS7-000003]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Mohansuraj is a Signature original Magahi-style given name, created for the Signature Magahi Names Database. From Mohan + Suraj. It is labeled a Signature creation and is not a traditional Magahi nam…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Magahi-style given name: Gitadevi  [JAH-NMMS7-000004]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Gitadevi is a Signature original Magahi-style given name, created for the Signature Magahi Names Database. From Gita + Devi. It is labeled a Signature creation and is not a traditional Magahi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Magahi-style given name: Surajmohan  [JAH-NMMS7-000005]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Surajmohan is a Signature original Magahi-style given name, created for the Signature Magahi Names Database. From Suraj + Mohan. It is labeled a Signature creation and is not a traditional Magahi nam…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JAH-NMMS7-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Magahi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Magahi style — new creations built from real Magahi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https://justinahiggins614-cmyk.github.io/jah-databases/db/names-magahi-signature/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https://justinahiggins614-cmyk.github.io/jah-databases-data-1/data/names-magahi-signature/index.jsonl.gz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
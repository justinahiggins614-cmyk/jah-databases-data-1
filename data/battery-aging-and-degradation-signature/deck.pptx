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ttery-aging-and-degradation-signature/" TargetMode="External"/><Relationship Id="rId3" Type="http://schemas.openxmlformats.org/officeDocument/2006/relationships/hyperlink" Target="https://justinahiggins614-cmyk.github.io/jah-databases-data-1/data/battery-aging-and-degrad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Battery Aging and Degradation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SEI growth, capacity fade, and cycle-life models that predict how batteries age and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Battery Aging and Degradation Database holds 20 battery aging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SEI growth, capacity fade, and cycle-life models that predict how batteries age and die.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Aging Cartographer  [JAH-BATTER-S-000001]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every aging mechanism as a territory with its speed and conditions, showing which thief steals most. The cartographer names the biggest thief. Mitigation targets it first.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Fade Chronicler  [JAH-BATTER-S-000002]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chronicles each battery's fade as a life story: youth, middle age, the knee, decline. The chronicle predicts the ending from the early chapters. Batteries get biographies with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Life Oracle  [JAH-BATTER-S-000003]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oracle that predicts cycle life from the first 100 cycles' subtle signals, learned from thousands of histories. The oracle sees the future in the youth. Buyers know the life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Calendar Gardener  [JAH-BATTER-S-000004]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calendar aging by tending storage conditions: the gardener recommends SoC and temperature per chemistry. Gardens age slowly. Batteries rest well.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Blood Test  [JAH-BATTER-S-000005]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blood test for batteries: EIS plus dV/dQ in one quick checkup that names the ailment. The test is fast and definitive. Batteries get diagnosed like patients.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battery aging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JAH-BATTER-S-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Battery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SEI growth, capacity fade, and cycle-life models that predict how batteries age and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https://justinahiggins614-cmyk.github.io/jah-databases/db/battery-aging-and-degradation-signature/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https://justinahiggins614-cmyk.github.io/jah-databases-data-1/data/battery-aging-and-degradation-signature/index.jsonl.gz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
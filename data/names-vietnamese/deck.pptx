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vietnamese/" TargetMode="External"/><Relationship Id="rId3" Type="http://schemas.openxmlformats.org/officeDocument/2006/relationships/hyperlink" Target="https://justinahiggins614-cmyk.github.io/jah-databases-data-1/data/names-vietnam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Vietnamese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Vietnamese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Vietnamese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Vietnamese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Anh 英 - Vietnamese unisex given name  [JAH-NMV-000001]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Anh (英) is a unisex given name in Vietnamese. Meaning: Bright; hero. A leading unisex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Linh - Vietnamese feminine given name  [JAH-NMV-000002]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Linh is a feminine given name in Vietnamese. Meaning: Spirit. A graceful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Minh - Vietnamese masculine given name  [JAH-NMV-000003]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Minh is a masculine given name in Vietnamese. Meaning: Bright. A classic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Lan - Vietnamese feminine given name  [JAH-NMV-000004]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Lan is a feminine given name in Vietnamese. Meaning: Orchid. A delicate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Duc Đức - Vietnamese masculine given name  [JAH-NMV-000005]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Duc (Đức) is a masculine given name in Vietnamese. Meaning: Virtue. A traditional boys'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Vietnamese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Vietnamese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https://justinahiggins614-cmyk.github.io/jah-databases/db/names-vietnamese/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https://justinahiggins614-cmyk.github.io/jah-databases-data-1/data/names-vietnamese/index.jsonl.gz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
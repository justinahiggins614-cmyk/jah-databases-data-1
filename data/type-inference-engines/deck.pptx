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ype-inference-engines/" TargetMode="External"/><Relationship Id="rId3" Type="http://schemas.openxmlformats.org/officeDocument/2006/relationships/hyperlink" Target="https://justinahiggins614-cmyk.github.io/jah-databases-data-1/data/type-inference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Type Inference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Figuring out types without annotations: Hindley-Milner, constraint solving, gradual typing, and the inference inside mypy, pyright, and TypeScript.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Type Inference Engines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Figuring out types without annotations: Hindley-Milner, constraint solving, gradual typing, and the inference inside mypy, pyright, and TypeScript.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curated from public technical literature, documentation, and established engineering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Hindley-Milner  [JAH-TIE-000001]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Hindley-Milner infers the most general type of every expression with zero annotations: the identity function gets forall a. a -&gt; a. Algorithm W walks the AST generating type variables and unifying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Unification  [JAH-TIE-000002]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Unification solves type equations: given t1 = List[t2] and t1 = List[int], it concludes t2 = int. The algorithm uses union-find over type terms — bind a variable to a term, follow bindings on lookup…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Constraint-based inference  [JAH-TIE-000003]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Modern inference separates generation from solving: walk the AST emitting subtyping constraints (t1 &lt;: t2), then solve the constraint set. This split lets one solver serve many language features — ov…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Type narrowing  [JAH-TIE-000004]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Narrowing refines a variable's type from control flow: after 'if isinstance(x, str)', x is str inside the branch. Checkers track these facts per program point, joining them at merges (x is str|int af…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Generics inference  [JAH-TIE-000005]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Generics let one function serve many types: identity&lt;T&gt;(x: T): T. Inference fills in T from the arguments — no explicit type arguments needed at the call site. The engine collects constraints from ea…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JAH-TIE-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Type Inference Engines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Figuring out types without annotations: Hindley-Milner, constraint solving, gradual typing, and the inference inside mypy, pyright, and TypeScript.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https://justinahiggins614-cmyk.github.io/jah-databases/db/type-inference-engines/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https://justinahiggins614-cmyk.github.io/jah-databases-data-1/data/type-inference-engines/index.jsonl.gz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
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vice-protocol-interoperability/" TargetMode="External"/><Relationship Id="rId3" Type="http://schemas.openxmlformats.org/officeDocument/2006/relationships/hyperlink" Target="https://justinahiggins614-cmyk.github.io/jah-databases-data-1/data/device-protocol-interopera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Device Protocol Interoperability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Making devices speak to each other: MQTT, CoAP, USB, BLE, and the bridges between protocol worlds.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Device Protocol Interoperability Database holds 20 device protocol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Making devices speak to each other: MQTT, CoAP, USB, BLE, and the bridges between protocol worlds.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MQTT to CoAP Bridging  [JAH-DEVICE-000001]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MQTT's pub/sub and CoAP's request/response meet at a gateway that translates topics to resources. The bridge preserves QoS semantics as best as effort allows. Constrained devices speak CoAP; the clou…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USB HID Class Interop  [JAH-DEVICE-000002]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HID-class devices work everywhere without drivers: keyboards, mice, and custom HID sensors. The report descriptor defines the data. HID is the universal device language.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BLE GATT Profiles  [JAH-DEVICE-000003]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Bluetooth Low Energy devices expose GATT services; standard profiles (heart rate, battery) interoperate across vendors. Custom services need custom apps. Profiles are the contract.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Zigbee to Matter Bridge  [JAH-DEVICE-000004]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Matter bridges let Zigbee devices join the Matter fabric through a bridge device. The bridge translates clusters to Matter data model. Old Zigbee investments survive the Matter transition.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Modbus TCP/RTU Gateway  [JAH-DEVICE-000005]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Industrial Modbus RTU devices join TCP networks through a gateway translating serial to Ethernet. Register maps stay identical. The factory floor meets the IT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device protocol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JAH-DEVICE-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Protocol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Making devices speak to each other: MQTT, CoAP, USB, BLE, and the bridges between protocol worlds.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https://justinahiggins614-cmyk.github.io/jah-databases/db/device-protocol-interoperability/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https://justinahiggins614-cmyk.github.io/jah-databases-data-1/data/device-protocol-interoperability/index.jsonl.gz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
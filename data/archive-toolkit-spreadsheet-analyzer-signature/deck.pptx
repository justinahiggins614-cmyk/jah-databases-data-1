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preadsheet-analyzer-signature/" TargetMode="External"/><Relationship Id="rId3" Type="http://schemas.openxmlformats.org/officeDocument/2006/relationships/hyperlink" Target="https://justinahiggins614-cmyk.github.io/jah-databases-data-1/data/archive-toolkit-spreadsheet-analyz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Spreadsheet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Reads worksheets, formulas, tables, cell relationships, and metadata.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Spreadsheet Analyzer Database holds 15 extraction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worksheets, formulas, tables, cell relationships, and metadata.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Cell grid model — Spreadsheet Analyzer  [JAH-ATK145S-00001]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Worksheets are sparse grids addressed A1-style; only non-empty cells store. Sparse storage keeps huge sheets light. Grids are the canvas. This record documents a Signature-author…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Formula parsing — Spreadsheet Analyzer  [JAH-ATK145S-00002]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Formulas parse into expression trees with cell references as variables. Parsers handle ranges, functions, and operators. Trees evaluate. This record documents a Signature-authore…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Dependency graphs — Spreadsheet Analyzer  [JAH-ATK145S-00003]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References form a dependency DAG; evaluation follows topological order. Graph order guarantees inputs compute first. DAGs schedule. This record documents a Signature-authored ori…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Cycle detection — Spreadsheet Analyzer  [JAH-ATK145S-00004]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Circular references break the DAG; detectors report the cycle path. Detection prevents infinite evaluation. Cycles are errors. This record documents a Signature-authored original…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Function library — Spreadsheet Analyzer  [JAH-ATK145S-00005]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SUM, AVG, VLOOKUP and hundreds more implement spreadsheet semantics. Faithful semantics need the full library. Functions are the vocabulary. This record documents a Signature-aut…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extraction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JAH-ATK145S-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Spreadsheet Analyzer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worksheets, formulas, tables, cell relationships, and metadata.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https://justinahiggins614-cmyk.github.io/jah-databases/db/archive-toolkit-spreadsheet-analyzer-signature/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https://justinahiggins614-cmyk.github.io/jah-databases-data-1/data/archive-toolkit-spreadsheet-analyzer-signature/index.jsonl.gz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
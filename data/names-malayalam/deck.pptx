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malayalam/" TargetMode="External"/><Relationship Id="rId3" Type="http://schemas.openxmlformats.org/officeDocument/2006/relationships/hyperlink" Target="https://justinahiggins614-cmyk.github.io/jah-databases-data-1/data/names-malayalam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Malayalam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Malayalam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Malayalam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Malayalam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Mohan - Malayalam masculine given name  [JAH-NMM3-000001]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Mohan is a masculine given name in Malayalam. Meaning: Charming. A name of Krishna.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Lakshmi - Malayalam feminine given name  [JAH-NMM3-000002]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Lakshmi is a feminine given name in Malayalam. Meaning: Goddess of fortune..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Ravi - Malayalam masculine given name  [JAH-NMM3-000003]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Ravi is a masculine given name in Malayalam. Meaning: Sun..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Anitha - Malayalam feminine given name  [JAH-NMM3-000004]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Anitha is a feminine given name in Malayalam. Meaning: Grace..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Suresh - Malayalam masculine given name  [JAH-NMM3-000005]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Suresh is a masculine given name in Malayalam. Meaning: Ruler of gods..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JAH-NMM3-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Malayalam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Malayalam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https://justinahiggins614-cmyk.github.io/jah-databases/db/names-malayalam/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https://justinahiggins614-cmyk.github.io/jah-databases-data-1/data/names-malayalam/index.jsonl.gz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
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marathi-signature/" TargetMode="External"/><Relationship Id="rId3" Type="http://schemas.openxmlformats.org/officeDocument/2006/relationships/hyperlink" Target="https://justinahiggins614-cmyk.github.io/jah-databases-data-1/data/names-marathi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Marathi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Marathi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Marathi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Marathi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Suresh - sound, structure, and naming power  [JAH-NMMS-000001]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Marathi masculine name Suresh. Sound: 2 syllables, firm consonant close. Structure: From Sanskrit sura + isha.. Recorded meaning: Ruler of gods. Naming power: the name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Sunita - sound, structure, and naming power  [JAH-NMMS-000002]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Marathi feminine name Sunita. Sound: 3 syllables, open vowels. Structure: From Sanskrit.. Recorded meaning: Well-behaved. Naming power: the name is short, sayable, and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Rahul - sound, structure, and naming power  [JAH-NMMS-000003]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Marathi masculine name Rahul. Sound: 2 syllables, firm consonant close. Structure: A traditional name of this language.. Recorded meaning: Conqueror of miseries.. Naming…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Sneha - sound, structure, and naming power  [JAH-NMMS-000004]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Marathi feminine name Sneha. Sound: 2 syllables, open vowels. Structure: From Sanskrit.. Recorded meaning: Affection. Naming power: the name is short, sayable, and carri…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Marathi naming framework  [JAH-NMMS-000005]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Marathi names. Forging a new Signature name runs in four passes: sound (two to four syllables that read aloud cleanly), meaning (one plain-language gloss, never a par…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JAH-NMMS-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Marathi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Marathi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https://justinahiggins614-cmyk.github.io/jah-databases/db/names-marathi-signature/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https://justinahiggins614-cmyk.github.io/jah-databases-data-1/data/names-marathi-signature/index.jsonl.gz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
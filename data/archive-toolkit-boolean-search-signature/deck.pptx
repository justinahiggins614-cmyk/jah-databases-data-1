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kit-boolean-search-signature/" TargetMode="External"/><Relationship Id="rId3" Type="http://schemas.openxmlformats.org/officeDocument/2006/relationships/hyperlink" Target="https://justinahiggins614-cmyk.github.io/jah-databases-data-1/data/archive-toolkit-boolean-search-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Signature Boolean Search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Combines AND, OR, NOT, and grouped conditions to refine results.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Signature Boolean Search Database holds 15 search methods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Combines AND, OR, NOT, and grouped conditions to refine results.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Signature-authored original method created for the JAH archive toolkit; clearly labeled Signature, not a public record.</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Signature AND conjunction semantics — Boolean Search  [JAH-ATK102S-00001]</a:t>
            </a:r>
          </a:p>
          <a:p>
            <a:pPr algn="l">
              <a:spcAft>
                <a:spcPts val="1000"/>
              </a:spcAft>
            </a:pPr>
            <a:r>
              <a:rPr sz="1400" b="0">
                <a:solidFill>
                  <a:srgbClr val="D5DBDB"/>
                </a:solidFill>
                <a:latin typeface="Calibri"/>
              </a:rPr>
              <a:t>   Signature original — AND requires every listed condition to hold, so each added term can only shrink the result set, never grow it. Evaluators intersect term postings or test set membership per docum…</a:t>
            </a:r>
          </a:p>
          <a:p>
            <a:pPr algn="l">
              <a:spcAft>
                <a:spcPts val="200"/>
              </a:spcAft>
            </a:pPr>
            <a:r>
              <a:rPr sz="1700" b="1">
                <a:solidFill>
                  <a:srgbClr val="FFFFFF"/>
                </a:solidFill>
                <a:latin typeface="Calibri"/>
              </a:rPr>
              <a:t>2. Signature OR disjunction semantics — Boolean Search  [JAH-ATK102S-00002]</a:t>
            </a:r>
          </a:p>
          <a:p>
            <a:pPr algn="l">
              <a:spcAft>
                <a:spcPts val="1000"/>
              </a:spcAft>
            </a:pPr>
            <a:r>
              <a:rPr sz="1400" b="0">
                <a:solidFill>
                  <a:srgbClr val="D5DBDB"/>
                </a:solidFill>
                <a:latin typeface="Calibri"/>
              </a:rPr>
              <a:t>   Signature original — OR accepts documents matching any listed condition, so each added term can only grow the result set. Evaluators union postings lists or test membership against any of several ter…</a:t>
            </a:r>
          </a:p>
          <a:p>
            <a:pPr algn="l">
              <a:spcAft>
                <a:spcPts val="200"/>
              </a:spcAft>
            </a:pPr>
            <a:r>
              <a:rPr sz="1700" b="1">
                <a:solidFill>
                  <a:srgbClr val="FFFFFF"/>
                </a:solidFill>
                <a:latin typeface="Calibri"/>
              </a:rPr>
              <a:t>3. Signature NOT negation semantics — Boolean Search  [JAH-ATK102S-00003]</a:t>
            </a:r>
          </a:p>
          <a:p>
            <a:pPr algn="l">
              <a:spcAft>
                <a:spcPts val="1000"/>
              </a:spcAft>
            </a:pPr>
            <a:r>
              <a:rPr sz="1400" b="0">
                <a:solidFill>
                  <a:srgbClr val="D5DBDB"/>
                </a:solidFill>
                <a:latin typeface="Calibri"/>
              </a:rPr>
              <a:t>   Signature original — NOT excludes documents matching a condition, and it binds tighter than AND and OR in the standard precedence. Evaluators compute the complement of a term's postings against the f…</a:t>
            </a:r>
          </a:p>
          <a:p>
            <a:pPr algn="l">
              <a:spcAft>
                <a:spcPts val="200"/>
              </a:spcAft>
            </a:pPr>
            <a:r>
              <a:rPr sz="1700" b="1">
                <a:solidFill>
                  <a:srgbClr val="FFFFFF"/>
                </a:solidFill>
                <a:latin typeface="Calibri"/>
              </a:rPr>
              <a:t>4. Signature Parenthesized grouping — Boolean Search  [JAH-ATK102S-00004]</a:t>
            </a:r>
          </a:p>
          <a:p>
            <a:pPr algn="l">
              <a:spcAft>
                <a:spcPts val="1000"/>
              </a:spcAft>
            </a:pPr>
            <a:r>
              <a:rPr sz="1400" b="0">
                <a:solidFill>
                  <a:srgbClr val="D5DBDB"/>
                </a:solidFill>
                <a:latin typeface="Calibri"/>
              </a:rPr>
              <a:t>   Signature original — Parentheses override default precedence so that 'a AND (b OR c)' means something different from '(a AND b) OR c'. Parsers treat '(' by pushing it on the operator stack and ')' by…</a:t>
            </a:r>
          </a:p>
          <a:p>
            <a:pPr algn="l">
              <a:spcAft>
                <a:spcPts val="200"/>
              </a:spcAft>
            </a:pPr>
            <a:r>
              <a:rPr sz="1700" b="1">
                <a:solidFill>
                  <a:srgbClr val="FFFFFF"/>
                </a:solidFill>
                <a:latin typeface="Calibri"/>
              </a:rPr>
              <a:t>5. Signature Operator precedence rules — Boolean Search  [JAH-ATK102S-00005]</a:t>
            </a:r>
          </a:p>
          <a:p>
            <a:pPr algn="l">
              <a:spcAft>
                <a:spcPts val="1000"/>
              </a:spcAft>
            </a:pPr>
            <a:r>
              <a:rPr sz="1400" b="0">
                <a:solidFill>
                  <a:srgbClr val="D5DBDB"/>
                </a:solidFill>
                <a:latin typeface="Calibri"/>
              </a:rPr>
              <a:t>   Signature original — The conventional precedence is NOT first, then AND, then OR, mirroring arithmetic's unary-minus, multiplication, and addition. The shunting-yard algorithm encodes this with a pre…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search method</a:t>
            </a:r>
          </a:p>
          <a:p>
            <a:pPr algn="l">
              <a:spcAft>
                <a:spcPts val="1000"/>
              </a:spcAft>
            </a:pPr>
            <a:r>
              <a:rPr sz="2000" b="0">
                <a:solidFill>
                  <a:srgbClr val="FFFFFF"/>
                </a:solidFill>
                <a:latin typeface="Calibri"/>
              </a:rPr>
              <a:t>ID prefix:  JAH-ATK102S-</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Boolean Search Librarian</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Combines AND, OR, NOT, and grouped conditions to refine results.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https://justinahiggins614-cmyk.github.io/jah-databases/db/archive-toolkit-boolean-search-signature/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https://justinahiggins614-cmyk.github.io/jah-databases-data-1/data/archive-toolkit-boolean-search-signature/index.jsonl.gz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
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onymous-code-attribution/" TargetMode="External"/><Relationship Id="rId3" Type="http://schemas.openxmlformats.org/officeDocument/2006/relationships/hyperlink" Target="https://justinahiggins614-cmyk.github.io/jah-databases-data-1/data/anonymous-code-attrib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Anonymous Code Attribution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Credit without identity: attributing code while preserving anonymity.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Anonymous Code Attribution Database holds 15 anonymous attribution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Credit without identity: attributing code while preserving anonymity.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Ring signatures for code  [JAH-ANONYM-000001]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Ring signatures prove 'one of these N people signed this' without revealing which. Applied to code commits, a developer proves membership in the authorized group — the commit is legitimate — while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Blind-signature code review  [JAH-ANONYM-000002]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Blind signatures let a reviewer approve code without seeing whose it is: the author blinds the commit, the reviewer signs the blinded version, the author unblinds. Reviews stay merit-based — no favor…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Ring signatures for code  [JAH-ANONYM-000003]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Ring signatures prove 'one of these N people signed this' without revealing which. Applied to code commits, a developer proves membership in the authorized group — the commit is legitimate — while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Blind-signature code review  [JAH-ANONYM-000004]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Blind signatures let a reviewer approve code without seeing whose it is: the author blinds the commit, the reviewer signs the blinded version, the author unblinds. Reviews stay merit-based — no favor…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Deniable commit encryption  [JAH-ANONYM-000005]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Deniable encryption lets an author plausibly claim a commit decrypts to innocuous content: two keys, two plaintexts, and no way to prove which is real. Under coercion, the author surrenders the decoy…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anonymous attribution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JAH-ANONYM-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Anonymous Attribution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Credit without identity: attributing code while preserving anonymity.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https://justinahiggins614-cmyk.github.io/jah-databases/db/anonymous-code-attribution/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https://justinahiggins614-cmyk.github.io/jah-databases-data-1/data/anonymous-code-attribution/index.jsonl.gz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
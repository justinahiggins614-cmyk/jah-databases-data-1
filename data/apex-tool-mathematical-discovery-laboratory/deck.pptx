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mathematical-discovery-laboratory/" TargetMode="External"/><Relationship Id="rId3" Type="http://schemas.openxmlformats.org/officeDocument/2006/relationships/hyperlink" Target="https://justinahiggins614-cmyk.github.io/jah-databases-data-1/data/apex-tool-mathematical-discovery-laborat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Mathematical Discovery Laboratory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for patterns, conjectures, and candidate proofs — with formal verification where available. The laboratory for mathematical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Mathematical Discovery Laboratory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patterns, conjectures, and candidate proofs — with formal verification where available. The laboratory for mathematical discovery.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experimental mathematics; OEIS (integer sequences); Lean / Coq proof assistants; automated conjecturing (Graffiti).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Discovery Laboratory is  [JAH-APX25-000001]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laboratory automates the experimental side of mathematics: compute many examples, detect patterns, formulate conjectures, search for proofs, and verify with proof assistants where possible. It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Mathematical claim data model  [JAH-APX25-000002]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claim is a record: its statement in formal and informal language, its verification rung, the evidence (examples computed, proof certificate), and its dependencies on other claims. The rung syst…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Pattern detection algorithm  [JAH-APX25-000003]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Given computed examples, the detector finds patterns: closed forms via symbolic regression, recurrences via sequence analysis, divisibility and modular patterns via number-theoretic scans. Candidate…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Conjecture formulation algorithm  [JAH-APX25-000004]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Detected patterns become conjectures with precise statements, scope conditions, and the evidence behind them. The formulator states the conjecture in both human and formal language, lists the example…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Discovery query interface specification  [JAH-APX25-000005]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ask 'find patterns in this sequence', 'conjecture identities for this structure', or 'attempt a proof of this claim'. Responses carry verification rungs, evidence, and certificates. The inter…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Mathematical Discovery Laboratory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patterns, conjectures, and candidate proofs — with formal verification where available. The laboratory for mathematical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https://justinahiggins614-cmyk.github.io/jah-databases/db/apex-tool-mathematical-discovery-laboratory/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https://justinahiggins614-cmyk.github.io/jah-databases-data-1/data/apex-tool-mathematical-discovery-laboratory/index.jsonl.gz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
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tigrinya/" TargetMode="External"/><Relationship Id="rId3" Type="http://schemas.openxmlformats.org/officeDocument/2006/relationships/hyperlink" Target="https://justinahiggins614-cmyk.github.io/jah-databases-data-1/data/names-tigrinya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Tigrinya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Tigrinya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Tigrinya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Tigrinya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Haile - Tigrinya masculine given name  [JAH-NMT7-000001]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Haile is a masculine given name in Tigrinya. Meaning: Power.. From Ge'ez.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Mulu - Tigrinya unisex given name  [JAH-NMT7-000002]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Mulu is a unisex given name in Tigrinya. Meaning: Full, complete.. Unisex.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Tesfay - Tigrinya masculine given name  [JAH-NMT7-000003]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Tesfay is a masculine given name in Tigrinya. Meaning: Hope..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Selam - Tigrinya feminine given name  [JAH-NMT7-000004]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Selam is a feminine given name in Tigrinya. Meaning: Peace..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Yonas - Tigrinya masculine given name  [JAH-NMT7-000005]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Yonas is a masculine given name in Tigrinya. Meaning: Dove. The Tigrinya form of Jonah.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JAH-NMT7-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Tigrinya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Tigrinya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https://justinahiggins614-cmyk.github.io/jah-databases/db/names-tigrinya/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https://justinahiggins614-cmyk.github.io/jah-databases-data-1/data/names-tigrinya/index.jsonl.gz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
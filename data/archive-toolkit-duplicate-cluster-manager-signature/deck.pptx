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uplicate-cluster-manager-signature/" TargetMode="External"/><Relationship Id="rId3" Type="http://schemas.openxmlformats.org/officeDocument/2006/relationships/hyperlink" Target="https://justinahiggins614-cmyk.github.io/jah-databases-data-1/data/archive-toolkit-duplicate-cluster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Duplicate Cluster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Groups duplicate and near-duplicate records for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Duplicate Cluster Manager Database holds 15 dedupe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duplicate and near-duplicate records for review.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Duplicate Cluster Manager: a plain-language overview (Signature)  [JAH-ATK186S-000001]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Duplicate Cluster Manager does and why archives need it. Signature original. The Signature dedupe method groups duplicates into review clusters and never deletes…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Duplicate Cluster Manager works (Signature)  [JAH-ATK186S-000002]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Duplicate Cluster Manager does and why archives need it. Signature original. The Signature approach runs blocking and fuzzy matching with frozen thresholds and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Duplicate Cluster Manager works: the deep tour (Signature)  [JAH-ATK186S-000003]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Duplicate Cluster Manager does and why archives need it. Signature original. The Signature approach runs blocking and fuzzy matching with frozen thresholds and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Blocking with fuzzy matching: the simple idea (Signature)  [JAH-ATK186S-000004]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blocking with fuzzy matching - how it works inside the Duplicate Cluster Manager. Signature original. The Signature dedupe method groups duplicates into review clusters…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Blocking with fuzzy matching in practice (Signature)  [JAH-ATK186S-000005]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blocking with fuzzy matching - how it works inside the Duplicate Cluster Manager. Signature original. The Signature approach runs blocking and fuzzy matching with froze…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dedupe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Dedupe Marshal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duplicate and near-duplicate records for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https://justinahiggins614-cmyk.github.io/jah-databases/db/archive-toolkit-duplicate-cluster-manager-signature/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https://justinahiggins614-cmyk.github.io/jah-databases-data-1/data/archive-toolkit-duplicate-cluster-manager-signature/index.jsonl.gz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
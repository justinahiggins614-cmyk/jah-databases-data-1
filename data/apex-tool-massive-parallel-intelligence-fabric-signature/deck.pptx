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massive-parallel-intelligence-fabric-signature/" TargetMode="External"/><Relationship Id="rId3" Type="http://schemas.openxmlformats.org/officeDocument/2006/relationships/hyperlink" Target="https://justinahiggins614-cmyk.github.io/jah-databases-data-1/data/apex-tool-massive-parallel-intelligence-fabr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Massive Parallel Intelligence Fabric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Divides suitable tasks into independent subtasks and combines validated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Massive Parallel Intelligence Fabric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Divides suitable tasks into independent subtasks and combines validated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Independence Prover  [JAH-APX63S-000001]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analyzer seals which regions are parallel-safe.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Even Splitter  [JAH-APX63S-000002]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partitioner seals balanced chunk plans.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Chunk Courier  [JAH-APX63S-000003]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Distributes chunks with sealed locality scores.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Fleet Keeper  [JAH-APX63S-000004]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pool manager seals worker health and replacements.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Progress Scribe  [JAH-APX63S-000005]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progress as sealed per-chunk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Massive Parallel Intelligence Fabric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Divides suitable tasks into independent subtasks and combines validated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https://justinahiggins614-cmyk.github.io/jah-databases/db/apex-tool-massive-parallel-intelligence-fabric-signature/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https://justinahiggins614-cmyk.github.io/jah-databases-data-1/data/apex-tool-massive-parallel-intelligence-fabric-signature/index.jsonl.gz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
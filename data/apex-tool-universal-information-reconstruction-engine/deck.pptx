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information-reconstruction-engine/" TargetMode="External"/><Relationship Id="rId3" Type="http://schemas.openxmlformats.org/officeDocument/2006/relationships/hyperlink" Target="https://justinahiggins614-cmyk.github.io/jah-databases-data-1/data/apex-tool-universal-information-reconstruc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Information Reconstruction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Reconstructs missing context from surviving references, redundant records, versions, and related evidence — with uncertainty clearly marked.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Information Reconstruction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Reconstructs missing context from surviving references, redundant records, versions, and related evidence — with uncertainty clearly marked.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digital forensics (file carving); LOCKSS distributed preservation; PRONOM format registry; stemmatics / textual criticism.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Reconstruction Engine is  [JAH-APX8-000001]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engine rebuilds lost or damaged information from what survived: quotations in other works, redundant copies, earlier versions, and derived artifacts. It produces the most defensible reconstructio…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Trace and reconstruction data model  [JAH-APX8-000002]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surviving trace is a record: what it is, where it was found, what it claims about the original, and how reliable its chain of custody is. Reconstructions reference traces, never float free —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Trace alignment algorithm  [JAH-APX8-000003]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Traces must be aligned to the original's structure before they can be combined: which quotation belongs to which lost page, which version fragment fills which gap. The aligner uses overlapping conten…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Consensus reconstruction algorithm  [JAH-APX8-000004]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Where multiple traces cover the same passage, the engine builds consensus: agreement strengthens confidence, disagreement is preserved as variants rather than averaged away. A passage quoted three wa…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Reconstruction query interface specification  [JAH-APX8-000005]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request reconstruction of a lost item by identity and get back the best reconstruction with per-passage confidence, the trace inventory, and explicit gaps where nothing survived. The interfac…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Information Reconstruction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Reconstructs missing context from surviving references, redundant records, versions, and related evidence — with uncertainty clearly marked.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https://justinahiggins614-cmyk.github.io/jah-databases/db/apex-tool-universal-information-reconstruction-engine/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https://justinahiggins614-cmyk.github.io/jah-databases-data-1/data/apex-tool-universal-information-reconstruction-engine/index.jsonl.gz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
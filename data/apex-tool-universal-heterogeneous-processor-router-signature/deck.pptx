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heterogeneous-processor-router-signature/" TargetMode="External"/><Relationship Id="rId3" Type="http://schemas.openxmlformats.org/officeDocument/2006/relationships/hyperlink" Target="https://justinahiggins614-cmyk.github.io/jah-databases-data-1/data/apex-tool-universal-heterogeneous-processor-rout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Heterogeneous Processor Router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Assigns compatible workloads to CPUs, GPUs, specialized accelerators, and other supported processors.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Heterogeneous Processor Router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Assigns compatible workloads to CPUs, GPUs, specialized accelerators, and other supported processors.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original work - not a public record. Demo executed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Device Atlas  [JAH-APX62S-000001]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Justin's atlas seals each processor's proven capabilities.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Workload Profiler  [JAH-APX62S-000002]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profiler seals workload signatures after measurement.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Compat Matrix  [JAH-APX62S-000003]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compatibility matrix of sealed test outcomes.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Cost Modeler  [JAH-APX62S-000004]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His cost modeler seals per-device cost functions.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Assignment Prover  [JAH-APX62S-000005]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Proves each assignment: cheapest compatible device with capacity, sealed.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JAH-APX62S-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Heterogeneous Processor Router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Assigns compatible workloads to CPUs, GPUs, specialized accelerators, and other supported processors.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https://justinahiggins614-cmyk.github.io/jah-databases/db/apex-tool-universal-heterogeneous-processor-router-signature/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https://justinahiggins614-cmyk.github.io/jah-databases-data-1/data/apex-tool-universal-heterogeneous-processor-router-signature/index.jsonl.gz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
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odel-checking-pipelines-signature/" TargetMode="External"/><Relationship Id="rId3" Type="http://schemas.openxmlformats.org/officeDocument/2006/relationships/hyperlink" Target="https://justinahiggins614-cmyk.github.io/jah-databases-data-1/data/model-checking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Model Checking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Exhaustive state exploration: pipelines that check every reachable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Model Checking Pipelines Database holds 15 model checking pipeline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Exhaustive state exploration: pipelines that check every reachable state.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Trace-to-Test Pipeline  [JAH-MODELC-S-000001]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violation trace the model checker finds is automatically converted into a regression test against the real implementation. The abstract bug becomes a concrete test that fails…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Symbolic model checking with BDDs  [JAH-MODELC-S-000002]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Symbolic model checking represents sets of states as Binary Decision Diagrams instead of enumerating them, checking hardware-scale state spaces (10^100+) that explicit enumeration…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Trace-to-Test Pipeline  [JAH-MODELC-S-000003]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violation trace the model checker finds is automatically converted into a regression test against the real implementation. The abstract bug becomes a concrete test that fails…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Symbolic model checking with BDDs  [JAH-MODELC-S-000004]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Symbolic model checking represents sets of states as Binary Decision Diagrams instead of enumerating them, checking hardware-scale state spaces (10^100+) that explicit enumeration…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State-space hashing and compression  [JAH-MODELC-S-000005]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Explicit-state checkers store billions of visited states; bitstate hashing and collapse compression shrink each state to bits, trading a tiny probability of hash collision for 10-1…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model checking pipeline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JAH-MODELC-S-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Model Checking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Exhaustive state exploration: pipelines that check every reachable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https://justinahiggins614-cmyk.github.io/jah-databases/db/model-checking-pipelines-signature/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https://justinahiggins614-cmyk.github.io/jah-databases-data-1/data/model-checking-pipelines-signature/index.jsonl.gz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
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ynthetic-data-generation/" TargetMode="External"/><Relationship Id="rId3" Type="http://schemas.openxmlformats.org/officeDocument/2006/relationships/hyperlink" Target="https://justinahiggins614-cmyk.github.io/jah-databases-data-1/data/synthetic-data-gener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Synthetic Data Generation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Methods for manufacturing realistic artificial datasets when real data is scarce or sensitive.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Synthetic Data Generation Database holds 15 synthetic data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Methods for manufacturing realistic artificial datasets when real data is scarce or sensitive.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Copula-Based Tabular Synthesis  [JAH-SYNTHE-000001]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Fits Gaussian copulas to capture column correlations, then samples new rows preserving each column's marginal distribution. The copula separates correlation structure from marginals, so a skewed inco…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GAN Tabular Generation  [JAH-SYNTHE-000002]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Trains conditional GANs in the CTGAN style to reproduce mixed-type tables including rare categories. The generator learns to emit plausible rows while the discriminator keeps it honest; conditioning…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Differentially Private Synthesis  [JAH-SYNTHE-000003]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Adds calibrated Laplace noise during synthesis so the output satisfies epsilon-differential privacy. The privacy budget is split across marginals, and smaller epsilon means stronger privacy but noisi…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SMOTE Oversampling  [JAH-SYNTHE-000004]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Interpolates between minority-class neighbors to balance imbalanced training sets. For each minority sample it picks a nearest neighbor and synthesizes a point on the segment between them, growing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Rule-Based Record Generators  [JAH-SYNTHE-000005]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Uses Faker-style providers with locale rules to emit valid names, addresses, and IDs. Rules encode real formats — postal code patterns, phone structures, name distributions — so output looks authenti…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synthetic data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JAH-SYNTHE-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Synthetic Data Generation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Methods for manufacturing realistic artificial datasets when real data is scarce or sensitive.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https://justinahiggins614-cmyk.github.io/jah-databases/db/synthetic-data-generation/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https://justinahiggins614-cmyk.github.io/jah-databases-data-1/data/synthetic-data-generation/index.jsonl.gz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
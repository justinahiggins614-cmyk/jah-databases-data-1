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quantum-safe-diffie-hellman-key-exchange/" TargetMode="External"/><Relationship Id="rId3" Type="http://schemas.openxmlformats.org/officeDocument/2006/relationships/hyperlink" Target="https://justinahiggins614-cmyk.github.io/jah-databases-data-1/data/quantum-safe-diffie-hellman-key-exchang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Quantum-Safe Diffie-Hellman Key Exchange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Key exchange that stays safe when quantum computers arrive.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Quantum-Safe Diffie-Hellman Key Exchange Database holds 15 key exchange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Key exchange that stays safe when quantum computers arrive.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ML-KEM (Kyber) Deployment  [JAH-QSD-000001]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Deploys ML-KEM, the NIST-standardized lattice KEM, for quantum-safe key exchange. Kyber's balanced sizes and speed won the NIST competition; FIPS 203 standardizes it. It is the default PQ key exchang…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FrodoKEM Conservative Choice  [JAH-QSD-000002]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FrodoKEM's conservative unstructured-lattice design where caution outweighs size. Bigger keys buy stronger security assumptions; some deployments prefer the margin. It is the belt-and-suspenders…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Hybrid X25519+Kyber  [JAH-QSD-000003]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Combines X25519 with Kyber so sessions are safe unless both break. The hybrid secret mixes classical and PQ shares; deployed by browsers and CDNs today. It is the pragmatic migration.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KEMTLS Handshakes  [JAH-QSD-000004]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Replaces TLS signatures with KEMs in the KEMTLS design, shrinking PQ handshakes. Long-lived KEM keys authenticate; no online signatures needed. It is the future shape of PQ TLS.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PQ Key Size Planning  [JAH-QSD-000005]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Plans for PQ key and ciphertext sizes in protocols and storage. Kyber public keys are ~1.5KB versus 32 bytes for X25519; buffers, MTUs, and databases must grow. Size surprises break deployments.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key exchange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JAH-QSD-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Quantum-Safe Diffie-Hellman Key Exchange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Key exchange that stays safe when quantum computers arrive.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https://justinahiggins614-cmyk.github.io/jah-databases/db/quantum-safe-diffie-hellman-key-exchange/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https://justinahiggins614-cmyk.github.io/jah-databases-data-1/data/quantum-safe-diffie-hellman-key-exchange/index.jsonl.gz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
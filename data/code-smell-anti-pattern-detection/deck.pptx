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de-smell-anti-pattern-detection/" TargetMode="External"/><Relationship Id="rId3" Type="http://schemas.openxmlformats.org/officeDocument/2006/relationships/hyperlink" Target="https://justinahiggins614-cmyk.github.io/jah-databases-data-1/data/code-smell-anti-pattern-dete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Code Smell &amp; Anti-Pattern Detection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Naming the rot: long methods, god classes, feature envy, shotgun surgery — detection rules, metrics, and the auto-fixes that clean them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Code Smell &amp; Anti-Pattern Detection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Naming the rot: long methods, god classes, feature envy, shotgun surgery — detection rules, metrics, and the auto-fixes that clean them up.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Long method  [JAH-CSAP-000001]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method that does not fit on a screen is doing more than one thing: the smell is length, the disease is mixed abstraction levels. Detection is simple — lines over N, or better, cyclomatic complexity…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God class  [JAH-CSAP-000002]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god class knows too much and does too much — hundreds of methods, dozens of fields, every feature touching it. Detection: weighted method count, number of fields, and coupling (how many other class…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Duplicated code  [JAH-CSAP-000003]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Duplication is the root smell — every other smell is easier to fix when the code exists once. Detection is the clone-detection database's job (token/AST matching); the smell record here is about poli…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Feature envy  [JAH-CSAP-000004]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Feature envy is a method that uses another class's data more than its own — it wishes it lived there. Detection: count accesses to foreign fields vs own fields; envy when foreign dominates. The fix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Shotgun surgery  [JAH-CSAP-000005]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Shotgun surgery is when one logical change requires edits scattered across dozens of files — the knowledge is spread too thin. Detection: co-change analysis from version history (files that always ch…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JAH-CSAP-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Code Smell &amp; Anti-Pattern Detection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Naming the rot: long methods, god classes, feature envy, shotgun surgery — detection rules, metrics, and the auto-fixes that clean them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https://justinahiggins614-cmyk.github.io/jah-databases/db/code-smell-anti-pattern-detection/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https://justinahiggins614-cmyk.github.io/jah-databases-data-1/data/code-smell-anti-pattern-detection/index.jsonl.gz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
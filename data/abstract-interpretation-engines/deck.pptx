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bstract-interpretation-engines/" TargetMode="External"/><Relationship Id="rId3" Type="http://schemas.openxmlformats.org/officeDocument/2006/relationships/hyperlink" Target="https://justinahiggins614-cmyk.github.io/jah-databases-data-1/data/abstract-interpretation-engin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Abstract Interpretation Engines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Proving by approximation: sound static analysis over abstract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Abstract Interpretation Engines Database holds 15 abstract interpretation analysiss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by approximation: sound static analysis over abstract domains.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Interval domain analysis  [JAH-ABSTRA-000001]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abstract domain: each variable holds an interval [low, high] instead of a single value. Operations lift to intervals ([1,2]+[10,20] = [11,22]); if the abstract result can't overflow,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Polyhedra domain (Cousot-Halbwachs)  [JAH-ABSTRA-000002]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most precise common numeric domain: convex polyhedra capture arbitrary linear relations (2x + 3y ≤ 7). It proves what octagons can't, at higher cost — the precision end of the tradeoff curve,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Interval domain analysis  [JAH-ABSTRA-000003]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classic abstract domain: each variable holds an interval [low, high] instead of a single value. Operations lift to intervals ([1,2]+[10,20] = [11,22]); if the abstract result can't overflow,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Polyhedra domain (Cousot-Halbwachs)  [JAH-ABSTRA-000004]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most precise common numeric domain: convex polyhedra capture arbitrary linear relations (2x + 3y ≤ 7). It proves what octagons can't, at higher cost — the precision end of the tradeoff curve,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Combined domains (reduced product)  [JAH-ABSTRA-000005]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 single domain does everything: the reduced product runs several domains together, letting each refine the others (intervals tighten octagons, congruences rule out parities). Astrée's power comes 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abstract interpretation analysis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JAH-ABSTRA-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Abstract Interpretation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Proving by approximation: sound static analysis over abstract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https://justinahiggins614-cmyk.github.io/jah-databases/db/abstract-interpretation-engines/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https://justinahiggins614-cmyk.github.io/jah-databases-data-1/data/abstract-interpretation-engines/index.jsonl.gz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